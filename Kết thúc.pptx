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96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5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47"/>
    <p:restoredTop sz="94647"/>
  </p:normalViewPr>
  <p:slideViewPr>
    <p:cSldViewPr snapToGrid="0" showGuides="1">
      <p:cViewPr varScale="1">
        <p:scale>
          <a:sx n="80" d="100"/>
          <a:sy n="80" d="100"/>
        </p:scale>
        <p:origin x="90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94213-6582-A45B-B14F-712A643D8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D9CB3-9BFF-2D59-0ABC-DB3A30068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B33A9-0411-B1E0-6CEC-B7A837F8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D23B4-2124-DD47-ADBE-FC1FCB86E9EF}" type="datetimeFigureOut">
              <a:t>10/13/2026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BB949-7911-4CAD-EF51-7E57AA9F4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18345-C671-6EC4-E15F-48E0FF8F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136E-3153-3B43-AD78-9B5A94B29883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087534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98705-1819-FEAE-96E5-CF4813E85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2CF7D-C766-8ECF-D81C-E212CEE39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F591C-F26A-58FB-A3BD-5233C745A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D23B4-2124-DD47-ADBE-FC1FCB86E9EF}" type="datetimeFigureOut">
              <a:t>10/13/2026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3D2FB-6290-6BFF-4D42-9B5C92035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90AAD-C71A-B78E-2F3B-1CCB6E99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136E-3153-3B43-AD78-9B5A94B29883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145084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E3388-496A-C773-0C53-917FD00FD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866CE-9C79-41A6-5785-3149B5140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D34EF-4533-A8A0-CCFC-C6D300E8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D23B4-2124-DD47-ADBE-FC1FCB86E9EF}" type="datetimeFigureOut">
              <a:t>10/13/2026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6C47B-1873-A6F4-B4CA-14B90291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9B411-254C-939F-6061-EEACC4AE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136E-3153-3B43-AD78-9B5A94B29883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031447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7F792-A493-CCBE-BD89-D68078300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24FAD-1708-0E6A-F5A0-E89DDE71A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AC881-CAFE-D968-3840-E39AC6906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1E10B-5079-68CE-2A6B-AE4981ABB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D23B4-2124-DD47-ADBE-FC1FCB86E9EF}" type="datetimeFigureOut">
              <a:t>10/13/2026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15540-7D36-3F95-D80F-0126E94E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BC5DD-6204-787B-884A-86873235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136E-3153-3B43-AD78-9B5A94B29883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328973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0C6AC-0B64-6918-6C73-2AABF2CDF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50D23-A6A1-B939-46F1-925C1B422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7554D-85F3-49C5-4B7C-59B472672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661E20-48FF-B740-E2B7-3C35BDAA3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3AC4C2-2BC5-2D5A-3253-12727AD73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FCB06E-9570-148F-6025-7A7816A4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D23B4-2124-DD47-ADBE-FC1FCB86E9EF}" type="datetimeFigureOut">
              <a:t>10/13/2026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331F47-8B81-6D3C-2199-0AD388497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60035-816A-E8C5-3297-435671C2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136E-3153-3B43-AD78-9B5A94B29883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69994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2E976-A8D7-FA0C-D2EE-956132F3B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E645B-6EAF-1269-2BFC-A3B6DF85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D23B4-2124-DD47-ADBE-FC1FCB86E9EF}" type="datetimeFigureOut">
              <a:t>10/13/2026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C794B-44E7-603D-E4B4-3B897DA7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1623A-9F5B-32FB-D4D6-6593E8B49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136E-3153-3B43-AD78-9B5A94B29883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621157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9C0D6-C44A-F86A-2892-80198AD3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D23B4-2124-DD47-ADBE-FC1FCB86E9EF}" type="datetimeFigureOut">
              <a:t>10/13/2026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BF8F04-4308-5F73-AEEF-F3871FBD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E7E27-3025-381D-55F6-FCD7D9A1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136E-3153-3B43-AD78-9B5A94B29883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74369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A643C-1682-2AB0-7257-535F002E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A912C-57AE-65C0-28AC-E656B9080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1382A-4712-54CC-F9EB-5C45B59DF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F300B-553A-2177-BA1A-A434E4270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D23B4-2124-DD47-ADBE-FC1FCB86E9EF}" type="datetimeFigureOut">
              <a:t>10/13/2026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47E7C-3ED0-1E76-B53D-991F58F2E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1BB81-34FA-F992-83EC-5BBB09F1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136E-3153-3B43-AD78-9B5A94B29883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939257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1EA8-1DA8-DC5C-B052-AA7811AD9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83782E-E79D-B080-E0FC-674A23E68B0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25A32-A199-CA69-63B5-7A6AC67DF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09B3C-FFB8-A9F3-BDBB-FD46FE31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D23B4-2124-DD47-ADBE-FC1FCB86E9EF}" type="datetimeFigureOut">
              <a:t>10/13/2026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0917B-B72B-34E8-FB8F-71C19EAE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83186-CC09-72CD-526B-4BBBB6E3E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136E-3153-3B43-AD78-9B5A94B29883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213414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89643-A73F-F206-A802-7BECB665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5B02D-5718-0CBA-B6C0-7C7621734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96786-C3CE-30E5-BA3C-313E9DCE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D23B4-2124-DD47-ADBE-FC1FCB86E9EF}" type="datetimeFigureOut">
              <a:t>10/13/2026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53AAB-5539-E685-5687-1802E6C76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95A77-16ED-05DA-171F-9FA65B568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136E-3153-3B43-AD78-9B5A94B29883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34727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5E044B-91AF-3D06-3697-E17D27134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D856C-4595-BC36-3831-3372B23EC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3CF99-4CB0-958C-7E4F-E9F93F11D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D23B4-2124-DD47-ADBE-FC1FCB86E9EF}" type="datetimeFigureOut">
              <a:t>10/13/2026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77C1C-1B74-1527-28EB-85E813F0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CAC01-E78D-62BD-CC6C-051CEEA8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136E-3153-3B43-AD78-9B5A94B29883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42612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9BE8E-62E6-6587-6832-A260F8663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FBA2A-3576-8916-67D7-88CA982F3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5CE5B-4156-F813-0960-5AC37DFB9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0D23B4-2124-DD47-ADBE-FC1FCB86E9EF}" type="datetimeFigureOut">
              <a:t>10/13/2026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1502B-6ADB-CED4-348F-FFA1CCFB7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08FD4-5CA5-FAED-AA79-B497C4ECF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1136E-3153-3B43-AD78-9B5A94B29883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4903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98694-56BD-7D98-F398-9D088FB2A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A06A24-8201-5B8A-AB8E-D9307F85B526}"/>
              </a:ext>
            </a:extLst>
          </p:cNvPr>
          <p:cNvSpPr txBox="1"/>
          <p:nvPr/>
        </p:nvSpPr>
        <p:spPr>
          <a:xfrm>
            <a:off x="2396532" y="219182"/>
            <a:ext cx="42727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3800">
                <a:solidFill>
                  <a:schemeClr val="bg1"/>
                </a:solidFill>
                <a:latin typeface="iCiel Stabile Regular" panose="02000503000000000000" pitchFamily="2" charset="77"/>
              </a:rPr>
              <a:t>CẢM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353A82-90F1-96E5-1E88-577EC9D9C853}"/>
              </a:ext>
            </a:extLst>
          </p:cNvPr>
          <p:cNvSpPr txBox="1"/>
          <p:nvPr/>
        </p:nvSpPr>
        <p:spPr>
          <a:xfrm>
            <a:off x="7659097" y="1173288"/>
            <a:ext cx="4272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400">
                <a:noFill/>
                <a:latin typeface="iCiel Stabile Regular" panose="02000503000000000000" pitchFamily="2" charset="77"/>
              </a:rPr>
              <a:t>ơn</a:t>
            </a:r>
          </a:p>
        </p:txBody>
      </p:sp>
      <p:pic>
        <p:nvPicPr>
          <p:cNvPr id="3" name="Kết thúc">
            <a:hlinkClick r:id="" action="ppaction://media"/>
            <a:extLst>
              <a:ext uri="{FF2B5EF4-FFF2-40B4-BE49-F238E27FC236}">
                <a16:creationId xmlns:a16="http://schemas.microsoft.com/office/drawing/2014/main" id="{FA9A5B6A-BB9F-225B-C428-F69903AF76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892175" y="294163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020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DC5A0-FFBB-24CE-54CA-AB16E8DD5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97EF81-01D9-BF89-268E-B5B47A58D0FB}"/>
              </a:ext>
            </a:extLst>
          </p:cNvPr>
          <p:cNvSpPr txBox="1"/>
          <p:nvPr/>
        </p:nvSpPr>
        <p:spPr>
          <a:xfrm>
            <a:off x="2396532" y="219182"/>
            <a:ext cx="42727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3800">
                <a:solidFill>
                  <a:schemeClr val="bg1"/>
                </a:solidFill>
                <a:latin typeface="iCiel Stabile Regular" panose="02000503000000000000" pitchFamily="2" charset="77"/>
              </a:rPr>
              <a:t>CẢM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848332-5969-99F7-3A4A-6075E5248D9D}"/>
              </a:ext>
            </a:extLst>
          </p:cNvPr>
          <p:cNvSpPr txBox="1"/>
          <p:nvPr/>
        </p:nvSpPr>
        <p:spPr>
          <a:xfrm>
            <a:off x="5090647" y="219182"/>
            <a:ext cx="42727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3800">
                <a:solidFill>
                  <a:schemeClr val="bg1"/>
                </a:solidFill>
                <a:latin typeface="iCiel Stabile Regular" panose="02000503000000000000" pitchFamily="2" charset="77"/>
              </a:rPr>
              <a:t>ơn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60338D-3416-9094-D84E-FB65AC143F4A}"/>
              </a:ext>
            </a:extLst>
          </p:cNvPr>
          <p:cNvSpPr txBox="1"/>
          <p:nvPr/>
        </p:nvSpPr>
        <p:spPr>
          <a:xfrm>
            <a:off x="-1091860" y="3275111"/>
            <a:ext cx="3820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400">
                <a:noFill/>
                <a:latin typeface="iCiel Stabile Regular" panose="02000503000000000000" pitchFamily="2" charset="77"/>
              </a:rPr>
              <a:t>thầy</a:t>
            </a:r>
          </a:p>
        </p:txBody>
      </p:sp>
    </p:spTree>
    <p:extLst>
      <p:ext uri="{BB962C8B-B14F-4D97-AF65-F5344CB8AC3E}">
        <p14:creationId xmlns:p14="http://schemas.microsoft.com/office/powerpoint/2010/main" val="31281020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6FE96-963E-0F10-E0DE-E785A819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7CA30F-1DC9-B3C4-672F-FBDC218FB947}"/>
              </a:ext>
            </a:extLst>
          </p:cNvPr>
          <p:cNvSpPr txBox="1"/>
          <p:nvPr/>
        </p:nvSpPr>
        <p:spPr>
          <a:xfrm>
            <a:off x="2396532" y="219182"/>
            <a:ext cx="42727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3800">
                <a:solidFill>
                  <a:schemeClr val="bg1"/>
                </a:solidFill>
                <a:latin typeface="iCiel Stabile Regular" panose="02000503000000000000" pitchFamily="2" charset="77"/>
              </a:rPr>
              <a:t>CẢM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07FFE-9EA1-F69B-81FA-B3E55DE4EB97}"/>
              </a:ext>
            </a:extLst>
          </p:cNvPr>
          <p:cNvSpPr txBox="1"/>
          <p:nvPr/>
        </p:nvSpPr>
        <p:spPr>
          <a:xfrm>
            <a:off x="5090647" y="219182"/>
            <a:ext cx="42727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3800">
                <a:solidFill>
                  <a:schemeClr val="bg1"/>
                </a:solidFill>
                <a:latin typeface="iCiel Stabile Regular" panose="02000503000000000000" pitchFamily="2" charset="77"/>
              </a:rPr>
              <a:t>ơn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F1087-F058-8ADA-BA44-A08AD356FF12}"/>
              </a:ext>
            </a:extLst>
          </p:cNvPr>
          <p:cNvSpPr txBox="1"/>
          <p:nvPr/>
        </p:nvSpPr>
        <p:spPr>
          <a:xfrm>
            <a:off x="-207605" y="2435173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thầy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C5E16-2838-6282-67B1-F4BE00F0B904}"/>
              </a:ext>
            </a:extLst>
          </p:cNvPr>
          <p:cNvSpPr txBox="1"/>
          <p:nvPr/>
        </p:nvSpPr>
        <p:spPr>
          <a:xfrm>
            <a:off x="2441521" y="3167390"/>
            <a:ext cx="3820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800">
                <a:noFill/>
                <a:latin typeface="iCiel Stabile Regular" panose="02000503000000000000" pitchFamily="2" charset="77"/>
              </a:rPr>
              <a:t>cô</a:t>
            </a:r>
          </a:p>
        </p:txBody>
      </p:sp>
    </p:spTree>
    <p:extLst>
      <p:ext uri="{BB962C8B-B14F-4D97-AF65-F5344CB8AC3E}">
        <p14:creationId xmlns:p14="http://schemas.microsoft.com/office/powerpoint/2010/main" val="767241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2585B-7138-F45B-4ACD-016B94939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797E7A-0D3B-DEB1-AAFE-6D5DA543876E}"/>
              </a:ext>
            </a:extLst>
          </p:cNvPr>
          <p:cNvSpPr txBox="1"/>
          <p:nvPr/>
        </p:nvSpPr>
        <p:spPr>
          <a:xfrm>
            <a:off x="2396532" y="219182"/>
            <a:ext cx="42727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3800">
                <a:solidFill>
                  <a:schemeClr val="bg1"/>
                </a:solidFill>
                <a:latin typeface="iCiel Stabile Regular" panose="02000503000000000000" pitchFamily="2" charset="77"/>
              </a:rPr>
              <a:t>CẢM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534DFE-099C-05C3-E4F1-67161947DA3D}"/>
              </a:ext>
            </a:extLst>
          </p:cNvPr>
          <p:cNvSpPr txBox="1"/>
          <p:nvPr/>
        </p:nvSpPr>
        <p:spPr>
          <a:xfrm>
            <a:off x="5090647" y="219182"/>
            <a:ext cx="42727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3800">
                <a:solidFill>
                  <a:schemeClr val="bg1"/>
                </a:solidFill>
                <a:latin typeface="iCiel Stabile Regular" panose="02000503000000000000" pitchFamily="2" charset="77"/>
              </a:rPr>
              <a:t>ơn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1777F-A00F-F5E6-D9FB-A401E8319B41}"/>
              </a:ext>
            </a:extLst>
          </p:cNvPr>
          <p:cNvSpPr txBox="1"/>
          <p:nvPr/>
        </p:nvSpPr>
        <p:spPr>
          <a:xfrm>
            <a:off x="-207605" y="2435173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thầy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CBC74-06E3-471F-71FA-E59DD40B3504}"/>
              </a:ext>
            </a:extLst>
          </p:cNvPr>
          <p:cNvSpPr txBox="1"/>
          <p:nvPr/>
        </p:nvSpPr>
        <p:spPr>
          <a:xfrm>
            <a:off x="2190891" y="2435173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cô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0F8CE-D8DB-017B-63DE-C8FF7D0DBCAE}"/>
              </a:ext>
            </a:extLst>
          </p:cNvPr>
          <p:cNvSpPr txBox="1"/>
          <p:nvPr/>
        </p:nvSpPr>
        <p:spPr>
          <a:xfrm>
            <a:off x="4185717" y="3228945"/>
            <a:ext cx="3820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000">
                <a:noFill/>
                <a:latin typeface="iCiel Stabile Regular" panose="02000503000000000000" pitchFamily="2" charset="77"/>
              </a:rPr>
              <a:t>và</a:t>
            </a:r>
          </a:p>
        </p:txBody>
      </p:sp>
    </p:spTree>
    <p:extLst>
      <p:ext uri="{BB962C8B-B14F-4D97-AF65-F5344CB8AC3E}">
        <p14:creationId xmlns:p14="http://schemas.microsoft.com/office/powerpoint/2010/main" val="28445942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B1DCD-24B8-2461-2E3D-389E53A07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C89D9C-D113-03F9-1E16-4AF46E24F8FE}"/>
              </a:ext>
            </a:extLst>
          </p:cNvPr>
          <p:cNvSpPr txBox="1"/>
          <p:nvPr/>
        </p:nvSpPr>
        <p:spPr>
          <a:xfrm>
            <a:off x="2396532" y="219182"/>
            <a:ext cx="42727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3800">
                <a:solidFill>
                  <a:schemeClr val="bg1"/>
                </a:solidFill>
                <a:latin typeface="iCiel Stabile Regular" panose="02000503000000000000" pitchFamily="2" charset="77"/>
              </a:rPr>
              <a:t>CẢM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A0A86F-639E-EC9E-E30C-1D3B95F4479F}"/>
              </a:ext>
            </a:extLst>
          </p:cNvPr>
          <p:cNvSpPr txBox="1"/>
          <p:nvPr/>
        </p:nvSpPr>
        <p:spPr>
          <a:xfrm>
            <a:off x="5090647" y="219182"/>
            <a:ext cx="42727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3800">
                <a:solidFill>
                  <a:schemeClr val="bg1"/>
                </a:solidFill>
                <a:latin typeface="iCiel Stabile Regular" panose="02000503000000000000" pitchFamily="2" charset="77"/>
              </a:rPr>
              <a:t>ơn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DEAEA-12C0-CC34-86FF-52158DB2BB47}"/>
              </a:ext>
            </a:extLst>
          </p:cNvPr>
          <p:cNvSpPr txBox="1"/>
          <p:nvPr/>
        </p:nvSpPr>
        <p:spPr>
          <a:xfrm>
            <a:off x="-207605" y="2435173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thầy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EE993-4051-5139-E53F-FB4F7B532A3D}"/>
              </a:ext>
            </a:extLst>
          </p:cNvPr>
          <p:cNvSpPr txBox="1"/>
          <p:nvPr/>
        </p:nvSpPr>
        <p:spPr>
          <a:xfrm>
            <a:off x="2190891" y="2435173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cô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F5815-6DF7-6F58-C644-D7AEEBD24C34}"/>
              </a:ext>
            </a:extLst>
          </p:cNvPr>
          <p:cNvSpPr txBox="1"/>
          <p:nvPr/>
        </p:nvSpPr>
        <p:spPr>
          <a:xfrm>
            <a:off x="4101174" y="2435173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và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B104C2-8DCD-4E06-CE74-DCF6DDEA7D7C}"/>
              </a:ext>
            </a:extLst>
          </p:cNvPr>
          <p:cNvSpPr txBox="1"/>
          <p:nvPr/>
        </p:nvSpPr>
        <p:spPr>
          <a:xfrm>
            <a:off x="6096000" y="3228945"/>
            <a:ext cx="3820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000">
                <a:noFill/>
                <a:latin typeface="iCiel Stabile Regular" panose="02000503000000000000" pitchFamily="2" charset="77"/>
              </a:rPr>
              <a:t>các</a:t>
            </a:r>
          </a:p>
        </p:txBody>
      </p:sp>
    </p:spTree>
    <p:extLst>
      <p:ext uri="{BB962C8B-B14F-4D97-AF65-F5344CB8AC3E}">
        <p14:creationId xmlns:p14="http://schemas.microsoft.com/office/powerpoint/2010/main" val="3232131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60BCA-72D8-D90E-7603-CA89314D1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109F6F-AF11-16CA-BD32-5140AE43AF15}"/>
              </a:ext>
            </a:extLst>
          </p:cNvPr>
          <p:cNvSpPr txBox="1"/>
          <p:nvPr/>
        </p:nvSpPr>
        <p:spPr>
          <a:xfrm>
            <a:off x="2396532" y="219182"/>
            <a:ext cx="42727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3800">
                <a:solidFill>
                  <a:schemeClr val="bg1"/>
                </a:solidFill>
                <a:latin typeface="iCiel Stabile Regular" panose="02000503000000000000" pitchFamily="2" charset="77"/>
              </a:rPr>
              <a:t>CẢM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E1F41A-4D93-0491-6252-F79CD59F92CE}"/>
              </a:ext>
            </a:extLst>
          </p:cNvPr>
          <p:cNvSpPr txBox="1"/>
          <p:nvPr/>
        </p:nvSpPr>
        <p:spPr>
          <a:xfrm>
            <a:off x="5090647" y="219182"/>
            <a:ext cx="42727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3800">
                <a:solidFill>
                  <a:schemeClr val="bg1"/>
                </a:solidFill>
                <a:latin typeface="iCiel Stabile Regular" panose="02000503000000000000" pitchFamily="2" charset="77"/>
              </a:rPr>
              <a:t>ơn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FCF02D-895F-25DA-9F9D-19A5CD120B0D}"/>
              </a:ext>
            </a:extLst>
          </p:cNvPr>
          <p:cNvSpPr txBox="1"/>
          <p:nvPr/>
        </p:nvSpPr>
        <p:spPr>
          <a:xfrm>
            <a:off x="-207605" y="2435173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thầy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5BBD8-812E-0144-FF72-1020F1A66464}"/>
              </a:ext>
            </a:extLst>
          </p:cNvPr>
          <p:cNvSpPr txBox="1"/>
          <p:nvPr/>
        </p:nvSpPr>
        <p:spPr>
          <a:xfrm>
            <a:off x="2190891" y="2435173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cô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1012B-9DD7-FB13-33A6-42D79A3FD150}"/>
              </a:ext>
            </a:extLst>
          </p:cNvPr>
          <p:cNvSpPr txBox="1"/>
          <p:nvPr/>
        </p:nvSpPr>
        <p:spPr>
          <a:xfrm>
            <a:off x="4101174" y="2435173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và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669BB-21D0-3DC9-6620-EE767A5EF140}"/>
              </a:ext>
            </a:extLst>
          </p:cNvPr>
          <p:cNvSpPr txBox="1"/>
          <p:nvPr/>
        </p:nvSpPr>
        <p:spPr>
          <a:xfrm>
            <a:off x="6307076" y="2336364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các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18527-FD12-FABE-0122-440B15DF1A90}"/>
              </a:ext>
            </a:extLst>
          </p:cNvPr>
          <p:cNvSpPr txBox="1"/>
          <p:nvPr/>
        </p:nvSpPr>
        <p:spPr>
          <a:xfrm>
            <a:off x="8844224" y="3198167"/>
            <a:ext cx="3820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400">
                <a:noFill/>
                <a:latin typeface="iCiel Stabile Regular" panose="02000503000000000000" pitchFamily="2" charset="77"/>
              </a:rPr>
              <a:t>bạn</a:t>
            </a:r>
          </a:p>
        </p:txBody>
      </p:sp>
    </p:spTree>
    <p:extLst>
      <p:ext uri="{BB962C8B-B14F-4D97-AF65-F5344CB8AC3E}">
        <p14:creationId xmlns:p14="http://schemas.microsoft.com/office/powerpoint/2010/main" val="4078467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3EA0B-07CD-0C99-E03C-1055743EB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588D62-FE2F-2121-6588-640175270800}"/>
              </a:ext>
            </a:extLst>
          </p:cNvPr>
          <p:cNvSpPr txBox="1"/>
          <p:nvPr/>
        </p:nvSpPr>
        <p:spPr>
          <a:xfrm>
            <a:off x="2396532" y="219182"/>
            <a:ext cx="42727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3800">
                <a:solidFill>
                  <a:schemeClr val="bg1"/>
                </a:solidFill>
                <a:latin typeface="iCiel Stabile Regular" panose="02000503000000000000" pitchFamily="2" charset="77"/>
              </a:rPr>
              <a:t>CẢM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B02C43-7240-25F7-F65E-2EB1E32ACE30}"/>
              </a:ext>
            </a:extLst>
          </p:cNvPr>
          <p:cNvSpPr txBox="1"/>
          <p:nvPr/>
        </p:nvSpPr>
        <p:spPr>
          <a:xfrm>
            <a:off x="5090647" y="219182"/>
            <a:ext cx="42727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3800">
                <a:solidFill>
                  <a:schemeClr val="bg1"/>
                </a:solidFill>
                <a:latin typeface="iCiel Stabile Regular" panose="02000503000000000000" pitchFamily="2" charset="77"/>
              </a:rPr>
              <a:t>ơn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2948D-81D4-822C-74CA-8DDE69490FFE}"/>
              </a:ext>
            </a:extLst>
          </p:cNvPr>
          <p:cNvSpPr txBox="1"/>
          <p:nvPr/>
        </p:nvSpPr>
        <p:spPr>
          <a:xfrm>
            <a:off x="-207605" y="2435173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thầy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7BFD8-5EB1-A027-25E4-322C1C9DEBFD}"/>
              </a:ext>
            </a:extLst>
          </p:cNvPr>
          <p:cNvSpPr txBox="1"/>
          <p:nvPr/>
        </p:nvSpPr>
        <p:spPr>
          <a:xfrm>
            <a:off x="2190891" y="2435173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cô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4AE71-3C5E-F815-E78F-5778923C71AB}"/>
              </a:ext>
            </a:extLst>
          </p:cNvPr>
          <p:cNvSpPr txBox="1"/>
          <p:nvPr/>
        </p:nvSpPr>
        <p:spPr>
          <a:xfrm>
            <a:off x="4101174" y="2435173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và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51B96-2866-AEA5-D872-F5C518E7E02A}"/>
              </a:ext>
            </a:extLst>
          </p:cNvPr>
          <p:cNvSpPr txBox="1"/>
          <p:nvPr/>
        </p:nvSpPr>
        <p:spPr>
          <a:xfrm>
            <a:off x="6307076" y="2336364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các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D4E7CB-832A-CF78-40A9-CD37035D0D1B}"/>
              </a:ext>
            </a:extLst>
          </p:cNvPr>
          <p:cNvSpPr txBox="1"/>
          <p:nvPr/>
        </p:nvSpPr>
        <p:spPr>
          <a:xfrm>
            <a:off x="8844224" y="2385769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bạn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82AB21-C5C9-6F86-2B76-A29366F8C031}"/>
              </a:ext>
            </a:extLst>
          </p:cNvPr>
          <p:cNvSpPr txBox="1"/>
          <p:nvPr/>
        </p:nvSpPr>
        <p:spPr>
          <a:xfrm>
            <a:off x="2181939" y="-2187069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lắng</a:t>
            </a:r>
          </a:p>
        </p:txBody>
      </p:sp>
    </p:spTree>
    <p:extLst>
      <p:ext uri="{BB962C8B-B14F-4D97-AF65-F5344CB8AC3E}">
        <p14:creationId xmlns:p14="http://schemas.microsoft.com/office/powerpoint/2010/main" val="25688644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BE120-282B-3A1D-1D8F-1FCBEE5F4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E734F5-0A56-3E58-39AB-92B1D9A04B3C}"/>
              </a:ext>
            </a:extLst>
          </p:cNvPr>
          <p:cNvSpPr txBox="1"/>
          <p:nvPr/>
        </p:nvSpPr>
        <p:spPr>
          <a:xfrm>
            <a:off x="2117880" y="2946161"/>
            <a:ext cx="1534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5400">
                <a:solidFill>
                  <a:schemeClr val="bg1"/>
                </a:solidFill>
                <a:latin typeface="iCiel Stabile Regular" panose="02000503000000000000" pitchFamily="2" charset="77"/>
              </a:rPr>
              <a:t>CẢM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0622A1-42DA-5C11-3C1C-A9029654F489}"/>
              </a:ext>
            </a:extLst>
          </p:cNvPr>
          <p:cNvSpPr txBox="1"/>
          <p:nvPr/>
        </p:nvSpPr>
        <p:spPr>
          <a:xfrm>
            <a:off x="3196011" y="2899994"/>
            <a:ext cx="1534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5400">
                <a:solidFill>
                  <a:schemeClr val="bg1"/>
                </a:solidFill>
                <a:latin typeface="iCiel Stabile Regular" panose="02000503000000000000" pitchFamily="2" charset="77"/>
              </a:rPr>
              <a:t>ơn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989C5-9E1B-B273-9628-A3701E5B52B1}"/>
              </a:ext>
            </a:extLst>
          </p:cNvPr>
          <p:cNvSpPr txBox="1"/>
          <p:nvPr/>
        </p:nvSpPr>
        <p:spPr>
          <a:xfrm>
            <a:off x="4388270" y="2946161"/>
            <a:ext cx="1371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4800">
                <a:solidFill>
                  <a:schemeClr val="bg1"/>
                </a:solidFill>
                <a:latin typeface="iCiel Stabile Regular" panose="02000503000000000000" pitchFamily="2" charset="77"/>
              </a:rPr>
              <a:t>thầy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C045A-5C59-07D4-A870-8563886D4D5A}"/>
              </a:ext>
            </a:extLst>
          </p:cNvPr>
          <p:cNvSpPr txBox="1"/>
          <p:nvPr/>
        </p:nvSpPr>
        <p:spPr>
          <a:xfrm>
            <a:off x="5553516" y="2914785"/>
            <a:ext cx="1371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4800">
                <a:solidFill>
                  <a:schemeClr val="bg1"/>
                </a:solidFill>
                <a:latin typeface="iCiel Stabile Regular" panose="02000503000000000000" pitchFamily="2" charset="77"/>
              </a:rPr>
              <a:t>cô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03612-B84D-AB60-C06B-9CADF573FD7D}"/>
              </a:ext>
            </a:extLst>
          </p:cNvPr>
          <p:cNvSpPr txBox="1"/>
          <p:nvPr/>
        </p:nvSpPr>
        <p:spPr>
          <a:xfrm>
            <a:off x="6496291" y="2946161"/>
            <a:ext cx="1371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4800">
                <a:solidFill>
                  <a:schemeClr val="bg1"/>
                </a:solidFill>
                <a:latin typeface="iCiel Stabile Regular" panose="02000503000000000000" pitchFamily="2" charset="77"/>
              </a:rPr>
              <a:t>và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C60EB-168D-CEE4-AFAC-8DB079337CD9}"/>
              </a:ext>
            </a:extLst>
          </p:cNvPr>
          <p:cNvSpPr txBox="1"/>
          <p:nvPr/>
        </p:nvSpPr>
        <p:spPr>
          <a:xfrm>
            <a:off x="7521057" y="2896756"/>
            <a:ext cx="1371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4800">
                <a:solidFill>
                  <a:schemeClr val="bg1"/>
                </a:solidFill>
                <a:latin typeface="iCiel Stabile Regular" panose="02000503000000000000" pitchFamily="2" charset="77"/>
              </a:rPr>
              <a:t>các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1DF9EF-1AE6-672D-CD4B-92C23F5FB9FD}"/>
              </a:ext>
            </a:extLst>
          </p:cNvPr>
          <p:cNvSpPr txBox="1"/>
          <p:nvPr/>
        </p:nvSpPr>
        <p:spPr>
          <a:xfrm>
            <a:off x="8733629" y="2896756"/>
            <a:ext cx="1371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4800">
                <a:solidFill>
                  <a:schemeClr val="bg1"/>
                </a:solidFill>
                <a:latin typeface="iCiel Stabile Regular" panose="02000503000000000000" pitchFamily="2" charset="77"/>
              </a:rPr>
              <a:t>bạn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495764-C022-F422-B581-819221052B5B}"/>
              </a:ext>
            </a:extLst>
          </p:cNvPr>
          <p:cNvSpPr txBox="1"/>
          <p:nvPr/>
        </p:nvSpPr>
        <p:spPr>
          <a:xfrm>
            <a:off x="2181939" y="-2187069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lắng</a:t>
            </a:r>
          </a:p>
        </p:txBody>
      </p:sp>
    </p:spTree>
    <p:extLst>
      <p:ext uri="{BB962C8B-B14F-4D97-AF65-F5344CB8AC3E}">
        <p14:creationId xmlns:p14="http://schemas.microsoft.com/office/powerpoint/2010/main" val="2050598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BDCB1-A16B-1777-5B21-77A3C3E97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D3685F0-924E-3F86-4D06-205DF60F4F42}"/>
              </a:ext>
            </a:extLst>
          </p:cNvPr>
          <p:cNvSpPr txBox="1"/>
          <p:nvPr/>
        </p:nvSpPr>
        <p:spPr>
          <a:xfrm>
            <a:off x="2181939" y="556131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lắng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C2EF94-7FD2-74AC-085B-E3163E79E0F3}"/>
              </a:ext>
            </a:extLst>
          </p:cNvPr>
          <p:cNvSpPr txBox="1"/>
          <p:nvPr/>
        </p:nvSpPr>
        <p:spPr>
          <a:xfrm>
            <a:off x="5911552" y="-1905715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nghe</a:t>
            </a:r>
          </a:p>
        </p:txBody>
      </p:sp>
    </p:spTree>
    <p:extLst>
      <p:ext uri="{BB962C8B-B14F-4D97-AF65-F5344CB8AC3E}">
        <p14:creationId xmlns:p14="http://schemas.microsoft.com/office/powerpoint/2010/main" val="4161056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0DB02-D76E-0CB1-4B28-E488C8B82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917C903-96A3-AA93-3E7C-B22F9B286211}"/>
              </a:ext>
            </a:extLst>
          </p:cNvPr>
          <p:cNvSpPr txBox="1"/>
          <p:nvPr/>
        </p:nvSpPr>
        <p:spPr>
          <a:xfrm>
            <a:off x="2181939" y="556131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lắng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D25B71-F40F-8136-007B-778136365956}"/>
              </a:ext>
            </a:extLst>
          </p:cNvPr>
          <p:cNvSpPr txBox="1"/>
          <p:nvPr/>
        </p:nvSpPr>
        <p:spPr>
          <a:xfrm>
            <a:off x="5911552" y="556131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nghe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01185-0B91-0C7B-B4E6-B508D46C7035}"/>
              </a:ext>
            </a:extLst>
          </p:cNvPr>
          <p:cNvSpPr txBox="1"/>
          <p:nvPr/>
        </p:nvSpPr>
        <p:spPr>
          <a:xfrm>
            <a:off x="-2268753" y="3305889"/>
            <a:ext cx="167295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noFill/>
                <a:latin typeface="iCiel Stabile Regular" panose="02000503000000000000" pitchFamily="2" charset="77"/>
              </a:rPr>
              <a:t>B</a:t>
            </a:r>
            <a:r>
              <a:rPr lang="en-VN" sz="1000">
                <a:noFill/>
                <a:latin typeface="iCiel Stabile Regular" panose="02000503000000000000" pitchFamily="2" charset="77"/>
              </a:rPr>
              <a:t>ài thuyết trình nhóm em</a:t>
            </a:r>
          </a:p>
        </p:txBody>
      </p:sp>
    </p:spTree>
    <p:extLst>
      <p:ext uri="{BB962C8B-B14F-4D97-AF65-F5344CB8AC3E}">
        <p14:creationId xmlns:p14="http://schemas.microsoft.com/office/powerpoint/2010/main" val="29020543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082DA-9E10-C3D8-C0B1-F30601B0E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2C54FC-D6AA-4FFD-5212-D5DCBD7D9166}"/>
              </a:ext>
            </a:extLst>
          </p:cNvPr>
          <p:cNvSpPr txBox="1"/>
          <p:nvPr/>
        </p:nvSpPr>
        <p:spPr>
          <a:xfrm>
            <a:off x="2181939" y="556131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lắng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4C1826-6993-F3F2-9C1D-E615B593214C}"/>
              </a:ext>
            </a:extLst>
          </p:cNvPr>
          <p:cNvSpPr txBox="1"/>
          <p:nvPr/>
        </p:nvSpPr>
        <p:spPr>
          <a:xfrm>
            <a:off x="5911552" y="556131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nghe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386728-B0D9-70C4-C77B-44C9F05DD16B}"/>
              </a:ext>
            </a:extLst>
          </p:cNvPr>
          <p:cNvSpPr txBox="1"/>
          <p:nvPr/>
        </p:nvSpPr>
        <p:spPr>
          <a:xfrm>
            <a:off x="-2268753" y="3136612"/>
            <a:ext cx="16729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iCiel Stabile Regular" panose="02000503000000000000" pitchFamily="2" charset="77"/>
              </a:rPr>
              <a:t>B</a:t>
            </a:r>
            <a:r>
              <a:rPr lang="en-VN" sz="3200">
                <a:solidFill>
                  <a:schemeClr val="bg1"/>
                </a:solidFill>
                <a:latin typeface="iCiel Stabile Regular" panose="02000503000000000000" pitchFamily="2" charset="77"/>
              </a:rPr>
              <a:t>ài thuyết trình nhóm em</a:t>
            </a:r>
          </a:p>
        </p:txBody>
      </p:sp>
    </p:spTree>
    <p:extLst>
      <p:ext uri="{BB962C8B-B14F-4D97-AF65-F5344CB8AC3E}">
        <p14:creationId xmlns:p14="http://schemas.microsoft.com/office/powerpoint/2010/main" val="40009625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5F382D-34D0-E660-9182-E7B93B420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5D84F11-E9DB-D25A-D667-05D4AD05B9F3}"/>
              </a:ext>
            </a:extLst>
          </p:cNvPr>
          <p:cNvSpPr txBox="1"/>
          <p:nvPr/>
        </p:nvSpPr>
        <p:spPr>
          <a:xfrm>
            <a:off x="2181939" y="556131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lắng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5F68A-EAB9-B238-0F9E-29720FE33F1C}"/>
              </a:ext>
            </a:extLst>
          </p:cNvPr>
          <p:cNvSpPr txBox="1"/>
          <p:nvPr/>
        </p:nvSpPr>
        <p:spPr>
          <a:xfrm>
            <a:off x="5911552" y="556131"/>
            <a:ext cx="38205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1500">
                <a:solidFill>
                  <a:schemeClr val="bg1"/>
                </a:solidFill>
                <a:latin typeface="iCiel Stabile Regular" panose="02000503000000000000" pitchFamily="2" charset="77"/>
              </a:rPr>
              <a:t>nghe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5D4D45-4ADE-1DD7-0502-7AA4C942DF91}"/>
              </a:ext>
            </a:extLst>
          </p:cNvPr>
          <p:cNvSpPr txBox="1"/>
          <p:nvPr/>
        </p:nvSpPr>
        <p:spPr>
          <a:xfrm>
            <a:off x="-2268753" y="2705725"/>
            <a:ext cx="167295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>
                <a:solidFill>
                  <a:schemeClr val="bg1"/>
                </a:solidFill>
                <a:latin typeface="iCiel Stabile Regular" panose="02000503000000000000" pitchFamily="2" charset="77"/>
              </a:rPr>
              <a:t>B</a:t>
            </a:r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ài thuyết trình nhóm em</a:t>
            </a:r>
          </a:p>
        </p:txBody>
      </p:sp>
    </p:spTree>
    <p:extLst>
      <p:ext uri="{BB962C8B-B14F-4D97-AF65-F5344CB8AC3E}">
        <p14:creationId xmlns:p14="http://schemas.microsoft.com/office/powerpoint/2010/main" val="38128639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7017DA-4F84-1A14-0FA1-D81958829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858D21-CAB9-D338-7A35-7F08514452E7}"/>
              </a:ext>
            </a:extLst>
          </p:cNvPr>
          <p:cNvSpPr txBox="1"/>
          <p:nvPr/>
        </p:nvSpPr>
        <p:spPr>
          <a:xfrm>
            <a:off x="0" y="274290"/>
            <a:ext cx="614538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9900">
                <a:solidFill>
                  <a:schemeClr val="bg1"/>
                </a:solidFill>
                <a:latin typeface="iCiel Stabile Regular" panose="02000503000000000000" pitchFamily="2" charset="77"/>
              </a:rPr>
              <a:t>lắng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BD6583-0CC1-584C-ACA5-C0DF9B28E87E}"/>
              </a:ext>
            </a:extLst>
          </p:cNvPr>
          <p:cNvSpPr txBox="1"/>
          <p:nvPr/>
        </p:nvSpPr>
        <p:spPr>
          <a:xfrm>
            <a:off x="4930477" y="2522314"/>
            <a:ext cx="3820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4000">
                <a:solidFill>
                  <a:schemeClr val="bg1"/>
                </a:solidFill>
                <a:latin typeface="iCiel Stabile Regular" panose="02000503000000000000" pitchFamily="2" charset="77"/>
              </a:rPr>
              <a:t>nghe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CF979E-E50E-A600-48B8-DC345BE3AE01}"/>
              </a:ext>
            </a:extLst>
          </p:cNvPr>
          <p:cNvSpPr txBox="1"/>
          <p:nvPr/>
        </p:nvSpPr>
        <p:spPr>
          <a:xfrm>
            <a:off x="-2268753" y="3228945"/>
            <a:ext cx="16729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iCiel Stabile Regular" panose="02000503000000000000" pitchFamily="2" charset="77"/>
              </a:rPr>
              <a:t>B</a:t>
            </a:r>
            <a:r>
              <a:rPr lang="en-VN" sz="2000">
                <a:solidFill>
                  <a:schemeClr val="bg1"/>
                </a:solidFill>
                <a:latin typeface="iCiel Stabile Regular" panose="02000503000000000000" pitchFamily="2" charset="77"/>
              </a:rPr>
              <a:t>ài thuyết trình nhóm em</a:t>
            </a:r>
          </a:p>
        </p:txBody>
      </p:sp>
    </p:spTree>
    <p:extLst>
      <p:ext uri="{BB962C8B-B14F-4D97-AF65-F5344CB8AC3E}">
        <p14:creationId xmlns:p14="http://schemas.microsoft.com/office/powerpoint/2010/main" val="830575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A2AB0-AEAB-1A88-6419-3404D2274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04EF8B-5C1D-6DC8-7035-E94B525FB239}"/>
              </a:ext>
            </a:extLst>
          </p:cNvPr>
          <p:cNvSpPr txBox="1"/>
          <p:nvPr/>
        </p:nvSpPr>
        <p:spPr>
          <a:xfrm>
            <a:off x="4629150" y="2676202"/>
            <a:ext cx="1466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000">
                <a:solidFill>
                  <a:schemeClr val="bg1"/>
                </a:solidFill>
                <a:latin typeface="iCiel Stabile Regular" panose="02000503000000000000" pitchFamily="2" charset="77"/>
              </a:rPr>
              <a:t>lắng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BB851-D90A-930A-A820-29C0A6A384F0}"/>
              </a:ext>
            </a:extLst>
          </p:cNvPr>
          <p:cNvSpPr txBox="1"/>
          <p:nvPr/>
        </p:nvSpPr>
        <p:spPr>
          <a:xfrm>
            <a:off x="5282902" y="274290"/>
            <a:ext cx="6909098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9900">
                <a:solidFill>
                  <a:schemeClr val="bg1"/>
                </a:solidFill>
                <a:latin typeface="iCiel Stabile Regular" panose="02000503000000000000" pitchFamily="2" charset="77"/>
              </a:rPr>
              <a:t>nghe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473556-FE5B-A51C-C18D-8E537C36C7F4}"/>
              </a:ext>
            </a:extLst>
          </p:cNvPr>
          <p:cNvSpPr txBox="1"/>
          <p:nvPr/>
        </p:nvSpPr>
        <p:spPr>
          <a:xfrm>
            <a:off x="-3735603" y="3228945"/>
            <a:ext cx="16729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iCiel Stabile Regular" panose="02000503000000000000" pitchFamily="2" charset="77"/>
              </a:rPr>
              <a:t>B</a:t>
            </a:r>
            <a:r>
              <a:rPr lang="en-VN" sz="2000">
                <a:solidFill>
                  <a:schemeClr val="bg1"/>
                </a:solidFill>
                <a:latin typeface="iCiel Stabile Regular" panose="02000503000000000000" pitchFamily="2" charset="77"/>
              </a:rPr>
              <a:t>ài thuyết trình nhóm em</a:t>
            </a:r>
          </a:p>
        </p:txBody>
      </p:sp>
    </p:spTree>
    <p:extLst>
      <p:ext uri="{BB962C8B-B14F-4D97-AF65-F5344CB8AC3E}">
        <p14:creationId xmlns:p14="http://schemas.microsoft.com/office/powerpoint/2010/main" val="4165537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31C92-6100-31B0-4EAC-936C23B94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D465384-433F-43DB-5F31-CD1651BB46EA}"/>
              </a:ext>
            </a:extLst>
          </p:cNvPr>
          <p:cNvSpPr txBox="1"/>
          <p:nvPr/>
        </p:nvSpPr>
        <p:spPr>
          <a:xfrm>
            <a:off x="-2609850" y="2676202"/>
            <a:ext cx="1466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000">
                <a:solidFill>
                  <a:schemeClr val="bg1"/>
                </a:solidFill>
                <a:latin typeface="iCiel Stabile Regular" panose="02000503000000000000" pitchFamily="2" charset="77"/>
              </a:rPr>
              <a:t>lắng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F3483E-C999-B432-54AE-2CAE1D40AAC0}"/>
              </a:ext>
            </a:extLst>
          </p:cNvPr>
          <p:cNvSpPr txBox="1"/>
          <p:nvPr/>
        </p:nvSpPr>
        <p:spPr>
          <a:xfrm>
            <a:off x="12293302" y="274290"/>
            <a:ext cx="6909098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9900">
                <a:solidFill>
                  <a:schemeClr val="bg1"/>
                </a:solidFill>
                <a:latin typeface="iCiel Stabile Regular" panose="02000503000000000000" pitchFamily="2" charset="77"/>
              </a:rPr>
              <a:t>nghe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CE97E8-A220-5941-AC48-E0DB0731D9BA}"/>
              </a:ext>
            </a:extLst>
          </p:cNvPr>
          <p:cNvSpPr txBox="1"/>
          <p:nvPr/>
        </p:nvSpPr>
        <p:spPr>
          <a:xfrm>
            <a:off x="-2268753" y="3012248"/>
            <a:ext cx="16729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chemeClr val="bg1"/>
                </a:solidFill>
                <a:latin typeface="iCiel Stabile Regular" panose="02000503000000000000" pitchFamily="2" charset="77"/>
              </a:rPr>
              <a:t>B</a:t>
            </a:r>
            <a:r>
              <a:rPr lang="en-VN" sz="4400">
                <a:solidFill>
                  <a:schemeClr val="bg1"/>
                </a:solidFill>
                <a:latin typeface="iCiel Stabile Regular" panose="02000503000000000000" pitchFamily="2" charset="77"/>
              </a:rPr>
              <a:t>ài thuyết trình nhóm em</a:t>
            </a:r>
          </a:p>
        </p:txBody>
      </p:sp>
    </p:spTree>
    <p:extLst>
      <p:ext uri="{BB962C8B-B14F-4D97-AF65-F5344CB8AC3E}">
        <p14:creationId xmlns:p14="http://schemas.microsoft.com/office/powerpoint/2010/main" val="20748723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AAAF8E-037A-E81E-6502-20E1CF42C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013EA35-C311-6F9C-7B34-E129B27CD2A8}"/>
              </a:ext>
            </a:extLst>
          </p:cNvPr>
          <p:cNvSpPr txBox="1"/>
          <p:nvPr/>
        </p:nvSpPr>
        <p:spPr>
          <a:xfrm>
            <a:off x="-2609850" y="2676202"/>
            <a:ext cx="1466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000">
                <a:solidFill>
                  <a:schemeClr val="bg1"/>
                </a:solidFill>
                <a:latin typeface="iCiel Stabile Regular" panose="02000503000000000000" pitchFamily="2" charset="77"/>
              </a:rPr>
              <a:t>lắng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D55324-8421-4691-D8BC-03EE89863885}"/>
              </a:ext>
            </a:extLst>
          </p:cNvPr>
          <p:cNvSpPr txBox="1"/>
          <p:nvPr/>
        </p:nvSpPr>
        <p:spPr>
          <a:xfrm>
            <a:off x="12293302" y="274290"/>
            <a:ext cx="6909098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9900">
                <a:solidFill>
                  <a:schemeClr val="bg1"/>
                </a:solidFill>
                <a:latin typeface="iCiel Stabile Regular" panose="02000503000000000000" pitchFamily="2" charset="77"/>
              </a:rPr>
              <a:t>nghe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656CC-B598-A46C-C295-B38883D138E6}"/>
              </a:ext>
            </a:extLst>
          </p:cNvPr>
          <p:cNvSpPr txBox="1"/>
          <p:nvPr/>
        </p:nvSpPr>
        <p:spPr>
          <a:xfrm>
            <a:off x="-2268753" y="2526473"/>
            <a:ext cx="167295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>
                <a:solidFill>
                  <a:schemeClr val="bg1"/>
                </a:solidFill>
                <a:latin typeface="iCiel Stabile Regular" panose="02000503000000000000" pitchFamily="2" charset="77"/>
              </a:rPr>
              <a:t>B</a:t>
            </a:r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ài thuyết trình nhóm 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A61348-14C7-AF35-8BDF-F9E201F0CAE6}"/>
              </a:ext>
            </a:extLst>
          </p:cNvPr>
          <p:cNvSpPr txBox="1"/>
          <p:nvPr/>
        </p:nvSpPr>
        <p:spPr>
          <a:xfrm>
            <a:off x="1075340" y="-1332990"/>
            <a:ext cx="3412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thế</a:t>
            </a:r>
          </a:p>
        </p:txBody>
      </p:sp>
    </p:spTree>
    <p:extLst>
      <p:ext uri="{BB962C8B-B14F-4D97-AF65-F5344CB8AC3E}">
        <p14:creationId xmlns:p14="http://schemas.microsoft.com/office/powerpoint/2010/main" val="36505923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A6936-E2F1-B23B-2E5E-2409FE4D7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875099-2180-7F83-0E97-5CF3765FC566}"/>
              </a:ext>
            </a:extLst>
          </p:cNvPr>
          <p:cNvSpPr txBox="1"/>
          <p:nvPr/>
        </p:nvSpPr>
        <p:spPr>
          <a:xfrm>
            <a:off x="2967202" y="621934"/>
            <a:ext cx="3412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thế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3A1C8-67AF-FAEA-B5A3-155351536C1E}"/>
              </a:ext>
            </a:extLst>
          </p:cNvPr>
          <p:cNvSpPr txBox="1"/>
          <p:nvPr/>
        </p:nvSpPr>
        <p:spPr>
          <a:xfrm>
            <a:off x="8963354" y="-2331473"/>
            <a:ext cx="3412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mà</a:t>
            </a:r>
          </a:p>
        </p:txBody>
      </p:sp>
    </p:spTree>
    <p:extLst>
      <p:ext uri="{BB962C8B-B14F-4D97-AF65-F5344CB8AC3E}">
        <p14:creationId xmlns:p14="http://schemas.microsoft.com/office/powerpoint/2010/main" val="3453260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F1BAC-E141-2C7A-2B58-72F77AEE9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7783B6-FE5E-5DE8-AEDA-AAE929BFF4BD}"/>
              </a:ext>
            </a:extLst>
          </p:cNvPr>
          <p:cNvSpPr txBox="1"/>
          <p:nvPr/>
        </p:nvSpPr>
        <p:spPr>
          <a:xfrm>
            <a:off x="3187919" y="621934"/>
            <a:ext cx="3412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thế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21367-94CA-34B5-0F32-C74BE06CC82A}"/>
              </a:ext>
            </a:extLst>
          </p:cNvPr>
          <p:cNvSpPr txBox="1"/>
          <p:nvPr/>
        </p:nvSpPr>
        <p:spPr>
          <a:xfrm>
            <a:off x="5263712" y="621934"/>
            <a:ext cx="3412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mà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A3E5B-F535-E64F-B727-5C9E44DC40B8}"/>
              </a:ext>
            </a:extLst>
          </p:cNvPr>
          <p:cNvSpPr txBox="1"/>
          <p:nvPr/>
        </p:nvSpPr>
        <p:spPr>
          <a:xfrm>
            <a:off x="-3931198" y="1791325"/>
            <a:ext cx="341257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lại</a:t>
            </a:r>
          </a:p>
        </p:txBody>
      </p:sp>
    </p:spTree>
    <p:extLst>
      <p:ext uri="{BB962C8B-B14F-4D97-AF65-F5344CB8AC3E}">
        <p14:creationId xmlns:p14="http://schemas.microsoft.com/office/powerpoint/2010/main" val="35055723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C4FACB-2D1A-E049-8619-C0C18D5C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66BAF0-BC18-BE25-4FB3-C86AEEE53A95}"/>
              </a:ext>
            </a:extLst>
          </p:cNvPr>
          <p:cNvSpPr txBox="1"/>
          <p:nvPr/>
        </p:nvSpPr>
        <p:spPr>
          <a:xfrm>
            <a:off x="3187919" y="621934"/>
            <a:ext cx="3412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thế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725965-E0DA-4892-A3FB-5D44452A6F8D}"/>
              </a:ext>
            </a:extLst>
          </p:cNvPr>
          <p:cNvSpPr txBox="1"/>
          <p:nvPr/>
        </p:nvSpPr>
        <p:spPr>
          <a:xfrm>
            <a:off x="5263712" y="621934"/>
            <a:ext cx="3412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mà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A02F2-0390-0362-E3EC-1F43F7ECD686}"/>
              </a:ext>
            </a:extLst>
          </p:cNvPr>
          <p:cNvSpPr txBox="1"/>
          <p:nvPr/>
        </p:nvSpPr>
        <p:spPr>
          <a:xfrm>
            <a:off x="2519527" y="1791325"/>
            <a:ext cx="341257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lại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9A8C6-D9B7-4DCA-04D3-0844133A45E2}"/>
              </a:ext>
            </a:extLst>
          </p:cNvPr>
          <p:cNvSpPr txBox="1"/>
          <p:nvPr/>
        </p:nvSpPr>
        <p:spPr>
          <a:xfrm>
            <a:off x="13077169" y="1791325"/>
            <a:ext cx="341257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hay</a:t>
            </a:r>
          </a:p>
        </p:txBody>
      </p:sp>
    </p:spTree>
    <p:extLst>
      <p:ext uri="{BB962C8B-B14F-4D97-AF65-F5344CB8AC3E}">
        <p14:creationId xmlns:p14="http://schemas.microsoft.com/office/powerpoint/2010/main" val="485252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6CC1C-3565-450D-9DAE-B007F85D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44BA96-CD86-884F-DA19-BA197A055587}"/>
              </a:ext>
            </a:extLst>
          </p:cNvPr>
          <p:cNvSpPr txBox="1"/>
          <p:nvPr/>
        </p:nvSpPr>
        <p:spPr>
          <a:xfrm>
            <a:off x="3187919" y="621934"/>
            <a:ext cx="3412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thế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5FBD96-556C-6CDD-EFE8-4BF7292DE504}"/>
              </a:ext>
            </a:extLst>
          </p:cNvPr>
          <p:cNvSpPr txBox="1"/>
          <p:nvPr/>
        </p:nvSpPr>
        <p:spPr>
          <a:xfrm>
            <a:off x="5263712" y="621934"/>
            <a:ext cx="3412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mà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A800C-4E55-6988-3C14-F1FDBEE8AEDF}"/>
              </a:ext>
            </a:extLst>
          </p:cNvPr>
          <p:cNvSpPr txBox="1"/>
          <p:nvPr/>
        </p:nvSpPr>
        <p:spPr>
          <a:xfrm>
            <a:off x="2519527" y="1791325"/>
            <a:ext cx="341257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lại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1A27D-1A40-316C-16C1-A2D12DFA3C2E}"/>
              </a:ext>
            </a:extLst>
          </p:cNvPr>
          <p:cNvSpPr txBox="1"/>
          <p:nvPr/>
        </p:nvSpPr>
        <p:spPr>
          <a:xfrm>
            <a:off x="5814520" y="1791325"/>
            <a:ext cx="341257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hay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40BCAD-DA13-3CDE-45CD-69030DE039E4}"/>
              </a:ext>
            </a:extLst>
          </p:cNvPr>
          <p:cNvSpPr txBox="1"/>
          <p:nvPr/>
        </p:nvSpPr>
        <p:spPr>
          <a:xfrm>
            <a:off x="31531" y="6946649"/>
            <a:ext cx="656896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đúng</a:t>
            </a:r>
          </a:p>
        </p:txBody>
      </p:sp>
    </p:spTree>
    <p:extLst>
      <p:ext uri="{BB962C8B-B14F-4D97-AF65-F5344CB8AC3E}">
        <p14:creationId xmlns:p14="http://schemas.microsoft.com/office/powerpoint/2010/main" val="34912968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3CEF4-3884-3E8B-CCAB-37AD48B8F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9AFEAC-EC54-E7CA-40EE-E011B638C75E}"/>
              </a:ext>
            </a:extLst>
          </p:cNvPr>
          <p:cNvSpPr txBox="1"/>
          <p:nvPr/>
        </p:nvSpPr>
        <p:spPr>
          <a:xfrm>
            <a:off x="3187919" y="201521"/>
            <a:ext cx="3412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thế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9CFC31-8A2A-6766-146E-086A2D6F3D36}"/>
              </a:ext>
            </a:extLst>
          </p:cNvPr>
          <p:cNvSpPr txBox="1"/>
          <p:nvPr/>
        </p:nvSpPr>
        <p:spPr>
          <a:xfrm>
            <a:off x="5263712" y="201521"/>
            <a:ext cx="3412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mà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8B444-210F-106F-C80E-A2E692BA3AE2}"/>
              </a:ext>
            </a:extLst>
          </p:cNvPr>
          <p:cNvSpPr txBox="1"/>
          <p:nvPr/>
        </p:nvSpPr>
        <p:spPr>
          <a:xfrm>
            <a:off x="2519527" y="1370912"/>
            <a:ext cx="341257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lại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39D9F-A732-D85D-6492-B555145AB823}"/>
              </a:ext>
            </a:extLst>
          </p:cNvPr>
          <p:cNvSpPr txBox="1"/>
          <p:nvPr/>
        </p:nvSpPr>
        <p:spPr>
          <a:xfrm>
            <a:off x="5814520" y="1370912"/>
            <a:ext cx="341257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hay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E2CE92-9EC8-33DD-CA29-CEDD2AE410EA}"/>
              </a:ext>
            </a:extLst>
          </p:cNvPr>
          <p:cNvSpPr txBox="1"/>
          <p:nvPr/>
        </p:nvSpPr>
        <p:spPr>
          <a:xfrm>
            <a:off x="31531" y="3625381"/>
            <a:ext cx="656896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đúng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3B148-FC41-40FF-1E8F-7924919F6C85}"/>
              </a:ext>
            </a:extLst>
          </p:cNvPr>
          <p:cNvSpPr txBox="1"/>
          <p:nvPr/>
        </p:nvSpPr>
        <p:spPr>
          <a:xfrm>
            <a:off x="5804010" y="7020222"/>
            <a:ext cx="656896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không</a:t>
            </a:r>
          </a:p>
        </p:txBody>
      </p:sp>
    </p:spTree>
    <p:extLst>
      <p:ext uri="{BB962C8B-B14F-4D97-AF65-F5344CB8AC3E}">
        <p14:creationId xmlns:p14="http://schemas.microsoft.com/office/powerpoint/2010/main" val="34270226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1FFF0-A27A-6544-FF70-305A25BFF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1FBE39-C02E-AC97-D43C-649E367C5B26}"/>
              </a:ext>
            </a:extLst>
          </p:cNvPr>
          <p:cNvSpPr txBox="1"/>
          <p:nvPr/>
        </p:nvSpPr>
        <p:spPr>
          <a:xfrm>
            <a:off x="3187919" y="201521"/>
            <a:ext cx="3412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thế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DC42B8-8E15-DE5D-E276-04031A857967}"/>
              </a:ext>
            </a:extLst>
          </p:cNvPr>
          <p:cNvSpPr txBox="1"/>
          <p:nvPr/>
        </p:nvSpPr>
        <p:spPr>
          <a:xfrm>
            <a:off x="5263712" y="201521"/>
            <a:ext cx="34125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mà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F7B3C-4811-D5CC-5DC1-FAD55B01B6D3}"/>
              </a:ext>
            </a:extLst>
          </p:cNvPr>
          <p:cNvSpPr txBox="1"/>
          <p:nvPr/>
        </p:nvSpPr>
        <p:spPr>
          <a:xfrm>
            <a:off x="2519527" y="1370912"/>
            <a:ext cx="341257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lại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05358C-9389-32CD-7383-5006521670CA}"/>
              </a:ext>
            </a:extLst>
          </p:cNvPr>
          <p:cNvSpPr txBox="1"/>
          <p:nvPr/>
        </p:nvSpPr>
        <p:spPr>
          <a:xfrm>
            <a:off x="5814520" y="1370912"/>
            <a:ext cx="341257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hay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A6ABF-DCFD-B69F-4569-CD0D9B48657E}"/>
              </a:ext>
            </a:extLst>
          </p:cNvPr>
          <p:cNvSpPr txBox="1"/>
          <p:nvPr/>
        </p:nvSpPr>
        <p:spPr>
          <a:xfrm>
            <a:off x="31531" y="3625381"/>
            <a:ext cx="656896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đúng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38585E-677A-F75F-4ACB-4534744B192A}"/>
              </a:ext>
            </a:extLst>
          </p:cNvPr>
          <p:cNvSpPr txBox="1"/>
          <p:nvPr/>
        </p:nvSpPr>
        <p:spPr>
          <a:xfrm>
            <a:off x="5804010" y="3625381"/>
            <a:ext cx="656896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16600">
                <a:solidFill>
                  <a:schemeClr val="bg1"/>
                </a:solidFill>
                <a:latin typeface="iCiel Stabile Regular" panose="02000503000000000000" pitchFamily="2" charset="77"/>
              </a:rPr>
              <a:t>không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D01B11-9CD7-6105-6E5B-96A4EEC82EF4}"/>
              </a:ext>
            </a:extLst>
          </p:cNvPr>
          <p:cNvSpPr txBox="1"/>
          <p:nvPr/>
        </p:nvSpPr>
        <p:spPr>
          <a:xfrm>
            <a:off x="2811517" y="3075057"/>
            <a:ext cx="65689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>
                <a:noFill/>
                <a:latin typeface="iCiel Stabile Regular" panose="02000503000000000000" pitchFamily="2" charset="77"/>
              </a:rPr>
              <a:t>H</a:t>
            </a:r>
            <a:r>
              <a:rPr lang="en-VN" sz="4000">
                <a:noFill/>
                <a:latin typeface="iCiel Stabile Regular" panose="02000503000000000000" pitchFamily="2" charset="77"/>
              </a:rPr>
              <a:t>ẹ hẹ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934187-5C2C-AE76-9A03-92A407507AD6}"/>
              </a:ext>
            </a:extLst>
          </p:cNvPr>
          <p:cNvSpPr/>
          <p:nvPr/>
        </p:nvSpPr>
        <p:spPr>
          <a:xfrm>
            <a:off x="5804010" y="3166752"/>
            <a:ext cx="524496" cy="524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76636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F7589-DF78-B333-6137-CDD7457D2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2FEB46F-166D-9563-5D0A-DE8805F70028}"/>
              </a:ext>
            </a:extLst>
          </p:cNvPr>
          <p:cNvSpPr txBox="1"/>
          <p:nvPr/>
        </p:nvSpPr>
        <p:spPr>
          <a:xfrm>
            <a:off x="2811517" y="2105561"/>
            <a:ext cx="656896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H</a:t>
            </a:r>
            <a:r>
              <a:rPr lang="en-VN" sz="16600">
                <a:latin typeface="iCiel Stabile Regular" panose="02000503000000000000" pitchFamily="2" charset="77"/>
              </a:rPr>
              <a:t>ẹ hẹ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8E39E1-A95D-9AD0-BB92-31FF3332FE91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ECE223-2D7F-8955-AF01-916C2C813F03}"/>
              </a:ext>
            </a:extLst>
          </p:cNvPr>
          <p:cNvSpPr txBox="1"/>
          <p:nvPr/>
        </p:nvSpPr>
        <p:spPr>
          <a:xfrm>
            <a:off x="-4966979" y="423065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xứng</a:t>
            </a:r>
            <a:endParaRPr lang="en-VN" sz="16600">
              <a:latin typeface="iCiel Stabile Regular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793945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06340-2582-18BE-9BA7-335FFFD70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753C42A-8AF2-B278-D293-8129E409C291}"/>
              </a:ext>
            </a:extLst>
          </p:cNvPr>
          <p:cNvSpPr txBox="1"/>
          <p:nvPr/>
        </p:nvSpPr>
        <p:spPr>
          <a:xfrm>
            <a:off x="1409437" y="423065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xứng</a:t>
            </a:r>
            <a:endParaRPr lang="en-VN" sz="16600">
              <a:latin typeface="iCiel Stabile Regular" panose="02000503000000000000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11A5ED-2F62-BF84-A846-C770B1D6ED30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8C4427-7FD2-4B7F-EF1F-3C1E1DA21E46}"/>
              </a:ext>
            </a:extLst>
          </p:cNvPr>
          <p:cNvSpPr txBox="1"/>
          <p:nvPr/>
        </p:nvSpPr>
        <p:spPr>
          <a:xfrm>
            <a:off x="12729709" y="423065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đáng</a:t>
            </a:r>
            <a:endParaRPr lang="en-VN" sz="16600">
              <a:latin typeface="iCiel Stabile Regular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008675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66E49-8DB1-17AC-BC22-20E2B9022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FA5BE50-0B55-97FE-6DFC-4898343F6CC8}"/>
              </a:ext>
            </a:extLst>
          </p:cNvPr>
          <p:cNvSpPr txBox="1"/>
          <p:nvPr/>
        </p:nvSpPr>
        <p:spPr>
          <a:xfrm>
            <a:off x="1409437" y="423065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xứng</a:t>
            </a:r>
            <a:endParaRPr lang="en-VN" sz="16600">
              <a:latin typeface="iCiel Stabile Regular" panose="02000503000000000000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F92911-B0BA-9419-4293-D1D7B553523B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247F07-4D1C-EF9B-21D9-5125380C9623}"/>
              </a:ext>
            </a:extLst>
          </p:cNvPr>
          <p:cNvSpPr txBox="1"/>
          <p:nvPr/>
        </p:nvSpPr>
        <p:spPr>
          <a:xfrm>
            <a:off x="6194797" y="423065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đáng</a:t>
            </a:r>
            <a:endParaRPr lang="en-VN" sz="16600">
              <a:latin typeface="iCiel Stabile Regular" panose="02000503000000000000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0552A-DD07-484E-DAE0-939F3508F284}"/>
              </a:ext>
            </a:extLst>
          </p:cNvPr>
          <p:cNvSpPr txBox="1"/>
          <p:nvPr/>
        </p:nvSpPr>
        <p:spPr>
          <a:xfrm>
            <a:off x="3612510" y="3069943"/>
            <a:ext cx="49669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noFill/>
                <a:latin typeface="iCiel Stabile Regular" panose="02000503000000000000" pitchFamily="2" charset="77"/>
              </a:rPr>
              <a:t>được</a:t>
            </a:r>
            <a:endParaRPr lang="en-VN" sz="3200">
              <a:noFill/>
              <a:latin typeface="iCiel Stabile Regular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267627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4F28D-7187-F2D1-DDCF-2E94408A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DF0F37F-81F3-EC10-786B-FC740664D380}"/>
              </a:ext>
            </a:extLst>
          </p:cNvPr>
          <p:cNvSpPr txBox="1"/>
          <p:nvPr/>
        </p:nvSpPr>
        <p:spPr>
          <a:xfrm>
            <a:off x="1409437" y="0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xứng</a:t>
            </a:r>
            <a:endParaRPr lang="en-VN" sz="16600">
              <a:latin typeface="iCiel Stabile Regular" panose="02000503000000000000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DFA5F6-901A-76B1-49F9-D291DEEFAF25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F553D0-4BBB-3E05-B208-F47982C0736C}"/>
              </a:ext>
            </a:extLst>
          </p:cNvPr>
          <p:cNvSpPr txBox="1"/>
          <p:nvPr/>
        </p:nvSpPr>
        <p:spPr>
          <a:xfrm>
            <a:off x="6194797" y="0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đáng</a:t>
            </a:r>
            <a:endParaRPr lang="en-VN" sz="16600">
              <a:latin typeface="iCiel Stabile Regular" panose="02000503000000000000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016972-0526-83A3-B963-3EE1F6163A48}"/>
              </a:ext>
            </a:extLst>
          </p:cNvPr>
          <p:cNvSpPr txBox="1"/>
          <p:nvPr/>
        </p:nvSpPr>
        <p:spPr>
          <a:xfrm>
            <a:off x="3399781" y="1682496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được</a:t>
            </a:r>
            <a:endParaRPr lang="en-VN" sz="16600">
              <a:latin typeface="iCiel Stabile Regular" panose="02000503000000000000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A661F2-4E56-A521-F186-D70711EB3338}"/>
              </a:ext>
            </a:extLst>
          </p:cNvPr>
          <p:cNvSpPr txBox="1"/>
          <p:nvPr/>
        </p:nvSpPr>
        <p:spPr>
          <a:xfrm>
            <a:off x="-4141234" y="3087737"/>
            <a:ext cx="4966979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3900">
                <a:noFill/>
                <a:latin typeface="iCiel Stabile Regular" panose="02000503000000000000" pitchFamily="2" charset="77"/>
              </a:rPr>
              <a:t>10</a:t>
            </a:r>
            <a:endParaRPr lang="en-VN" sz="23900">
              <a:noFill/>
              <a:latin typeface="iCiel Stabile Regular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245620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DF77D7-57BC-E38D-6E83-2DC4E4D14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C256F87-E4E8-A8E5-D444-3E95FB3EF986}"/>
              </a:ext>
            </a:extLst>
          </p:cNvPr>
          <p:cNvSpPr txBox="1"/>
          <p:nvPr/>
        </p:nvSpPr>
        <p:spPr>
          <a:xfrm>
            <a:off x="1409437" y="0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xứng</a:t>
            </a:r>
            <a:endParaRPr lang="en-VN" sz="16600">
              <a:latin typeface="iCiel Stabile Regular" panose="02000503000000000000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347E1F-3DF1-25FD-6B78-BE6240BA60A2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F90DC3-58AD-948C-E72D-922AFD3B66F8}"/>
              </a:ext>
            </a:extLst>
          </p:cNvPr>
          <p:cNvSpPr txBox="1"/>
          <p:nvPr/>
        </p:nvSpPr>
        <p:spPr>
          <a:xfrm>
            <a:off x="6194797" y="0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đáng</a:t>
            </a:r>
            <a:endParaRPr lang="en-VN" sz="16600">
              <a:latin typeface="iCiel Stabile Regular" panose="02000503000000000000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0A39C-122B-B0B5-0DCA-F92AC19EA575}"/>
              </a:ext>
            </a:extLst>
          </p:cNvPr>
          <p:cNvSpPr txBox="1"/>
          <p:nvPr/>
        </p:nvSpPr>
        <p:spPr>
          <a:xfrm>
            <a:off x="3399781" y="1682496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được</a:t>
            </a:r>
            <a:endParaRPr lang="en-VN" sz="16600">
              <a:latin typeface="iCiel Stabile Regular" panose="02000503000000000000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40E7DB-4675-D78E-7BCB-D3B3314BB7CB}"/>
              </a:ext>
            </a:extLst>
          </p:cNvPr>
          <p:cNvSpPr txBox="1"/>
          <p:nvPr/>
        </p:nvSpPr>
        <p:spPr>
          <a:xfrm>
            <a:off x="2259566" y="3087737"/>
            <a:ext cx="4966979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3900">
                <a:solidFill>
                  <a:srgbClr val="C00000"/>
                </a:solidFill>
                <a:latin typeface="iCiel Stabile Regular" panose="02000503000000000000" pitchFamily="2" charset="77"/>
              </a:rPr>
              <a:t>10</a:t>
            </a:r>
            <a:endParaRPr lang="en-VN" sz="23900">
              <a:solidFill>
                <a:srgbClr val="C00000"/>
              </a:solidFill>
              <a:latin typeface="iCiel Stabile Regular" panose="02000503000000000000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19D4B-4407-86BC-A9C1-D376FFB216F9}"/>
              </a:ext>
            </a:extLst>
          </p:cNvPr>
          <p:cNvSpPr txBox="1"/>
          <p:nvPr/>
        </p:nvSpPr>
        <p:spPr>
          <a:xfrm>
            <a:off x="12678372" y="3852065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điểm</a:t>
            </a:r>
            <a:endParaRPr lang="en-VN" sz="16600">
              <a:latin typeface="iCiel Stabile Regular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25062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739167-84F1-9A84-69DE-626947CCC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53217DD-2019-0397-213C-9F98D31E5719}"/>
              </a:ext>
            </a:extLst>
          </p:cNvPr>
          <p:cNvSpPr txBox="1"/>
          <p:nvPr/>
        </p:nvSpPr>
        <p:spPr>
          <a:xfrm>
            <a:off x="1409437" y="0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xứng</a:t>
            </a:r>
            <a:endParaRPr lang="en-VN" sz="16600">
              <a:latin typeface="iCiel Stabile Regular" panose="02000503000000000000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BE99C1-982A-02C5-F12C-24A5796B9D86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892EBC-3E6D-74E0-0FF3-3D3D36CED5A5}"/>
              </a:ext>
            </a:extLst>
          </p:cNvPr>
          <p:cNvSpPr txBox="1"/>
          <p:nvPr/>
        </p:nvSpPr>
        <p:spPr>
          <a:xfrm>
            <a:off x="6194797" y="0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đáng</a:t>
            </a:r>
            <a:endParaRPr lang="en-VN" sz="16600">
              <a:latin typeface="iCiel Stabile Regular" panose="02000503000000000000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FA33C-0DFF-1A9F-0B06-5E06CC1D6D7C}"/>
              </a:ext>
            </a:extLst>
          </p:cNvPr>
          <p:cNvSpPr txBox="1"/>
          <p:nvPr/>
        </p:nvSpPr>
        <p:spPr>
          <a:xfrm>
            <a:off x="3399781" y="1682496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được</a:t>
            </a:r>
            <a:endParaRPr lang="en-VN" sz="16600">
              <a:latin typeface="iCiel Stabile Regular" panose="02000503000000000000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9ED75-C321-79DC-C1FB-353610B84716}"/>
              </a:ext>
            </a:extLst>
          </p:cNvPr>
          <p:cNvSpPr txBox="1"/>
          <p:nvPr/>
        </p:nvSpPr>
        <p:spPr>
          <a:xfrm>
            <a:off x="2259566" y="3087737"/>
            <a:ext cx="4966979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3900">
                <a:solidFill>
                  <a:srgbClr val="C00000"/>
                </a:solidFill>
                <a:latin typeface="iCiel Stabile Regular" panose="02000503000000000000" pitchFamily="2" charset="77"/>
              </a:rPr>
              <a:t>10</a:t>
            </a:r>
            <a:endParaRPr lang="en-VN" sz="23900">
              <a:solidFill>
                <a:srgbClr val="C00000"/>
              </a:solidFill>
              <a:latin typeface="iCiel Stabile Regular" panose="02000503000000000000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0DC06-3E70-7F8E-064A-83F5B33B8976}"/>
              </a:ext>
            </a:extLst>
          </p:cNvPr>
          <p:cNvSpPr txBox="1"/>
          <p:nvPr/>
        </p:nvSpPr>
        <p:spPr>
          <a:xfrm>
            <a:off x="5875913" y="3852065"/>
            <a:ext cx="49669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600">
                <a:latin typeface="iCiel Stabile Regular" panose="02000503000000000000" pitchFamily="2" charset="77"/>
              </a:rPr>
              <a:t>điểm</a:t>
            </a:r>
            <a:endParaRPr lang="en-VN" sz="16600">
              <a:latin typeface="iCiel Stabile Regular" panose="02000503000000000000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0E77C-55CF-368A-93A0-4B354DD3A912}"/>
              </a:ext>
            </a:extLst>
          </p:cNvPr>
          <p:cNvSpPr txBox="1"/>
          <p:nvPr/>
        </p:nvSpPr>
        <p:spPr>
          <a:xfrm>
            <a:off x="2549652" y="1276993"/>
            <a:ext cx="4966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>
                <a:noFill/>
                <a:latin typeface="iCiel Stabile Regular" panose="02000503000000000000" pitchFamily="2" charset="77"/>
              </a:rPr>
              <a:t>bài</a:t>
            </a:r>
            <a:endParaRPr lang="en-VN" sz="3600">
              <a:noFill/>
              <a:latin typeface="iCiel Stabile Regular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97719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DBDDF9-5256-2665-6BBC-77871E38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11CE834-ABF2-4A3E-D02B-C3FE7EC7F8F9}"/>
              </a:ext>
            </a:extLst>
          </p:cNvPr>
          <p:cNvSpPr txBox="1"/>
          <p:nvPr/>
        </p:nvSpPr>
        <p:spPr>
          <a:xfrm>
            <a:off x="-7148" y="-219800"/>
            <a:ext cx="7144718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3900">
                <a:latin typeface="iCiel Stabile Regular" panose="02000503000000000000" pitchFamily="2" charset="77"/>
              </a:rPr>
              <a:t>xứng</a:t>
            </a:r>
            <a:endParaRPr lang="en-VN" sz="23900">
              <a:latin typeface="iCiel Stabile Regular" panose="02000503000000000000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75D6E9-5E43-C4DD-532E-989E06C476AA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B798E1-17FF-A510-A3D0-B5139AC9AABA}"/>
              </a:ext>
            </a:extLst>
          </p:cNvPr>
          <p:cNvSpPr txBox="1"/>
          <p:nvPr/>
        </p:nvSpPr>
        <p:spPr>
          <a:xfrm>
            <a:off x="5636858" y="1273934"/>
            <a:ext cx="49669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>
                <a:latin typeface="iCiel Stabile Regular" panose="02000503000000000000" pitchFamily="2" charset="77"/>
              </a:rPr>
              <a:t>đáng</a:t>
            </a:r>
            <a:endParaRPr lang="en-VN" sz="4000">
              <a:latin typeface="iCiel Stabile Regular" panose="02000503000000000000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BF70D8-8726-031D-7789-7B419AEBF7F4}"/>
              </a:ext>
            </a:extLst>
          </p:cNvPr>
          <p:cNvSpPr txBox="1"/>
          <p:nvPr/>
        </p:nvSpPr>
        <p:spPr>
          <a:xfrm>
            <a:off x="2841842" y="2956430"/>
            <a:ext cx="49669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>
                <a:latin typeface="iCiel Stabile Regular" panose="02000503000000000000" pitchFamily="2" charset="77"/>
              </a:rPr>
              <a:t>được</a:t>
            </a:r>
            <a:endParaRPr lang="en-VN" sz="4000">
              <a:latin typeface="iCiel Stabile Regular" panose="02000503000000000000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F045E-B6C5-D5E2-0626-264E538146F1}"/>
              </a:ext>
            </a:extLst>
          </p:cNvPr>
          <p:cNvSpPr txBox="1"/>
          <p:nvPr/>
        </p:nvSpPr>
        <p:spPr>
          <a:xfrm>
            <a:off x="1701627" y="4361671"/>
            <a:ext cx="49669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>
                <a:solidFill>
                  <a:srgbClr val="C00000"/>
                </a:solidFill>
                <a:latin typeface="iCiel Stabile Regular" panose="02000503000000000000" pitchFamily="2" charset="77"/>
              </a:rPr>
              <a:t>10</a:t>
            </a:r>
            <a:endParaRPr lang="en-VN" sz="4800">
              <a:solidFill>
                <a:srgbClr val="C00000"/>
              </a:solidFill>
              <a:latin typeface="iCiel Stabile Regular" panose="02000503000000000000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91620-0241-D4AC-CE61-D5E2B146C9F2}"/>
              </a:ext>
            </a:extLst>
          </p:cNvPr>
          <p:cNvSpPr txBox="1"/>
          <p:nvPr/>
        </p:nvSpPr>
        <p:spPr>
          <a:xfrm>
            <a:off x="5317974" y="5125999"/>
            <a:ext cx="49669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>
                <a:latin typeface="iCiel Stabile Regular" panose="02000503000000000000" pitchFamily="2" charset="77"/>
              </a:rPr>
              <a:t>điểm</a:t>
            </a:r>
            <a:endParaRPr lang="en-VN" sz="4000">
              <a:latin typeface="iCiel Stabile Regular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168381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DA56B-2C5F-FC77-8DED-EC6CC645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28156C-A6C6-99C4-A289-81D4779099BF}"/>
              </a:ext>
            </a:extLst>
          </p:cNvPr>
          <p:cNvSpPr txBox="1"/>
          <p:nvPr/>
        </p:nvSpPr>
        <p:spPr>
          <a:xfrm>
            <a:off x="411306" y="1273934"/>
            <a:ext cx="71447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xứng</a:t>
            </a:r>
            <a:endParaRPr lang="en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1DFE45-8AF3-03A2-C957-83D7DB1DB350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ADA09-8C66-612E-E6B4-16706E40D5A6}"/>
              </a:ext>
            </a:extLst>
          </p:cNvPr>
          <p:cNvSpPr txBox="1"/>
          <p:nvPr/>
        </p:nvSpPr>
        <p:spPr>
          <a:xfrm>
            <a:off x="4339526" y="-257255"/>
            <a:ext cx="8908094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239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đáng</a:t>
            </a:r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A544B-625C-65FF-F968-A632EFE87D9F}"/>
              </a:ext>
            </a:extLst>
          </p:cNvPr>
          <p:cNvSpPr txBox="1"/>
          <p:nvPr/>
        </p:nvSpPr>
        <p:spPr>
          <a:xfrm>
            <a:off x="2841842" y="2956430"/>
            <a:ext cx="49669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>
                <a:latin typeface="iCiel Stabile Regular" panose="02000503000000000000" pitchFamily="2" charset="77"/>
              </a:rPr>
              <a:t>được</a:t>
            </a:r>
            <a:endParaRPr lang="en-VN" sz="4000">
              <a:latin typeface="iCiel Stabile Regular" panose="02000503000000000000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69222-D3C4-D92C-E582-9421F248711B}"/>
              </a:ext>
            </a:extLst>
          </p:cNvPr>
          <p:cNvSpPr txBox="1"/>
          <p:nvPr/>
        </p:nvSpPr>
        <p:spPr>
          <a:xfrm>
            <a:off x="1701627" y="4361671"/>
            <a:ext cx="49669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>
                <a:solidFill>
                  <a:srgbClr val="C00000"/>
                </a:solidFill>
                <a:latin typeface="iCiel Stabile Regular" panose="02000503000000000000" pitchFamily="2" charset="77"/>
              </a:rPr>
              <a:t>10</a:t>
            </a:r>
            <a:endParaRPr lang="en-VN" sz="4800">
              <a:solidFill>
                <a:srgbClr val="C00000"/>
              </a:solidFill>
              <a:latin typeface="iCiel Stabile Regular" panose="02000503000000000000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4B4F71-D940-EF29-07BB-5E318DAB6567}"/>
              </a:ext>
            </a:extLst>
          </p:cNvPr>
          <p:cNvSpPr txBox="1"/>
          <p:nvPr/>
        </p:nvSpPr>
        <p:spPr>
          <a:xfrm>
            <a:off x="5317974" y="5125999"/>
            <a:ext cx="49669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>
                <a:latin typeface="iCiel Stabile Regular" panose="02000503000000000000" pitchFamily="2" charset="77"/>
              </a:rPr>
              <a:t>điểm</a:t>
            </a:r>
            <a:endParaRPr lang="en-VN" sz="4000">
              <a:latin typeface="iCiel Stabile Regular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76376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41CB4-0B1C-4719-28BA-9690AF7F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CD63F48-2BC2-291B-83B2-1FE896D36764}"/>
              </a:ext>
            </a:extLst>
          </p:cNvPr>
          <p:cNvSpPr txBox="1"/>
          <p:nvPr/>
        </p:nvSpPr>
        <p:spPr>
          <a:xfrm>
            <a:off x="411306" y="1273934"/>
            <a:ext cx="71447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xứng</a:t>
            </a:r>
            <a:endParaRPr lang="en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67CFF6-2324-D964-1E0E-DBACAFDE2930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F7FB0D-471D-7837-7ADF-CA019ABEF049}"/>
              </a:ext>
            </a:extLst>
          </p:cNvPr>
          <p:cNvSpPr txBox="1"/>
          <p:nvPr/>
        </p:nvSpPr>
        <p:spPr>
          <a:xfrm>
            <a:off x="4572000" y="1256750"/>
            <a:ext cx="89080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đáng</a:t>
            </a:r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DDB724-5DEE-33CC-8BD4-C995100CE19B}"/>
              </a:ext>
            </a:extLst>
          </p:cNvPr>
          <p:cNvSpPr txBox="1"/>
          <p:nvPr/>
        </p:nvSpPr>
        <p:spPr>
          <a:xfrm>
            <a:off x="875896" y="973572"/>
            <a:ext cx="10440205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239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được</a:t>
            </a:r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4FCBC-144E-7389-0B05-20ED984FF4F2}"/>
              </a:ext>
            </a:extLst>
          </p:cNvPr>
          <p:cNvSpPr txBox="1"/>
          <p:nvPr/>
        </p:nvSpPr>
        <p:spPr>
          <a:xfrm>
            <a:off x="1701627" y="4361671"/>
            <a:ext cx="49669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>
                <a:solidFill>
                  <a:srgbClr val="C00000"/>
                </a:solidFill>
                <a:latin typeface="iCiel Stabile Regular" panose="02000503000000000000" pitchFamily="2" charset="77"/>
              </a:rPr>
              <a:t>10</a:t>
            </a:r>
            <a:endParaRPr lang="en-VN" sz="4800">
              <a:solidFill>
                <a:srgbClr val="C00000"/>
              </a:solidFill>
              <a:latin typeface="iCiel Stabile Regular" panose="02000503000000000000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6F42C2-A864-DC06-20F5-354897512B48}"/>
              </a:ext>
            </a:extLst>
          </p:cNvPr>
          <p:cNvSpPr txBox="1"/>
          <p:nvPr/>
        </p:nvSpPr>
        <p:spPr>
          <a:xfrm>
            <a:off x="5317974" y="5125999"/>
            <a:ext cx="49669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>
                <a:latin typeface="iCiel Stabile Regular" panose="02000503000000000000" pitchFamily="2" charset="77"/>
              </a:rPr>
              <a:t>điểm</a:t>
            </a:r>
            <a:endParaRPr lang="en-VN" sz="4000">
              <a:latin typeface="iCiel Stabile Regular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335908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1AFBB-53B7-0D41-0E1F-589C3F69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1AE4CB3-9804-8CF0-44C0-BB2B3B694927}"/>
              </a:ext>
            </a:extLst>
          </p:cNvPr>
          <p:cNvSpPr txBox="1"/>
          <p:nvPr/>
        </p:nvSpPr>
        <p:spPr>
          <a:xfrm>
            <a:off x="411306" y="1273934"/>
            <a:ext cx="71447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xứng</a:t>
            </a:r>
            <a:endParaRPr lang="en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31D67D-AFB2-1E1A-6C8E-34F4FD99A052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752EA6-6694-9EB3-C7BD-0F203D981D80}"/>
              </a:ext>
            </a:extLst>
          </p:cNvPr>
          <p:cNvSpPr txBox="1"/>
          <p:nvPr/>
        </p:nvSpPr>
        <p:spPr>
          <a:xfrm>
            <a:off x="4572000" y="1256750"/>
            <a:ext cx="89080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đáng</a:t>
            </a:r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7E05D-F63E-FD93-B425-D090DB33618F}"/>
              </a:ext>
            </a:extLst>
          </p:cNvPr>
          <p:cNvSpPr txBox="1"/>
          <p:nvPr/>
        </p:nvSpPr>
        <p:spPr>
          <a:xfrm>
            <a:off x="875896" y="2639047"/>
            <a:ext cx="104402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được</a:t>
            </a:r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ED0B16-5E8D-3D91-C8CD-A5B134C04E36}"/>
              </a:ext>
            </a:extLst>
          </p:cNvPr>
          <p:cNvSpPr txBox="1"/>
          <p:nvPr/>
        </p:nvSpPr>
        <p:spPr>
          <a:xfrm>
            <a:off x="1701627" y="1964636"/>
            <a:ext cx="4966979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23900">
                <a:solidFill>
                  <a:srgbClr val="C00000"/>
                </a:solidFill>
                <a:latin typeface="iCiel Stabile Regular" panose="02000503000000000000" pitchFamily="2" charset="77"/>
              </a:defRPr>
            </a:lvl1pPr>
          </a:lstStyle>
          <a:p>
            <a:r>
              <a:rPr lang="en-US" sz="34400"/>
              <a:t>10</a:t>
            </a:r>
            <a:endParaRPr lang="en-VN" sz="3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C4310-C6F5-2F4E-33DB-FEBA02D5778A}"/>
              </a:ext>
            </a:extLst>
          </p:cNvPr>
          <p:cNvSpPr txBox="1"/>
          <p:nvPr/>
        </p:nvSpPr>
        <p:spPr>
          <a:xfrm>
            <a:off x="5317974" y="5125999"/>
            <a:ext cx="49669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>
                <a:latin typeface="iCiel Stabile Regular" panose="02000503000000000000" pitchFamily="2" charset="77"/>
              </a:rPr>
              <a:t>điểm</a:t>
            </a:r>
            <a:endParaRPr lang="en-VN" sz="4000">
              <a:latin typeface="iCiel Stabile Regular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451608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AD241-BE2A-822C-9B8C-DE2CF813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507EC-4E80-BE9F-8A19-5C79EAB4912B}"/>
              </a:ext>
            </a:extLst>
          </p:cNvPr>
          <p:cNvSpPr txBox="1"/>
          <p:nvPr/>
        </p:nvSpPr>
        <p:spPr>
          <a:xfrm>
            <a:off x="411306" y="1273934"/>
            <a:ext cx="71447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xứng</a:t>
            </a:r>
            <a:endParaRPr lang="en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CC42E2-C678-0D52-FAC5-9108FD786DD6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B03711-4065-D4A7-5E66-6E9EB082601E}"/>
              </a:ext>
            </a:extLst>
          </p:cNvPr>
          <p:cNvSpPr txBox="1"/>
          <p:nvPr/>
        </p:nvSpPr>
        <p:spPr>
          <a:xfrm>
            <a:off x="4572000" y="1256750"/>
            <a:ext cx="89080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đáng</a:t>
            </a:r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35088-3435-0F40-4CBC-81CB7B9A0BC6}"/>
              </a:ext>
            </a:extLst>
          </p:cNvPr>
          <p:cNvSpPr txBox="1"/>
          <p:nvPr/>
        </p:nvSpPr>
        <p:spPr>
          <a:xfrm>
            <a:off x="875896" y="2639047"/>
            <a:ext cx="104402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được</a:t>
            </a:r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386FE-5FD5-E1E9-8C1C-063A76B9CD6B}"/>
              </a:ext>
            </a:extLst>
          </p:cNvPr>
          <p:cNvSpPr txBox="1"/>
          <p:nvPr/>
        </p:nvSpPr>
        <p:spPr>
          <a:xfrm>
            <a:off x="1701627" y="1964636"/>
            <a:ext cx="4966979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23900">
                <a:solidFill>
                  <a:srgbClr val="C00000"/>
                </a:solidFill>
                <a:latin typeface="iCiel Stabile Regular" panose="02000503000000000000" pitchFamily="2" charset="77"/>
              </a:defRPr>
            </a:lvl1pPr>
          </a:lstStyle>
          <a:p>
            <a:r>
              <a:rPr lang="en-US" sz="34400"/>
              <a:t>10</a:t>
            </a:r>
            <a:endParaRPr lang="en-VN" sz="3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07BB1-2085-510F-CAA4-E173DAE9DBDF}"/>
              </a:ext>
            </a:extLst>
          </p:cNvPr>
          <p:cNvSpPr txBox="1"/>
          <p:nvPr/>
        </p:nvSpPr>
        <p:spPr>
          <a:xfrm>
            <a:off x="4068260" y="3087737"/>
            <a:ext cx="9668887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239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điểm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32352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51510-0736-1FE6-03AC-8855540E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9058122-F27C-D1B4-B5C0-39CB8BE5CD47}"/>
              </a:ext>
            </a:extLst>
          </p:cNvPr>
          <p:cNvSpPr txBox="1"/>
          <p:nvPr/>
        </p:nvSpPr>
        <p:spPr>
          <a:xfrm>
            <a:off x="2995904" y="3092241"/>
            <a:ext cx="19223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xứng</a:t>
            </a:r>
            <a:endParaRPr lang="en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5F6C53-6CD4-7586-EA10-BF96F3EBCD1F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48BA6-CA17-34B5-C52C-0442A637012C}"/>
              </a:ext>
            </a:extLst>
          </p:cNvPr>
          <p:cNvSpPr txBox="1"/>
          <p:nvPr/>
        </p:nvSpPr>
        <p:spPr>
          <a:xfrm>
            <a:off x="4037792" y="3075057"/>
            <a:ext cx="23968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đáng</a:t>
            </a:r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5661EE-87FB-C522-8298-05DE901D14BF}"/>
              </a:ext>
            </a:extLst>
          </p:cNvPr>
          <p:cNvSpPr txBox="1"/>
          <p:nvPr/>
        </p:nvSpPr>
        <p:spPr>
          <a:xfrm>
            <a:off x="4918281" y="3057873"/>
            <a:ext cx="2809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được</a:t>
            </a:r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D69905-20C2-0D37-F21A-3BAB98BDEE31}"/>
              </a:ext>
            </a:extLst>
          </p:cNvPr>
          <p:cNvSpPr txBox="1"/>
          <p:nvPr/>
        </p:nvSpPr>
        <p:spPr>
          <a:xfrm>
            <a:off x="6646902" y="3057873"/>
            <a:ext cx="13364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>
                <a:solidFill>
                  <a:srgbClr val="C00000"/>
                </a:solidFill>
              </a:rPr>
              <a:t>10</a:t>
            </a:r>
            <a:endParaRPr lang="en-VN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FC2D3-A106-00DD-0281-46D7CB0A361B}"/>
              </a:ext>
            </a:extLst>
          </p:cNvPr>
          <p:cNvSpPr txBox="1"/>
          <p:nvPr/>
        </p:nvSpPr>
        <p:spPr>
          <a:xfrm>
            <a:off x="6894836" y="3092241"/>
            <a:ext cx="26015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điểm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046445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A95C3-EBB1-5341-9C0E-059490145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7EBC5C-AEFE-35B0-311F-6C6389F4CB86}"/>
              </a:ext>
            </a:extLst>
          </p:cNvPr>
          <p:cNvSpPr txBox="1"/>
          <p:nvPr/>
        </p:nvSpPr>
        <p:spPr>
          <a:xfrm>
            <a:off x="-862645" y="1734434"/>
            <a:ext cx="677479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 sz="16600"/>
              <a:t>xứng</a:t>
            </a:r>
            <a:endParaRPr lang="en-VN" sz="166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B616E0-CDE1-58D4-338C-06407F335E99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E76F98-5DEA-7D11-BE5E-D86128B1B1D8}"/>
              </a:ext>
            </a:extLst>
          </p:cNvPr>
          <p:cNvSpPr txBox="1"/>
          <p:nvPr/>
        </p:nvSpPr>
        <p:spPr>
          <a:xfrm>
            <a:off x="4037792" y="3075057"/>
            <a:ext cx="23968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đáng</a:t>
            </a:r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54515B-D900-3B04-2606-404C3155964A}"/>
              </a:ext>
            </a:extLst>
          </p:cNvPr>
          <p:cNvSpPr txBox="1"/>
          <p:nvPr/>
        </p:nvSpPr>
        <p:spPr>
          <a:xfrm>
            <a:off x="4918281" y="3057873"/>
            <a:ext cx="2809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được</a:t>
            </a:r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FE8939-FC03-E7C0-11C9-82310F0C1274}"/>
              </a:ext>
            </a:extLst>
          </p:cNvPr>
          <p:cNvSpPr txBox="1"/>
          <p:nvPr/>
        </p:nvSpPr>
        <p:spPr>
          <a:xfrm>
            <a:off x="6646902" y="3057873"/>
            <a:ext cx="13364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>
                <a:solidFill>
                  <a:srgbClr val="C00000"/>
                </a:solidFill>
              </a:rPr>
              <a:t>10</a:t>
            </a:r>
            <a:endParaRPr lang="en-VN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223B9-5CF5-FE80-9DDF-01E65AF3F9D4}"/>
              </a:ext>
            </a:extLst>
          </p:cNvPr>
          <p:cNvSpPr txBox="1"/>
          <p:nvPr/>
        </p:nvSpPr>
        <p:spPr>
          <a:xfrm>
            <a:off x="6894836" y="3092241"/>
            <a:ext cx="26015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điểm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965073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1D1EB-53BE-E4A7-A35A-9C9C005F8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9618D8C-0188-BFDF-BDA0-864C09B946B7}"/>
              </a:ext>
            </a:extLst>
          </p:cNvPr>
          <p:cNvSpPr txBox="1"/>
          <p:nvPr/>
        </p:nvSpPr>
        <p:spPr>
          <a:xfrm>
            <a:off x="906581" y="3057873"/>
            <a:ext cx="13198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xứng</a:t>
            </a:r>
            <a:endParaRPr lang="en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D0E1AA-F637-A928-80B5-0649000C79AC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25E160-8F6F-7C99-C6FB-805A6B6ECB8C}"/>
              </a:ext>
            </a:extLst>
          </p:cNvPr>
          <p:cNvSpPr txBox="1"/>
          <p:nvPr/>
        </p:nvSpPr>
        <p:spPr>
          <a:xfrm>
            <a:off x="264692" y="1066148"/>
            <a:ext cx="9872172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239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đáng</a:t>
            </a:r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EA739-9159-FE64-5BF6-602B12811C13}"/>
              </a:ext>
            </a:extLst>
          </p:cNvPr>
          <p:cNvSpPr txBox="1"/>
          <p:nvPr/>
        </p:nvSpPr>
        <p:spPr>
          <a:xfrm>
            <a:off x="7983331" y="3057873"/>
            <a:ext cx="11777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được</a:t>
            </a:r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616D32-32DC-FD38-CAE9-D01644EFD82C}"/>
              </a:ext>
            </a:extLst>
          </p:cNvPr>
          <p:cNvSpPr txBox="1"/>
          <p:nvPr/>
        </p:nvSpPr>
        <p:spPr>
          <a:xfrm>
            <a:off x="8784878" y="3057873"/>
            <a:ext cx="13364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>
                <a:solidFill>
                  <a:srgbClr val="C00000"/>
                </a:solidFill>
              </a:rPr>
              <a:t>10</a:t>
            </a:r>
            <a:endParaRPr lang="en-VN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4212E-CC51-DBE9-4EFE-D1A8E7387144}"/>
              </a:ext>
            </a:extLst>
          </p:cNvPr>
          <p:cNvSpPr txBox="1"/>
          <p:nvPr/>
        </p:nvSpPr>
        <p:spPr>
          <a:xfrm>
            <a:off x="9434954" y="3092241"/>
            <a:ext cx="26015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điểm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505330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3D3E3-A4CD-14C9-6A34-9ED4DB21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A32B6E7-273B-1EF8-CEF2-20D0AF7CA92E}"/>
              </a:ext>
            </a:extLst>
          </p:cNvPr>
          <p:cNvSpPr txBox="1"/>
          <p:nvPr/>
        </p:nvSpPr>
        <p:spPr>
          <a:xfrm>
            <a:off x="906581" y="3057873"/>
            <a:ext cx="13198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xứng</a:t>
            </a:r>
            <a:endParaRPr lang="en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1B96DC-538E-3FE7-614B-E7D3DC3AD537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DB29F-67D4-DA67-9072-76824943E232}"/>
              </a:ext>
            </a:extLst>
          </p:cNvPr>
          <p:cNvSpPr txBox="1"/>
          <p:nvPr/>
        </p:nvSpPr>
        <p:spPr>
          <a:xfrm>
            <a:off x="1975301" y="3057873"/>
            <a:ext cx="14625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đáng</a:t>
            </a:r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5B3943-191B-28E8-F047-DABFD836B2B8}"/>
              </a:ext>
            </a:extLst>
          </p:cNvPr>
          <p:cNvSpPr txBox="1"/>
          <p:nvPr/>
        </p:nvSpPr>
        <p:spPr>
          <a:xfrm>
            <a:off x="1975301" y="1172741"/>
            <a:ext cx="8432917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239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được</a:t>
            </a:r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012FD-4F68-5F7D-2346-82CD22037C64}"/>
              </a:ext>
            </a:extLst>
          </p:cNvPr>
          <p:cNvSpPr txBox="1"/>
          <p:nvPr/>
        </p:nvSpPr>
        <p:spPr>
          <a:xfrm>
            <a:off x="8784878" y="3057873"/>
            <a:ext cx="13364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>
                <a:solidFill>
                  <a:srgbClr val="C00000"/>
                </a:solidFill>
              </a:rPr>
              <a:t>10</a:t>
            </a:r>
            <a:endParaRPr lang="en-VN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53ADE0-BEFC-6D3C-6588-E373DD47DA30}"/>
              </a:ext>
            </a:extLst>
          </p:cNvPr>
          <p:cNvSpPr txBox="1"/>
          <p:nvPr/>
        </p:nvSpPr>
        <p:spPr>
          <a:xfrm>
            <a:off x="9434954" y="3092241"/>
            <a:ext cx="26015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điểm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814622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E0FBF-3ED5-845A-B76F-2555404A4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531B868-EA96-693D-998F-82DB7DA747CB}"/>
              </a:ext>
            </a:extLst>
          </p:cNvPr>
          <p:cNvSpPr txBox="1"/>
          <p:nvPr/>
        </p:nvSpPr>
        <p:spPr>
          <a:xfrm>
            <a:off x="906581" y="3057873"/>
            <a:ext cx="13198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xứng</a:t>
            </a:r>
            <a:endParaRPr lang="en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066DB7-639D-9BDE-1B26-3924CBC79C88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5C3D28-2C1F-0602-D662-0FEB753143C5}"/>
              </a:ext>
            </a:extLst>
          </p:cNvPr>
          <p:cNvSpPr txBox="1"/>
          <p:nvPr/>
        </p:nvSpPr>
        <p:spPr>
          <a:xfrm>
            <a:off x="1975301" y="3057873"/>
            <a:ext cx="14625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đáng</a:t>
            </a:r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4FF305-5EE7-C7D9-B7DD-AAF4FF9C2AF1}"/>
              </a:ext>
            </a:extLst>
          </p:cNvPr>
          <p:cNvSpPr txBox="1"/>
          <p:nvPr/>
        </p:nvSpPr>
        <p:spPr>
          <a:xfrm>
            <a:off x="3295146" y="3092241"/>
            <a:ext cx="13198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được</a:t>
            </a:r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7B5AEB-1F5C-FFEB-2938-D7F6DD344A5D}"/>
              </a:ext>
            </a:extLst>
          </p:cNvPr>
          <p:cNvSpPr txBox="1"/>
          <p:nvPr/>
        </p:nvSpPr>
        <p:spPr>
          <a:xfrm>
            <a:off x="3023301" y="162273"/>
            <a:ext cx="6826161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34400">
                <a:solidFill>
                  <a:srgbClr val="C00000"/>
                </a:solidFill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10</a:t>
            </a:r>
            <a:endParaRPr lang="en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E7F04-FA18-AC87-D622-61630A7E9561}"/>
              </a:ext>
            </a:extLst>
          </p:cNvPr>
          <p:cNvSpPr txBox="1"/>
          <p:nvPr/>
        </p:nvSpPr>
        <p:spPr>
          <a:xfrm>
            <a:off x="9434954" y="3092241"/>
            <a:ext cx="26015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điểm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15368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6E460E-A47B-14F4-C667-D08B1E8D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B698B50-C652-CACD-5BA8-D94544242AFF}"/>
              </a:ext>
            </a:extLst>
          </p:cNvPr>
          <p:cNvSpPr txBox="1"/>
          <p:nvPr/>
        </p:nvSpPr>
        <p:spPr>
          <a:xfrm>
            <a:off x="-46027" y="3057873"/>
            <a:ext cx="13198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xứng</a:t>
            </a:r>
            <a:endParaRPr lang="en-V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9E79DE-E036-6681-F1A1-9F5824C30C9D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8F63DC-CC2C-58F7-7741-4B973364ACA5}"/>
              </a:ext>
            </a:extLst>
          </p:cNvPr>
          <p:cNvSpPr txBox="1"/>
          <p:nvPr/>
        </p:nvSpPr>
        <p:spPr>
          <a:xfrm>
            <a:off x="1022693" y="3057873"/>
            <a:ext cx="14625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đáng</a:t>
            </a:r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7C334A-B085-8D63-C05D-8BA66720D7DE}"/>
              </a:ext>
            </a:extLst>
          </p:cNvPr>
          <p:cNvSpPr txBox="1"/>
          <p:nvPr/>
        </p:nvSpPr>
        <p:spPr>
          <a:xfrm>
            <a:off x="2342538" y="3092241"/>
            <a:ext cx="13198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0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được</a:t>
            </a:r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AFA91-BF98-6AAF-874C-76FA89A9F3E7}"/>
              </a:ext>
            </a:extLst>
          </p:cNvPr>
          <p:cNvSpPr txBox="1"/>
          <p:nvPr/>
        </p:nvSpPr>
        <p:spPr>
          <a:xfrm>
            <a:off x="1567035" y="162273"/>
            <a:ext cx="6826161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34400">
                <a:solidFill>
                  <a:srgbClr val="C00000"/>
                </a:solidFill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10</a:t>
            </a:r>
            <a:endParaRPr lang="en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0524D-33EC-C377-0CF9-0C0B006BD413}"/>
              </a:ext>
            </a:extLst>
          </p:cNvPr>
          <p:cNvSpPr txBox="1"/>
          <p:nvPr/>
        </p:nvSpPr>
        <p:spPr>
          <a:xfrm>
            <a:off x="6096000" y="1309637"/>
            <a:ext cx="6482358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23900">
                <a:latin typeface="iCiel Stabile Regular" panose="02000503000000000000" pitchFamily="2" charset="77"/>
              </a:defRPr>
            </a:lvl1pPr>
          </a:lstStyle>
          <a:p>
            <a:r>
              <a:rPr lang="en-US"/>
              <a:t>điểm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30149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D1373-A1D2-A512-9488-15EF8B34A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C9691B10-80C2-005F-43BB-158EF998B078}"/>
              </a:ext>
            </a:extLst>
          </p:cNvPr>
          <p:cNvSpPr/>
          <p:nvPr/>
        </p:nvSpPr>
        <p:spPr>
          <a:xfrm>
            <a:off x="-4055844" y="-6722844"/>
            <a:ext cx="20303687" cy="2030368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8EB4C-C04C-FA4B-1485-9EA894A9F893}"/>
              </a:ext>
            </a:extLst>
          </p:cNvPr>
          <p:cNvSpPr txBox="1"/>
          <p:nvPr/>
        </p:nvSpPr>
        <p:spPr>
          <a:xfrm>
            <a:off x="-2137601" y="2705724"/>
            <a:ext cx="165010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8800">
                <a:solidFill>
                  <a:schemeClr val="bg1"/>
                </a:solidFill>
                <a:latin typeface="iCiel Stabile Regular" panose="02000503000000000000" pitchFamily="2" charset="77"/>
              </a:rPr>
              <a:t>THANKS FOR WATCHING!</a:t>
            </a:r>
          </a:p>
        </p:txBody>
      </p:sp>
    </p:spTree>
    <p:extLst>
      <p:ext uri="{BB962C8B-B14F-4D97-AF65-F5344CB8AC3E}">
        <p14:creationId xmlns:p14="http://schemas.microsoft.com/office/powerpoint/2010/main" val="710325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214</Words>
  <Application>Microsoft Office PowerPoint</Application>
  <PresentationFormat>Widescreen</PresentationFormat>
  <Paragraphs>172</Paragraphs>
  <Slides>40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iCiel Stabile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Công Nguyễn</dc:creator>
  <cp:lastModifiedBy>Khôi .</cp:lastModifiedBy>
  <cp:revision>4</cp:revision>
  <dcterms:created xsi:type="dcterms:W3CDTF">2026-10-12T13:08:21Z</dcterms:created>
  <dcterms:modified xsi:type="dcterms:W3CDTF">2026-10-13T15:36:24Z</dcterms:modified>
</cp:coreProperties>
</file>