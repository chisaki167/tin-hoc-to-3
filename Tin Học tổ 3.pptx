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6" r:id="rId10"/>
    <p:sldId id="268" r:id="rId11"/>
    <p:sldId id="269" r:id="rId12"/>
    <p:sldId id="270" r:id="rId13"/>
    <p:sldId id="271" r:id="rId14"/>
    <p:sldId id="272" r:id="rId15"/>
    <p:sldId id="273" r:id="rId16"/>
    <p:sldId id="274" r:id="rId17"/>
    <p:sldId id="296" r:id="rId18"/>
    <p:sldId id="264" r:id="rId19"/>
    <p:sldId id="265" r:id="rId20"/>
    <p:sldId id="297" r:id="rId21"/>
    <p:sldId id="298" r:id="rId22"/>
    <p:sldId id="299" r:id="rId23"/>
    <p:sldId id="300" r:id="rId24"/>
    <p:sldId id="301" r:id="rId25"/>
    <p:sldId id="302" r:id="rId26"/>
    <p:sldId id="279" r:id="rId27"/>
    <p:sldId id="280" r:id="rId28"/>
    <p:sldId id="281" r:id="rId29"/>
    <p:sldId id="282" r:id="rId30"/>
    <p:sldId id="283" r:id="rId31"/>
    <p:sldId id="284" r:id="rId32"/>
    <p:sldId id="286" r:id="rId33"/>
    <p:sldId id="285" r:id="rId34"/>
    <p:sldId id="287" r:id="rId35"/>
    <p:sldId id="288" r:id="rId36"/>
    <p:sldId id="289" r:id="rId37"/>
    <p:sldId id="290" r:id="rId38"/>
    <p:sldId id="291" r:id="rId39"/>
    <p:sldId id="292" r:id="rId40"/>
    <p:sldId id="293" r:id="rId41"/>
    <p:sldId id="294" r:id="rId42"/>
    <p:sldId id="295" r:id="rId43"/>
  </p:sldIdLst>
  <p:sldSz cx="18288000" cy="10287000"/>
  <p:notesSz cx="6858000" cy="9144000"/>
  <p:embeddedFontLst>
    <p:embeddedFont>
      <p:font typeface="Anton" pitchFamily="2" charset="0"/>
      <p:regular r:id="rId44"/>
    </p:embeddedFont>
    <p:embeddedFont>
      <p:font typeface="Bahnschrift SemiBold" panose="020B0502040204020203" pitchFamily="34" charset="0"/>
      <p:bold r:id="rId45"/>
    </p:embeddedFont>
    <p:embeddedFont>
      <p:font typeface="Bahnschrift SemiBold Condensed" panose="020B0502040204020203" pitchFamily="34" charset="0"/>
      <p:bold r:id="rId46"/>
    </p:embeddedFont>
    <p:embeddedFont>
      <p:font typeface="Boldfat Mighty" panose="00000500000000000000" pitchFamily="2" charset="0"/>
      <p:regular r:id="rId47"/>
    </p:embeddedFont>
    <p:embeddedFont>
      <p:font typeface="Cheering Section" panose="020B0604020202020204" charset="0"/>
      <p:regular r:id="rId48"/>
    </p:embeddedFont>
    <p:embeddedFont>
      <p:font typeface="Dingos Stamp" panose="020B0604020202020204" charset="0"/>
      <p:regular r:id="rId49"/>
    </p:embeddedFont>
    <p:embeddedFont>
      <p:font typeface="Finesse" panose="020B0604020202020204" charset="0"/>
      <p:regular r:id="rId50"/>
    </p:embeddedFont>
    <p:embeddedFont>
      <p:font typeface="Handpicked Seashells" panose="020B0604020202020204" charset="0"/>
      <p:regular r:id="rId51"/>
    </p:embeddedFont>
    <p:embeddedFont>
      <p:font typeface="iCiel Stabile Regular" panose="02000503000000000000" pitchFamily="2" charset="0"/>
      <p:regular r:id="rId52"/>
    </p:embeddedFont>
    <p:embeddedFont>
      <p:font typeface="Mali" panose="020B0604020202020204" charset="-34"/>
      <p:regular r:id="rId53"/>
    </p:embeddedFont>
    <p:embeddedFont>
      <p:font typeface="Mali Bold" panose="020B0604020202020204" charset="-34"/>
      <p:regular r:id="rId54"/>
    </p:embeddedFont>
    <p:embeddedFont>
      <p:font typeface="Mali Medium" panose="020B0604020202020204" charset="-34"/>
      <p:regular r:id="rId55"/>
    </p:embeddedFont>
    <p:embeddedFont>
      <p:font typeface="Quicksand Semi-Bold" panose="020B0604020202020204" charset="0"/>
      <p:regular r:id="rId5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88"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1334" y="125"/>
      </p:cViewPr>
      <p:guideLst>
        <p:guide orient="horz" pos="2088"/>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presProps" Target="presProps.xml"/><Relationship Id="rId61"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5.fntdata"/><Relationship Id="rId56"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ôi ." userId="748e3259e281ab95" providerId="LiveId" clId="{273BCA6A-993C-44AE-BCE5-EDA7CBD06128}"/>
    <pc:docChg chg="undo custSel modSld">
      <pc:chgData name="Khôi ." userId="748e3259e281ab95" providerId="LiveId" clId="{273BCA6A-993C-44AE-BCE5-EDA7CBD06128}" dt="2026-10-14T12:13:44.964" v="610" actId="123"/>
      <pc:docMkLst>
        <pc:docMk/>
      </pc:docMkLst>
      <pc:sldChg chg="addSp modSp mod">
        <pc:chgData name="Khôi ." userId="748e3259e281ab95" providerId="LiveId" clId="{273BCA6A-993C-44AE-BCE5-EDA7CBD06128}" dt="2026-10-14T11:03:25.814" v="137" actId="1035"/>
        <pc:sldMkLst>
          <pc:docMk/>
          <pc:sldMk cId="0" sldId="256"/>
        </pc:sldMkLst>
        <pc:spChg chg="add mod">
          <ac:chgData name="Khôi ." userId="748e3259e281ab95" providerId="LiveId" clId="{273BCA6A-993C-44AE-BCE5-EDA7CBD06128}" dt="2026-10-14T11:03:07.892" v="51" actId="1035"/>
          <ac:spMkLst>
            <pc:docMk/>
            <pc:sldMk cId="0" sldId="256"/>
            <ac:spMk id="7" creationId="{C25196D8-1538-787F-249F-132CE8E4C5FF}"/>
          </ac:spMkLst>
        </pc:spChg>
        <pc:spChg chg="add mod">
          <ac:chgData name="Khôi ." userId="748e3259e281ab95" providerId="LiveId" clId="{273BCA6A-993C-44AE-BCE5-EDA7CBD06128}" dt="2026-10-14T11:03:23.040" v="120" actId="1035"/>
          <ac:spMkLst>
            <pc:docMk/>
            <pc:sldMk cId="0" sldId="256"/>
            <ac:spMk id="15" creationId="{64662823-4758-8A8C-BA43-55DB1829EABD}"/>
          </ac:spMkLst>
        </pc:spChg>
        <pc:spChg chg="mod">
          <ac:chgData name="Khôi ." userId="748e3259e281ab95" providerId="LiveId" clId="{273BCA6A-993C-44AE-BCE5-EDA7CBD06128}" dt="2026-10-14T11:03:25.814" v="137" actId="1035"/>
          <ac:spMkLst>
            <pc:docMk/>
            <pc:sldMk cId="0" sldId="256"/>
            <ac:spMk id="23" creationId="{AFB32FC5-0426-D4EC-844E-A7F3F1DC212B}"/>
          </ac:spMkLst>
        </pc:spChg>
      </pc:sldChg>
      <pc:sldChg chg="modSp mod">
        <pc:chgData name="Khôi ." userId="748e3259e281ab95" providerId="LiveId" clId="{273BCA6A-993C-44AE-BCE5-EDA7CBD06128}" dt="2026-10-14T11:02:52.181" v="0" actId="2711"/>
        <pc:sldMkLst>
          <pc:docMk/>
          <pc:sldMk cId="0" sldId="257"/>
        </pc:sldMkLst>
        <pc:spChg chg="mod">
          <ac:chgData name="Khôi ." userId="748e3259e281ab95" providerId="LiveId" clId="{273BCA6A-993C-44AE-BCE5-EDA7CBD06128}" dt="2026-10-14T11:02:52.181" v="0" actId="2711"/>
          <ac:spMkLst>
            <pc:docMk/>
            <pc:sldMk cId="0" sldId="257"/>
            <ac:spMk id="21" creationId="{00000000-0000-0000-0000-000000000000}"/>
          </ac:spMkLst>
        </pc:spChg>
      </pc:sldChg>
      <pc:sldChg chg="modSp mod">
        <pc:chgData name="Khôi ." userId="748e3259e281ab95" providerId="LiveId" clId="{273BCA6A-993C-44AE-BCE5-EDA7CBD06128}" dt="2026-10-14T12:10:07.540" v="365" actId="1037"/>
        <pc:sldMkLst>
          <pc:docMk/>
          <pc:sldMk cId="0" sldId="260"/>
        </pc:sldMkLst>
        <pc:spChg chg="mod">
          <ac:chgData name="Khôi ." userId="748e3259e281ab95" providerId="LiveId" clId="{273BCA6A-993C-44AE-BCE5-EDA7CBD06128}" dt="2026-10-14T12:10:07.540" v="365" actId="1037"/>
          <ac:spMkLst>
            <pc:docMk/>
            <pc:sldMk cId="0" sldId="260"/>
            <ac:spMk id="28" creationId="{00000000-0000-0000-0000-000000000000}"/>
          </ac:spMkLst>
        </pc:spChg>
      </pc:sldChg>
      <pc:sldChg chg="addSp modSp mod">
        <pc:chgData name="Khôi ." userId="748e3259e281ab95" providerId="LiveId" clId="{273BCA6A-993C-44AE-BCE5-EDA7CBD06128}" dt="2026-10-14T12:13:36.089" v="608" actId="123"/>
        <pc:sldMkLst>
          <pc:docMk/>
          <pc:sldMk cId="0" sldId="263"/>
        </pc:sldMkLst>
        <pc:spChg chg="mod">
          <ac:chgData name="Khôi ." userId="748e3259e281ab95" providerId="LiveId" clId="{273BCA6A-993C-44AE-BCE5-EDA7CBD06128}" dt="2026-10-14T12:13:36.089" v="608" actId="123"/>
          <ac:spMkLst>
            <pc:docMk/>
            <pc:sldMk cId="0" sldId="263"/>
            <ac:spMk id="13" creationId="{00000000-0000-0000-0000-000000000000}"/>
          </ac:spMkLst>
        </pc:spChg>
        <pc:spChg chg="mod">
          <ac:chgData name="Khôi ." userId="748e3259e281ab95" providerId="LiveId" clId="{273BCA6A-993C-44AE-BCE5-EDA7CBD06128}" dt="2026-10-14T11:13:42.921" v="340" actId="1076"/>
          <ac:spMkLst>
            <pc:docMk/>
            <pc:sldMk cId="0" sldId="263"/>
            <ac:spMk id="14" creationId="{00000000-0000-0000-0000-000000000000}"/>
          </ac:spMkLst>
        </pc:spChg>
        <pc:spChg chg="mod">
          <ac:chgData name="Khôi ." userId="748e3259e281ab95" providerId="LiveId" clId="{273BCA6A-993C-44AE-BCE5-EDA7CBD06128}" dt="2026-10-14T11:13:26.743" v="335" actId="1076"/>
          <ac:spMkLst>
            <pc:docMk/>
            <pc:sldMk cId="0" sldId="263"/>
            <ac:spMk id="15" creationId="{00000000-0000-0000-0000-000000000000}"/>
          </ac:spMkLst>
        </pc:spChg>
        <pc:spChg chg="mod">
          <ac:chgData name="Khôi ." userId="748e3259e281ab95" providerId="LiveId" clId="{273BCA6A-993C-44AE-BCE5-EDA7CBD06128}" dt="2026-10-14T11:13:34.343" v="339" actId="1076"/>
          <ac:spMkLst>
            <pc:docMk/>
            <pc:sldMk cId="0" sldId="263"/>
            <ac:spMk id="16" creationId="{00000000-0000-0000-0000-000000000000}"/>
          </ac:spMkLst>
        </pc:spChg>
        <pc:spChg chg="mod">
          <ac:chgData name="Khôi ." userId="748e3259e281ab95" providerId="LiveId" clId="{273BCA6A-993C-44AE-BCE5-EDA7CBD06128}" dt="2026-10-14T11:08:59.014" v="284" actId="2711"/>
          <ac:spMkLst>
            <pc:docMk/>
            <pc:sldMk cId="0" sldId="263"/>
            <ac:spMk id="22" creationId="{00000000-0000-0000-0000-000000000000}"/>
          </ac:spMkLst>
        </pc:spChg>
        <pc:spChg chg="add mod">
          <ac:chgData name="Khôi ." userId="748e3259e281ab95" providerId="LiveId" clId="{273BCA6A-993C-44AE-BCE5-EDA7CBD06128}" dt="2026-10-14T11:13:23.575" v="333" actId="1076"/>
          <ac:spMkLst>
            <pc:docMk/>
            <pc:sldMk cId="0" sldId="263"/>
            <ac:spMk id="35" creationId="{A4985BFF-50C2-6061-A4EA-E13E206A3FD8}"/>
          </ac:spMkLst>
        </pc:spChg>
        <pc:spChg chg="add mod">
          <ac:chgData name="Khôi ." userId="748e3259e281ab95" providerId="LiveId" clId="{273BCA6A-993C-44AE-BCE5-EDA7CBD06128}" dt="2026-10-14T11:12:50.757" v="325"/>
          <ac:spMkLst>
            <pc:docMk/>
            <pc:sldMk cId="0" sldId="263"/>
            <ac:spMk id="36" creationId="{F5D060E7-638D-FB1B-947F-438809A32F09}"/>
          </ac:spMkLst>
        </pc:spChg>
        <pc:spChg chg="add mod">
          <ac:chgData name="Khôi ." userId="748e3259e281ab95" providerId="LiveId" clId="{273BCA6A-993C-44AE-BCE5-EDA7CBD06128}" dt="2026-10-14T11:12:50.757" v="325"/>
          <ac:spMkLst>
            <pc:docMk/>
            <pc:sldMk cId="0" sldId="263"/>
            <ac:spMk id="37" creationId="{293D51BE-3FC3-7C19-A7FA-10761F396328}"/>
          </ac:spMkLst>
        </pc:spChg>
        <pc:spChg chg="add mod">
          <ac:chgData name="Khôi ." userId="748e3259e281ab95" providerId="LiveId" clId="{273BCA6A-993C-44AE-BCE5-EDA7CBD06128}" dt="2026-10-14T11:12:50.757" v="325"/>
          <ac:spMkLst>
            <pc:docMk/>
            <pc:sldMk cId="0" sldId="263"/>
            <ac:spMk id="38" creationId="{41800A33-D76D-F640-A94D-EFA78B8ED7BE}"/>
          </ac:spMkLst>
        </pc:spChg>
        <pc:spChg chg="mod">
          <ac:chgData name="Khôi ." userId="748e3259e281ab95" providerId="LiveId" clId="{273BCA6A-993C-44AE-BCE5-EDA7CBD06128}" dt="2026-10-14T11:13:30.256" v="337" actId="1076"/>
          <ac:spMkLst>
            <pc:docMk/>
            <pc:sldMk cId="0" sldId="263"/>
            <ac:spMk id="39" creationId="{CA066FB2-5D3D-5E62-23BE-D6B94C21CF53}"/>
          </ac:spMkLst>
        </pc:spChg>
        <pc:spChg chg="mod">
          <ac:chgData name="Khôi ." userId="748e3259e281ab95" providerId="LiveId" clId="{273BCA6A-993C-44AE-BCE5-EDA7CBD06128}" dt="2026-10-14T11:12:50.757" v="325"/>
          <ac:spMkLst>
            <pc:docMk/>
            <pc:sldMk cId="0" sldId="263"/>
            <ac:spMk id="41" creationId="{F9D7EB77-62C1-BE7A-F1C6-3BE6D005B1D9}"/>
          </ac:spMkLst>
        </pc:spChg>
        <pc:spChg chg="mod">
          <ac:chgData name="Khôi ." userId="748e3259e281ab95" providerId="LiveId" clId="{273BCA6A-993C-44AE-BCE5-EDA7CBD06128}" dt="2026-10-14T11:12:50.757" v="325"/>
          <ac:spMkLst>
            <pc:docMk/>
            <pc:sldMk cId="0" sldId="263"/>
            <ac:spMk id="42" creationId="{F651F664-A139-3AC8-6CED-7B4FF78289F1}"/>
          </ac:spMkLst>
        </pc:spChg>
        <pc:spChg chg="mod">
          <ac:chgData name="Khôi ." userId="748e3259e281ab95" providerId="LiveId" clId="{273BCA6A-993C-44AE-BCE5-EDA7CBD06128}" dt="2026-10-14T11:12:50.757" v="325"/>
          <ac:spMkLst>
            <pc:docMk/>
            <pc:sldMk cId="0" sldId="263"/>
            <ac:spMk id="44" creationId="{9756570C-EF00-D07D-38C0-7D52CD770666}"/>
          </ac:spMkLst>
        </pc:spChg>
        <pc:spChg chg="add mod">
          <ac:chgData name="Khôi ." userId="748e3259e281ab95" providerId="LiveId" clId="{273BCA6A-993C-44AE-BCE5-EDA7CBD06128}" dt="2026-10-14T11:12:58.263" v="326" actId="1076"/>
          <ac:spMkLst>
            <pc:docMk/>
            <pc:sldMk cId="0" sldId="263"/>
            <ac:spMk id="46" creationId="{E92E9227-6F33-93F6-D76D-16665B25DF61}"/>
          </ac:spMkLst>
        </pc:spChg>
        <pc:spChg chg="mod">
          <ac:chgData name="Khôi ." userId="748e3259e281ab95" providerId="LiveId" clId="{273BCA6A-993C-44AE-BCE5-EDA7CBD06128}" dt="2026-10-14T11:12:50.757" v="325"/>
          <ac:spMkLst>
            <pc:docMk/>
            <pc:sldMk cId="0" sldId="263"/>
            <ac:spMk id="48" creationId="{A887A085-EE4B-84EC-72FF-3411471B6206}"/>
          </ac:spMkLst>
        </pc:spChg>
        <pc:spChg chg="mod">
          <ac:chgData name="Khôi ." userId="748e3259e281ab95" providerId="LiveId" clId="{273BCA6A-993C-44AE-BCE5-EDA7CBD06128}" dt="2026-10-14T11:13:21.723" v="332" actId="1076"/>
          <ac:spMkLst>
            <pc:docMk/>
            <pc:sldMk cId="0" sldId="263"/>
            <ac:spMk id="50" creationId="{D9E3E9E9-2441-7F65-165E-2C3B8C0C395C}"/>
          </ac:spMkLst>
        </pc:spChg>
        <pc:spChg chg="add mod">
          <ac:chgData name="Khôi ." userId="748e3259e281ab95" providerId="LiveId" clId="{273BCA6A-993C-44AE-BCE5-EDA7CBD06128}" dt="2026-10-14T11:13:18.689" v="331" actId="1076"/>
          <ac:spMkLst>
            <pc:docMk/>
            <pc:sldMk cId="0" sldId="263"/>
            <ac:spMk id="51" creationId="{0A696F1E-B46E-F32A-8397-430B45A73D74}"/>
          </ac:spMkLst>
        </pc:spChg>
        <pc:spChg chg="add mod">
          <ac:chgData name="Khôi ." userId="748e3259e281ab95" providerId="LiveId" clId="{273BCA6A-993C-44AE-BCE5-EDA7CBD06128}" dt="2026-10-14T12:10:56.809" v="603" actId="1037"/>
          <ac:spMkLst>
            <pc:docMk/>
            <pc:sldMk cId="0" sldId="263"/>
            <ac:spMk id="53" creationId="{7C4A75DF-8743-2EDB-3553-450C9B8EFD92}"/>
          </ac:spMkLst>
        </pc:spChg>
        <pc:grpChg chg="mod">
          <ac:chgData name="Khôi ." userId="748e3259e281ab95" providerId="LiveId" clId="{273BCA6A-993C-44AE-BCE5-EDA7CBD06128}" dt="2026-10-14T11:13:06.658" v="329" actId="1076"/>
          <ac:grpSpMkLst>
            <pc:docMk/>
            <pc:sldMk cId="0" sldId="263"/>
            <ac:grpSpMk id="40" creationId="{AB194ED0-4E2E-241B-5573-6D55422EECEA}"/>
          </ac:grpSpMkLst>
        </pc:grpChg>
        <pc:grpChg chg="mod">
          <ac:chgData name="Khôi ." userId="748e3259e281ab95" providerId="LiveId" clId="{273BCA6A-993C-44AE-BCE5-EDA7CBD06128}" dt="2026-10-14T11:13:01.810" v="327" actId="1076"/>
          <ac:grpSpMkLst>
            <pc:docMk/>
            <pc:sldMk cId="0" sldId="263"/>
            <ac:grpSpMk id="43" creationId="{3ECF4C38-7678-9503-44D7-CCB964582243}"/>
          </ac:grpSpMkLst>
        </pc:grpChg>
        <pc:grpChg chg="mod">
          <ac:chgData name="Khôi ." userId="748e3259e281ab95" providerId="LiveId" clId="{273BCA6A-993C-44AE-BCE5-EDA7CBD06128}" dt="2026-10-14T11:13:08.473" v="330" actId="1076"/>
          <ac:grpSpMkLst>
            <pc:docMk/>
            <pc:sldMk cId="0" sldId="263"/>
            <ac:grpSpMk id="47" creationId="{05DFF202-31C4-AC17-54CE-EBE2132D1940}"/>
          </ac:grpSpMkLst>
        </pc:grpChg>
      </pc:sldChg>
      <pc:sldChg chg="addSp delSp modSp mod delAnim">
        <pc:chgData name="Khôi ." userId="748e3259e281ab95" providerId="LiveId" clId="{273BCA6A-993C-44AE-BCE5-EDA7CBD06128}" dt="2026-10-14T12:13:44.964" v="610" actId="123"/>
        <pc:sldMkLst>
          <pc:docMk/>
          <pc:sldMk cId="0" sldId="266"/>
        </pc:sldMkLst>
        <pc:spChg chg="del">
          <ac:chgData name="Khôi ." userId="748e3259e281ab95" providerId="LiveId" clId="{273BCA6A-993C-44AE-BCE5-EDA7CBD06128}" dt="2026-10-14T11:03:43.666" v="140" actId="478"/>
          <ac:spMkLst>
            <pc:docMk/>
            <pc:sldMk cId="0" sldId="266"/>
            <ac:spMk id="7" creationId="{00000000-0000-0000-0000-000000000000}"/>
          </ac:spMkLst>
        </pc:spChg>
        <pc:spChg chg="del">
          <ac:chgData name="Khôi ." userId="748e3259e281ab95" providerId="LiveId" clId="{273BCA6A-993C-44AE-BCE5-EDA7CBD06128}" dt="2026-10-14T11:03:42.885" v="139" actId="478"/>
          <ac:spMkLst>
            <pc:docMk/>
            <pc:sldMk cId="0" sldId="266"/>
            <ac:spMk id="8" creationId="{00000000-0000-0000-0000-000000000000}"/>
          </ac:spMkLst>
        </pc:spChg>
        <pc:spChg chg="del">
          <ac:chgData name="Khôi ." userId="748e3259e281ab95" providerId="LiveId" clId="{273BCA6A-993C-44AE-BCE5-EDA7CBD06128}" dt="2026-10-14T11:03:41.234" v="138" actId="478"/>
          <ac:spMkLst>
            <pc:docMk/>
            <pc:sldMk cId="0" sldId="266"/>
            <ac:spMk id="9" creationId="{00000000-0000-0000-0000-000000000000}"/>
          </ac:spMkLst>
        </pc:spChg>
        <pc:spChg chg="mod">
          <ac:chgData name="Khôi ." userId="748e3259e281ab95" providerId="LiveId" clId="{273BCA6A-993C-44AE-BCE5-EDA7CBD06128}" dt="2026-10-14T11:04:05.364" v="141"/>
          <ac:spMkLst>
            <pc:docMk/>
            <pc:sldMk cId="0" sldId="266"/>
            <ac:spMk id="18" creationId="{662E9DFA-29A2-3ED9-6593-597A0E4C97C0}"/>
          </ac:spMkLst>
        </pc:spChg>
        <pc:spChg chg="mod">
          <ac:chgData name="Khôi ." userId="748e3259e281ab95" providerId="LiveId" clId="{273BCA6A-993C-44AE-BCE5-EDA7CBD06128}" dt="2026-10-14T11:12:24.860" v="324" actId="1076"/>
          <ac:spMkLst>
            <pc:docMk/>
            <pc:sldMk cId="0" sldId="266"/>
            <ac:spMk id="21" creationId="{8ACEF3B3-7671-456E-8AC4-08320BFFBB38}"/>
          </ac:spMkLst>
        </pc:spChg>
        <pc:spChg chg="mod">
          <ac:chgData name="Khôi ." userId="748e3259e281ab95" providerId="LiveId" clId="{273BCA6A-993C-44AE-BCE5-EDA7CBD06128}" dt="2026-10-14T11:04:05.364" v="141"/>
          <ac:spMkLst>
            <pc:docMk/>
            <pc:sldMk cId="0" sldId="266"/>
            <ac:spMk id="26" creationId="{2C17E40B-A6B5-0C01-B4AC-B8708312038B}"/>
          </ac:spMkLst>
        </pc:spChg>
        <pc:spChg chg="mod">
          <ac:chgData name="Khôi ." userId="748e3259e281ab95" providerId="LiveId" clId="{273BCA6A-993C-44AE-BCE5-EDA7CBD06128}" dt="2026-10-14T11:04:17.198" v="143"/>
          <ac:spMkLst>
            <pc:docMk/>
            <pc:sldMk cId="0" sldId="266"/>
            <ac:spMk id="28" creationId="{2A84105D-10A7-9AA5-5605-DCE05AADAAE1}"/>
          </ac:spMkLst>
        </pc:spChg>
        <pc:spChg chg="mod">
          <ac:chgData name="Khôi ." userId="748e3259e281ab95" providerId="LiveId" clId="{273BCA6A-993C-44AE-BCE5-EDA7CBD06128}" dt="2026-10-14T11:04:17.198" v="143"/>
          <ac:spMkLst>
            <pc:docMk/>
            <pc:sldMk cId="0" sldId="266"/>
            <ac:spMk id="29" creationId="{A93FBD76-04B8-05AC-3BA5-3FA5E2B79E9B}"/>
          </ac:spMkLst>
        </pc:spChg>
        <pc:spChg chg="add mod">
          <ac:chgData name="Khôi ." userId="748e3259e281ab95" providerId="LiveId" clId="{273BCA6A-993C-44AE-BCE5-EDA7CBD06128}" dt="2026-10-14T11:05:02.547" v="198" actId="20577"/>
          <ac:spMkLst>
            <pc:docMk/>
            <pc:sldMk cId="0" sldId="266"/>
            <ac:spMk id="31" creationId="{FDB6B02F-43F9-AB0E-4BAD-6FCC23630B2F}"/>
          </ac:spMkLst>
        </pc:spChg>
        <pc:spChg chg="add del mod ord">
          <ac:chgData name="Khôi ." userId="748e3259e281ab95" providerId="LiveId" clId="{273BCA6A-993C-44AE-BCE5-EDA7CBD06128}" dt="2026-10-14T12:04:09.865" v="341" actId="478"/>
          <ac:spMkLst>
            <pc:docMk/>
            <pc:sldMk cId="0" sldId="266"/>
            <ac:spMk id="33" creationId="{BFEC87BC-52D8-CA5A-125E-1AAC21C72288}"/>
          </ac:spMkLst>
        </pc:spChg>
        <pc:spChg chg="mod">
          <ac:chgData name="Khôi ." userId="748e3259e281ab95" providerId="LiveId" clId="{273BCA6A-993C-44AE-BCE5-EDA7CBD06128}" dt="2026-10-14T11:06:31.372" v="246" actId="207"/>
          <ac:spMkLst>
            <pc:docMk/>
            <pc:sldMk cId="0" sldId="266"/>
            <ac:spMk id="35" creationId="{2BD9F214-1D63-9F39-AAEF-7DE87C593570}"/>
          </ac:spMkLst>
        </pc:spChg>
        <pc:spChg chg="mod">
          <ac:chgData name="Khôi ." userId="748e3259e281ab95" providerId="LiveId" clId="{273BCA6A-993C-44AE-BCE5-EDA7CBD06128}" dt="2026-10-14T11:06:31.372" v="246" actId="207"/>
          <ac:spMkLst>
            <pc:docMk/>
            <pc:sldMk cId="0" sldId="266"/>
            <ac:spMk id="36" creationId="{B6FC8BAB-4197-C982-5EEA-4F189C830956}"/>
          </ac:spMkLst>
        </pc:spChg>
        <pc:spChg chg="add mod">
          <ac:chgData name="Khôi ." userId="748e3259e281ab95" providerId="LiveId" clId="{273BCA6A-993C-44AE-BCE5-EDA7CBD06128}" dt="2026-10-14T12:13:44.964" v="610" actId="123"/>
          <ac:spMkLst>
            <pc:docMk/>
            <pc:sldMk cId="0" sldId="266"/>
            <ac:spMk id="38" creationId="{343E5AB7-7B51-0853-01CE-82ED85EBA678}"/>
          </ac:spMkLst>
        </pc:spChg>
        <pc:spChg chg="add del mod">
          <ac:chgData name="Khôi ." userId="748e3259e281ab95" providerId="LiveId" clId="{273BCA6A-993C-44AE-BCE5-EDA7CBD06128}" dt="2026-10-14T11:11:39.892" v="316" actId="478"/>
          <ac:spMkLst>
            <pc:docMk/>
            <pc:sldMk cId="0" sldId="266"/>
            <ac:spMk id="40" creationId="{79777625-E7E2-6861-FF66-9D87177FA720}"/>
          </ac:spMkLst>
        </pc:spChg>
        <pc:grpChg chg="add mod">
          <ac:chgData name="Khôi ." userId="748e3259e281ab95" providerId="LiveId" clId="{273BCA6A-993C-44AE-BCE5-EDA7CBD06128}" dt="2026-10-14T11:05:19.576" v="201" actId="1076"/>
          <ac:grpSpMkLst>
            <pc:docMk/>
            <pc:sldMk cId="0" sldId="266"/>
            <ac:grpSpMk id="16" creationId="{A779D2A5-9287-B84D-D9E2-06533DE492C7}"/>
          </ac:grpSpMkLst>
        </pc:grpChg>
        <pc:grpChg chg="add mod">
          <ac:chgData name="Khôi ." userId="748e3259e281ab95" providerId="LiveId" clId="{273BCA6A-993C-44AE-BCE5-EDA7CBD06128}" dt="2026-10-14T11:04:25.988" v="146" actId="14100"/>
          <ac:grpSpMkLst>
            <pc:docMk/>
            <pc:sldMk cId="0" sldId="266"/>
            <ac:grpSpMk id="27" creationId="{B93771BE-DBE1-3132-30C2-84979E9157DB}"/>
          </ac:grpSpMkLst>
        </pc:grpChg>
        <pc:grpChg chg="add mod">
          <ac:chgData name="Khôi ." userId="748e3259e281ab95" providerId="LiveId" clId="{273BCA6A-993C-44AE-BCE5-EDA7CBD06128}" dt="2026-10-14T12:04:51.411" v="346" actId="14100"/>
          <ac:grpSpMkLst>
            <pc:docMk/>
            <pc:sldMk cId="0" sldId="266"/>
            <ac:grpSpMk id="34" creationId="{606F8CC3-EFB5-7E2B-F7DD-E5CFDC52DE28}"/>
          </ac:grpSpMkLst>
        </pc:gr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7.pn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6.sv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6.sv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1.png"/><Relationship Id="rId10" Type="http://schemas.openxmlformats.org/officeDocument/2006/relationships/image" Target="../media/image9.png"/><Relationship Id="rId4" Type="http://schemas.openxmlformats.org/officeDocument/2006/relationships/image" Target="../media/image7.png"/><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png"/><Relationship Id="rId12"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3.png"/><Relationship Id="rId5" Type="http://schemas.openxmlformats.org/officeDocument/2006/relationships/image" Target="../media/image7.png"/><Relationship Id="rId10" Type="http://schemas.openxmlformats.org/officeDocument/2006/relationships/image" Target="../media/image8.png"/><Relationship Id="rId4" Type="http://schemas.openxmlformats.org/officeDocument/2006/relationships/image" Target="../media/image6.sv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7.png"/><Relationship Id="rId7"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14.png"/><Relationship Id="rId5" Type="http://schemas.openxmlformats.org/officeDocument/2006/relationships/image" Target="../media/image1.png"/><Relationship Id="rId10" Type="http://schemas.openxmlformats.org/officeDocument/2006/relationships/image" Target="../media/image13.png"/><Relationship Id="rId4" Type="http://schemas.openxmlformats.org/officeDocument/2006/relationships/image" Target="../media/image6.sv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8.png"/><Relationship Id="rId3" Type="http://schemas.openxmlformats.org/officeDocument/2006/relationships/image" Target="../media/image7.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png"/><Relationship Id="rId11" Type="http://schemas.openxmlformats.org/officeDocument/2006/relationships/image" Target="../media/image16.png"/><Relationship Id="rId5" Type="http://schemas.openxmlformats.org/officeDocument/2006/relationships/image" Target="../media/image2.png"/><Relationship Id="rId10" Type="http://schemas.openxmlformats.org/officeDocument/2006/relationships/image" Target="../media/image14.png"/><Relationship Id="rId4" Type="http://schemas.openxmlformats.org/officeDocument/2006/relationships/image" Target="../media/image6.sv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1.png"/><Relationship Id="rId18" Type="http://schemas.openxmlformats.org/officeDocument/2006/relationships/image" Target="../media/image21.png"/><Relationship Id="rId3" Type="http://schemas.openxmlformats.org/officeDocument/2006/relationships/image" Target="../media/image6.svg"/><Relationship Id="rId7" Type="http://schemas.openxmlformats.org/officeDocument/2006/relationships/image" Target="../media/image4.svg"/><Relationship Id="rId12" Type="http://schemas.openxmlformats.org/officeDocument/2006/relationships/image" Target="../media/image2.png"/><Relationship Id="rId1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15.png"/><Relationship Id="rId5" Type="http://schemas.openxmlformats.org/officeDocument/2006/relationships/image" Target="../media/image16.png"/><Relationship Id="rId1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7.png"/><Relationship Id="rId9" Type="http://schemas.openxmlformats.org/officeDocument/2006/relationships/image" Target="../media/image14.png"/><Relationship Id="rId1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4.svg"/><Relationship Id="rId13" Type="http://schemas.openxmlformats.org/officeDocument/2006/relationships/image" Target="../media/image18.png"/><Relationship Id="rId18" Type="http://schemas.openxmlformats.org/officeDocument/2006/relationships/image" Target="../media/image9.png"/><Relationship Id="rId3" Type="http://schemas.openxmlformats.org/officeDocument/2006/relationships/image" Target="../media/image7.png"/><Relationship Id="rId21" Type="http://schemas.openxmlformats.org/officeDocument/2006/relationships/hyperlink" Target="http://hvacrvn.com/" TargetMode="External"/><Relationship Id="rId7" Type="http://schemas.openxmlformats.org/officeDocument/2006/relationships/image" Target="../media/image2.png"/><Relationship Id="rId12" Type="http://schemas.openxmlformats.org/officeDocument/2006/relationships/image" Target="../media/image19.png"/><Relationship Id="rId17" Type="http://schemas.openxmlformats.org/officeDocument/2006/relationships/image" Target="../media/image1.png"/><Relationship Id="rId25" Type="http://schemas.openxmlformats.org/officeDocument/2006/relationships/hyperlink" Target="https://mst.gov.vn/phat-trien-nang-luong-tai-tao-mo-duong-cho-nhung-du-an-lon-197251118211650699.html" TargetMode="External"/><Relationship Id="rId2" Type="http://schemas.openxmlformats.org/officeDocument/2006/relationships/image" Target="../media/image5.png"/><Relationship Id="rId16" Type="http://schemas.openxmlformats.org/officeDocument/2006/relationships/image" Target="../media/image3.png"/><Relationship Id="rId20" Type="http://schemas.openxmlformats.org/officeDocument/2006/relationships/hyperlink" Target="https://www.erea.gov.vn/vi-VN" TargetMode="External"/><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7.png"/><Relationship Id="rId24" Type="http://schemas.openxmlformats.org/officeDocument/2006/relationships/hyperlink" Target="https://sct.gialai.gov.vn/tin-hoat-dong/nang-luong-ktat-moi-truong/2024/Nang-luong-tai-tao-Don-bay-tang-truong-xanh.aspx" TargetMode="External"/><Relationship Id="rId5" Type="http://schemas.openxmlformats.org/officeDocument/2006/relationships/image" Target="../media/image20.png"/><Relationship Id="rId15" Type="http://schemas.openxmlformats.org/officeDocument/2006/relationships/image" Target="../media/image8.png"/><Relationship Id="rId23" Type="http://schemas.openxmlformats.org/officeDocument/2006/relationships/hyperlink" Target="http://www.pecc1.com.vn/d4/news/Vai-tro-cua-thuy-dien-trong-he-thong-khi-Viet-Nam-phat-trien-manh-dien-mat-troi-8-1731.aspx" TargetMode="External"/><Relationship Id="rId10" Type="http://schemas.openxmlformats.org/officeDocument/2006/relationships/image" Target="../media/image21.png"/><Relationship Id="rId19" Type="http://schemas.openxmlformats.org/officeDocument/2006/relationships/hyperlink" Target="https://www.evn.com.vn/" TargetMode="External"/><Relationship Id="rId4" Type="http://schemas.openxmlformats.org/officeDocument/2006/relationships/image" Target="../media/image6.svg"/><Relationship Id="rId9" Type="http://schemas.openxmlformats.org/officeDocument/2006/relationships/image" Target="../media/image13.png"/><Relationship Id="rId14" Type="http://schemas.openxmlformats.org/officeDocument/2006/relationships/image" Target="../media/image12.png"/><Relationship Id="rId22" Type="http://schemas.openxmlformats.org/officeDocument/2006/relationships/hyperlink" Target="http://erea.gov.vn/"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21.png"/><Relationship Id="rId18" Type="http://schemas.openxmlformats.org/officeDocument/2006/relationships/hyperlink" Target="https://sct.gialai.gov.vn/tin-hoat-dong/nang-luong-ktat-moi-truong/2024/Nang-luong-tai-tao-Don-bay-tang-truong-xanh.aspx" TargetMode="External"/><Relationship Id="rId3" Type="http://schemas.openxmlformats.org/officeDocument/2006/relationships/image" Target="../media/image6.svg"/><Relationship Id="rId7" Type="http://schemas.openxmlformats.org/officeDocument/2006/relationships/image" Target="../media/image4.svg"/><Relationship Id="rId12" Type="http://schemas.openxmlformats.org/officeDocument/2006/relationships/image" Target="../media/image13.png"/><Relationship Id="rId17" Type="http://schemas.openxmlformats.org/officeDocument/2006/relationships/hyperlink" Target="http://www.pecc1.com.vn/d4/news/Vai-tro-cua-thuy-dien-trong-he-thong-khi-Viet-Nam-phat-trien-manh-dien-mat-troi-8-1731.aspx" TargetMode="External"/><Relationship Id="rId2" Type="http://schemas.openxmlformats.org/officeDocument/2006/relationships/image" Target="../media/image5.png"/><Relationship Id="rId16" Type="http://schemas.openxmlformats.org/officeDocument/2006/relationships/hyperlink" Target="http://erea.gov.vn/" TargetMode="External"/><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10.png"/><Relationship Id="rId5" Type="http://schemas.openxmlformats.org/officeDocument/2006/relationships/image" Target="../media/image7.png"/><Relationship Id="rId15" Type="http://schemas.openxmlformats.org/officeDocument/2006/relationships/hyperlink" Target="https://www.evn.com.vn/" TargetMode="External"/><Relationship Id="rId10" Type="http://schemas.openxmlformats.org/officeDocument/2006/relationships/image" Target="../media/image20.png"/><Relationship Id="rId19" Type="http://schemas.openxmlformats.org/officeDocument/2006/relationships/hyperlink" Target="https://mst.gov.vn/phat-trien-nang-luong-tai-tao-mo-duong-cho-nhung-du-an-lon-197251118211650699.html" TargetMode="External"/><Relationship Id="rId4" Type="http://schemas.openxmlformats.org/officeDocument/2006/relationships/image" Target="../media/image12.png"/><Relationship Id="rId9" Type="http://schemas.openxmlformats.org/officeDocument/2006/relationships/image" Target="../media/image9.png"/><Relationship Id="rId14" Type="http://schemas.openxmlformats.org/officeDocument/2006/relationships/hyperlink" Target="http://hvacrvn.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6">
            <a:extLst>
              <a:ext uri="{FF2B5EF4-FFF2-40B4-BE49-F238E27FC236}">
                <a16:creationId xmlns:a16="http://schemas.microsoft.com/office/drawing/2014/main" id="{5DEA933D-1BCD-7A50-027F-228B9CBFC6DF}"/>
              </a:ext>
            </a:extLst>
          </p:cNvPr>
          <p:cNvSpPr/>
          <p:nvPr/>
        </p:nvSpPr>
        <p:spPr>
          <a:xfrm>
            <a:off x="22512728"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2"/>
            <a:stretch>
              <a:fillRect/>
            </a:stretch>
          </a:blipFill>
        </p:spPr>
      </p:sp>
      <p:sp>
        <p:nvSpPr>
          <p:cNvPr id="4" name="Freeform 8">
            <a:extLst>
              <a:ext uri="{FF2B5EF4-FFF2-40B4-BE49-F238E27FC236}">
                <a16:creationId xmlns:a16="http://schemas.microsoft.com/office/drawing/2014/main" id="{6C45148A-F6D7-A0E0-C018-97A864384333}"/>
              </a:ext>
            </a:extLst>
          </p:cNvPr>
          <p:cNvSpPr/>
          <p:nvPr/>
        </p:nvSpPr>
        <p:spPr>
          <a:xfrm>
            <a:off x="19777585"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2"/>
            <a:stretch>
              <a:fillRect/>
            </a:stretch>
          </a:blipFill>
        </p:spPr>
      </p:sp>
      <p:sp>
        <p:nvSpPr>
          <p:cNvPr id="5" name="Freeform 9">
            <a:extLst>
              <a:ext uri="{FF2B5EF4-FFF2-40B4-BE49-F238E27FC236}">
                <a16:creationId xmlns:a16="http://schemas.microsoft.com/office/drawing/2014/main" id="{7E21DFCD-9C40-45FE-E201-1306A047FC3C}"/>
              </a:ext>
            </a:extLst>
          </p:cNvPr>
          <p:cNvSpPr/>
          <p:nvPr/>
        </p:nvSpPr>
        <p:spPr>
          <a:xfrm flipH="1">
            <a:off x="21017587"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3"/>
            <a:stretch>
              <a:fillRect/>
            </a:stretch>
          </a:blipFill>
        </p:spPr>
      </p:sp>
      <p:sp>
        <p:nvSpPr>
          <p:cNvPr id="6" name="Freeform 10">
            <a:extLst>
              <a:ext uri="{FF2B5EF4-FFF2-40B4-BE49-F238E27FC236}">
                <a16:creationId xmlns:a16="http://schemas.microsoft.com/office/drawing/2014/main" id="{972DB5C5-A23D-3060-6DC2-1268FDCFD67C}"/>
              </a:ext>
            </a:extLst>
          </p:cNvPr>
          <p:cNvSpPr/>
          <p:nvPr/>
        </p:nvSpPr>
        <p:spPr>
          <a:xfrm flipH="1">
            <a:off x="22772632"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3"/>
            <a:stretch>
              <a:fillRect/>
            </a:stretch>
          </a:blipFill>
        </p:spPr>
      </p:sp>
      <p:sp>
        <p:nvSpPr>
          <p:cNvPr id="8" name="Freeform 7">
            <a:extLst>
              <a:ext uri="{FF2B5EF4-FFF2-40B4-BE49-F238E27FC236}">
                <a16:creationId xmlns:a16="http://schemas.microsoft.com/office/drawing/2014/main" id="{C79C58DF-2A13-4332-34B5-A8527D82FF32}"/>
              </a:ext>
            </a:extLst>
          </p:cNvPr>
          <p:cNvSpPr/>
          <p:nvPr/>
        </p:nvSpPr>
        <p:spPr>
          <a:xfrm>
            <a:off x="-5401353" y="3227719"/>
            <a:ext cx="2926724" cy="5062981"/>
          </a:xfrm>
          <a:custGeom>
            <a:avLst/>
            <a:gdLst/>
            <a:ahLst/>
            <a:cxnLst/>
            <a:rect l="l" t="t" r="r" b="b"/>
            <a:pathLst>
              <a:path w="2926724" h="5062981">
                <a:moveTo>
                  <a:pt x="0" y="0"/>
                </a:moveTo>
                <a:lnTo>
                  <a:pt x="2926724" y="0"/>
                </a:lnTo>
                <a:lnTo>
                  <a:pt x="2926724" y="5062981"/>
                </a:lnTo>
                <a:lnTo>
                  <a:pt x="0" y="5062981"/>
                </a:lnTo>
                <a:lnTo>
                  <a:pt x="0" y="0"/>
                </a:lnTo>
                <a:close/>
              </a:path>
            </a:pathLst>
          </a:custGeom>
          <a:blipFill>
            <a:blip r:embed="rId2"/>
            <a:stretch>
              <a:fillRect t="-971"/>
            </a:stretch>
          </a:blipFill>
        </p:spPr>
      </p:sp>
      <p:sp>
        <p:nvSpPr>
          <p:cNvPr id="9" name="Freeform 11">
            <a:extLst>
              <a:ext uri="{FF2B5EF4-FFF2-40B4-BE49-F238E27FC236}">
                <a16:creationId xmlns:a16="http://schemas.microsoft.com/office/drawing/2014/main" id="{905B95F2-8E05-A736-4B76-F4116769A4D3}"/>
              </a:ext>
            </a:extLst>
          </p:cNvPr>
          <p:cNvSpPr/>
          <p:nvPr/>
        </p:nvSpPr>
        <p:spPr>
          <a:xfrm>
            <a:off x="-7620000" y="3698342"/>
            <a:ext cx="5323660" cy="11119917"/>
          </a:xfrm>
          <a:custGeom>
            <a:avLst/>
            <a:gdLst/>
            <a:ahLst/>
            <a:cxnLst/>
            <a:rect l="l" t="t" r="r" b="b"/>
            <a:pathLst>
              <a:path w="5323660" h="11119917">
                <a:moveTo>
                  <a:pt x="0" y="0"/>
                </a:moveTo>
                <a:lnTo>
                  <a:pt x="5323660" y="0"/>
                </a:lnTo>
                <a:lnTo>
                  <a:pt x="5323660" y="11119916"/>
                </a:lnTo>
                <a:lnTo>
                  <a:pt x="0" y="11119916"/>
                </a:lnTo>
                <a:lnTo>
                  <a:pt x="0" y="0"/>
                </a:lnTo>
                <a:close/>
              </a:path>
            </a:pathLst>
          </a:custGeom>
          <a:blipFill>
            <a:blip r:embed="rId4"/>
            <a:stretch>
              <a:fillRect/>
            </a:stretch>
          </a:blipFill>
        </p:spPr>
      </p:sp>
      <p:sp>
        <p:nvSpPr>
          <p:cNvPr id="10" name="Freeform 18">
            <a:extLst>
              <a:ext uri="{FF2B5EF4-FFF2-40B4-BE49-F238E27FC236}">
                <a16:creationId xmlns:a16="http://schemas.microsoft.com/office/drawing/2014/main" id="{4735E561-A600-8C02-28ED-33A419A95819}"/>
              </a:ext>
            </a:extLst>
          </p:cNvPr>
          <p:cNvSpPr/>
          <p:nvPr/>
        </p:nvSpPr>
        <p:spPr>
          <a:xfrm flipH="1">
            <a:off x="-5576910" y="8431229"/>
            <a:ext cx="5320178" cy="2124501"/>
          </a:xfrm>
          <a:custGeom>
            <a:avLst/>
            <a:gdLst/>
            <a:ahLst/>
            <a:cxnLst/>
            <a:rect l="l" t="t" r="r" b="b"/>
            <a:pathLst>
              <a:path w="5320178" h="2124501">
                <a:moveTo>
                  <a:pt x="5320178" y="0"/>
                </a:moveTo>
                <a:lnTo>
                  <a:pt x="0" y="0"/>
                </a:lnTo>
                <a:lnTo>
                  <a:pt x="0" y="2124501"/>
                </a:lnTo>
                <a:lnTo>
                  <a:pt x="5320178" y="2124501"/>
                </a:lnTo>
                <a:lnTo>
                  <a:pt x="5320178" y="0"/>
                </a:lnTo>
                <a:close/>
              </a:path>
            </a:pathLst>
          </a:custGeom>
          <a:blipFill>
            <a:blip>
              <a:extLst>
                <a:ext uri="{96DAC541-7B7A-43D3-8B79-37D633B846F1}">
                  <asvg:svgBlip xmlns:asvg="http://schemas.microsoft.com/office/drawing/2016/SVG/main" r:embed="rId5"/>
                </a:ext>
              </a:extLst>
            </a:blip>
            <a:stretch>
              <a:fillRect/>
            </a:stretch>
          </a:blipFill>
        </p:spPr>
      </p:sp>
      <p:sp>
        <p:nvSpPr>
          <p:cNvPr id="11" name="Freeform 2">
            <a:extLst>
              <a:ext uri="{FF2B5EF4-FFF2-40B4-BE49-F238E27FC236}">
                <a16:creationId xmlns:a16="http://schemas.microsoft.com/office/drawing/2014/main" id="{AC0326D3-D0B0-BB8E-9465-13332AFF441A}"/>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6"/>
            <a:stretch>
              <a:fillRect t="-77439" b="-77439"/>
            </a:stretch>
          </a:blipFill>
        </p:spPr>
      </p:sp>
      <p:sp>
        <p:nvSpPr>
          <p:cNvPr id="12" name="Freeform 5">
            <a:extLst>
              <a:ext uri="{FF2B5EF4-FFF2-40B4-BE49-F238E27FC236}">
                <a16:creationId xmlns:a16="http://schemas.microsoft.com/office/drawing/2014/main" id="{728AEA62-9734-FAEA-78E1-EA4168DE39B8}"/>
              </a:ext>
            </a:extLst>
          </p:cNvPr>
          <p:cNvSpPr/>
          <p:nvPr/>
        </p:nvSpPr>
        <p:spPr>
          <a:xfrm>
            <a:off x="-1333494" y="10427529"/>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7"/>
                </a:ext>
              </a:extLst>
            </a:blip>
            <a:stretch>
              <a:fillRect t="-71998"/>
            </a:stretch>
          </a:blipFill>
        </p:spPr>
      </p:sp>
      <p:sp>
        <p:nvSpPr>
          <p:cNvPr id="13" name="Freeform 19">
            <a:extLst>
              <a:ext uri="{FF2B5EF4-FFF2-40B4-BE49-F238E27FC236}">
                <a16:creationId xmlns:a16="http://schemas.microsoft.com/office/drawing/2014/main" id="{476D33D0-F4BC-33A0-6C3E-308AACBE4292}"/>
              </a:ext>
            </a:extLst>
          </p:cNvPr>
          <p:cNvSpPr/>
          <p:nvPr/>
        </p:nvSpPr>
        <p:spPr>
          <a:xfrm>
            <a:off x="10604266" y="13250932"/>
            <a:ext cx="5320178" cy="2124501"/>
          </a:xfrm>
          <a:custGeom>
            <a:avLst/>
            <a:gdLst/>
            <a:ahLst/>
            <a:cxnLst/>
            <a:rect l="l" t="t" r="r" b="b"/>
            <a:pathLst>
              <a:path w="5320178" h="2124501">
                <a:moveTo>
                  <a:pt x="0" y="0"/>
                </a:moveTo>
                <a:lnTo>
                  <a:pt x="5320178" y="0"/>
                </a:lnTo>
                <a:lnTo>
                  <a:pt x="5320178" y="2124500"/>
                </a:lnTo>
                <a:lnTo>
                  <a:pt x="0" y="21245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1" name="Freeform 3">
            <a:extLst>
              <a:ext uri="{FF2B5EF4-FFF2-40B4-BE49-F238E27FC236}">
                <a16:creationId xmlns:a16="http://schemas.microsoft.com/office/drawing/2014/main" id="{404716B0-27C5-A573-D809-39045798FAE2}"/>
              </a:ext>
            </a:extLst>
          </p:cNvPr>
          <p:cNvSpPr/>
          <p:nvPr/>
        </p:nvSpPr>
        <p:spPr>
          <a:xfrm>
            <a:off x="-8917077" y="576619"/>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8"/>
            <a:stretch>
              <a:fillRect/>
            </a:stretch>
          </a:blipFill>
        </p:spPr>
      </p:sp>
      <p:sp>
        <p:nvSpPr>
          <p:cNvPr id="22" name="Freeform 4">
            <a:extLst>
              <a:ext uri="{FF2B5EF4-FFF2-40B4-BE49-F238E27FC236}">
                <a16:creationId xmlns:a16="http://schemas.microsoft.com/office/drawing/2014/main" id="{3F9F94FF-FF62-56A3-B2B1-D5CBCA69EE89}"/>
              </a:ext>
            </a:extLst>
          </p:cNvPr>
          <p:cNvSpPr/>
          <p:nvPr/>
        </p:nvSpPr>
        <p:spPr>
          <a:xfrm>
            <a:off x="17396006" y="-598168"/>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8"/>
            <a:stretch>
              <a:fillRect/>
            </a:stretch>
          </a:blipFill>
        </p:spPr>
        <p:txBody>
          <a:bodyPr/>
          <a:lstStyle/>
          <a:p>
            <a:endParaRPr lang="en-US"/>
          </a:p>
        </p:txBody>
      </p:sp>
      <p:sp>
        <p:nvSpPr>
          <p:cNvPr id="23" name="TextBox 21">
            <a:extLst>
              <a:ext uri="{FF2B5EF4-FFF2-40B4-BE49-F238E27FC236}">
                <a16:creationId xmlns:a16="http://schemas.microsoft.com/office/drawing/2014/main" id="{AFB32FC5-0426-D4EC-844E-A7F3F1DC212B}"/>
              </a:ext>
            </a:extLst>
          </p:cNvPr>
          <p:cNvSpPr txBox="1"/>
          <p:nvPr/>
        </p:nvSpPr>
        <p:spPr>
          <a:xfrm>
            <a:off x="2996631" y="-3924300"/>
            <a:ext cx="12904407" cy="3023863"/>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oldfat Mighty"/>
                <a:ea typeface="Boldfat Mighty"/>
                <a:cs typeface="Boldfat Mighty"/>
                <a:sym typeface="Boldfat Mighty"/>
              </a:rPr>
              <a:t>NĂNG LƯỢNG TÁI TẠO </a:t>
            </a:r>
          </a:p>
        </p:txBody>
      </p:sp>
      <p:sp>
        <p:nvSpPr>
          <p:cNvPr id="24" name="TextBox 22">
            <a:extLst>
              <a:ext uri="{FF2B5EF4-FFF2-40B4-BE49-F238E27FC236}">
                <a16:creationId xmlns:a16="http://schemas.microsoft.com/office/drawing/2014/main" id="{192C9969-111A-8EF4-DF07-C8B604628B0F}"/>
              </a:ext>
            </a:extLst>
          </p:cNvPr>
          <p:cNvSpPr txBox="1"/>
          <p:nvPr/>
        </p:nvSpPr>
        <p:spPr>
          <a:xfrm>
            <a:off x="7644130" y="-943177"/>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sp>
        <p:nvSpPr>
          <p:cNvPr id="25" name="TextBox 23">
            <a:extLst>
              <a:ext uri="{FF2B5EF4-FFF2-40B4-BE49-F238E27FC236}">
                <a16:creationId xmlns:a16="http://schemas.microsoft.com/office/drawing/2014/main" id="{E8F50432-16AE-7565-E016-20D8AAF9C914}"/>
              </a:ext>
            </a:extLst>
          </p:cNvPr>
          <p:cNvSpPr txBox="1"/>
          <p:nvPr/>
        </p:nvSpPr>
        <p:spPr>
          <a:xfrm>
            <a:off x="2010300" y="-2779996"/>
            <a:ext cx="14267400" cy="3356615"/>
          </a:xfrm>
          <a:prstGeom prst="rect">
            <a:avLst/>
          </a:prstGeom>
        </p:spPr>
        <p:txBody>
          <a:bodyPr lIns="0" tIns="0" rIns="0" bIns="0" rtlCol="0" anchor="t">
            <a:spAutoFit/>
          </a:bodyPr>
          <a:lstStyle/>
          <a:p>
            <a:pPr algn="ctr">
              <a:lnSpc>
                <a:spcPts val="27101"/>
              </a:lnSpc>
              <a:spcBef>
                <a:spcPct val="0"/>
              </a:spcBef>
            </a:pPr>
            <a:r>
              <a:rPr lang="en-US" sz="19358">
                <a:solidFill>
                  <a:srgbClr val="3F4060"/>
                </a:solidFill>
                <a:latin typeface="Dingos Stamp"/>
                <a:ea typeface="Dingos Stamp"/>
                <a:cs typeface="Dingos Stamp"/>
                <a:sym typeface="Dingos Stamp"/>
              </a:rPr>
              <a:t>GIA LAI</a:t>
            </a:r>
          </a:p>
        </p:txBody>
      </p:sp>
      <p:sp>
        <p:nvSpPr>
          <p:cNvPr id="7" name="TextBox 21">
            <a:extLst>
              <a:ext uri="{FF2B5EF4-FFF2-40B4-BE49-F238E27FC236}">
                <a16:creationId xmlns:a16="http://schemas.microsoft.com/office/drawing/2014/main" id="{C25196D8-1538-787F-249F-132CE8E4C5FF}"/>
              </a:ext>
            </a:extLst>
          </p:cNvPr>
          <p:cNvSpPr txBox="1"/>
          <p:nvPr/>
        </p:nvSpPr>
        <p:spPr>
          <a:xfrm>
            <a:off x="2996631" y="-2552700"/>
            <a:ext cx="12904407" cy="1772665"/>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ahnschrift SemiBold Condensed" panose="020B0502040204020203" pitchFamily="34" charset="0"/>
                <a:ea typeface="Boldfat Mighty"/>
                <a:cs typeface="Boldfat Mighty"/>
                <a:sym typeface="Boldfat Mighty"/>
              </a:rPr>
              <a:t>NĂNG LƯỢNG TÁI TẠO </a:t>
            </a:r>
          </a:p>
        </p:txBody>
      </p:sp>
      <p:sp>
        <p:nvSpPr>
          <p:cNvPr id="15" name="TextBox 22">
            <a:extLst>
              <a:ext uri="{FF2B5EF4-FFF2-40B4-BE49-F238E27FC236}">
                <a16:creationId xmlns:a16="http://schemas.microsoft.com/office/drawing/2014/main" id="{64662823-4758-8A8C-BA43-55DB1829EABD}"/>
              </a:ext>
            </a:extLst>
          </p:cNvPr>
          <p:cNvSpPr txBox="1"/>
          <p:nvPr/>
        </p:nvSpPr>
        <p:spPr>
          <a:xfrm>
            <a:off x="7644130" y="-2171700"/>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4007404" y="753654"/>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4" name="Freeform 4"/>
          <p:cNvSpPr/>
          <p:nvPr/>
        </p:nvSpPr>
        <p:spPr>
          <a:xfrm>
            <a:off x="11217455" y="-421133"/>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5" name="Freeform 5"/>
          <p:cNvSpPr/>
          <p:nvPr/>
        </p:nvSpPr>
        <p:spPr>
          <a:xfrm>
            <a:off x="-1333494" y="609555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6" name="Freeform 6"/>
          <p:cNvSpPr/>
          <p:nvPr/>
        </p:nvSpPr>
        <p:spPr>
          <a:xfrm>
            <a:off x="15473075"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7" name="Freeform 7"/>
          <p:cNvSpPr/>
          <p:nvPr/>
        </p:nvSpPr>
        <p:spPr>
          <a:xfrm>
            <a:off x="1204257" y="3227719"/>
            <a:ext cx="2926724" cy="5062981"/>
          </a:xfrm>
          <a:custGeom>
            <a:avLst/>
            <a:gdLst/>
            <a:ahLst/>
            <a:cxnLst/>
            <a:rect l="l" t="t" r="r" b="b"/>
            <a:pathLst>
              <a:path w="2926724" h="5062981">
                <a:moveTo>
                  <a:pt x="0" y="0"/>
                </a:moveTo>
                <a:lnTo>
                  <a:pt x="2926724" y="0"/>
                </a:lnTo>
                <a:lnTo>
                  <a:pt x="2926724" y="5062981"/>
                </a:lnTo>
                <a:lnTo>
                  <a:pt x="0" y="5062981"/>
                </a:lnTo>
                <a:lnTo>
                  <a:pt x="0" y="0"/>
                </a:lnTo>
                <a:close/>
              </a:path>
            </a:pathLst>
          </a:custGeom>
          <a:blipFill>
            <a:blip r:embed="rId5"/>
            <a:stretch>
              <a:fillRect t="-971"/>
            </a:stretch>
          </a:blipFill>
        </p:spPr>
      </p:sp>
      <p:sp>
        <p:nvSpPr>
          <p:cNvPr id="8" name="Freeform 8"/>
          <p:cNvSpPr/>
          <p:nvPr/>
        </p:nvSpPr>
        <p:spPr>
          <a:xfrm>
            <a:off x="12737932"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5"/>
            <a:stretch>
              <a:fillRect/>
            </a:stretch>
          </a:blipFill>
        </p:spPr>
      </p:sp>
      <p:sp>
        <p:nvSpPr>
          <p:cNvPr id="9" name="Freeform 9"/>
          <p:cNvSpPr/>
          <p:nvPr/>
        </p:nvSpPr>
        <p:spPr>
          <a:xfrm flipH="1">
            <a:off x="13977934"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6"/>
            <a:stretch>
              <a:fillRect/>
            </a:stretch>
          </a:blipFill>
        </p:spPr>
      </p:sp>
      <p:sp>
        <p:nvSpPr>
          <p:cNvPr id="10" name="Freeform 10"/>
          <p:cNvSpPr/>
          <p:nvPr/>
        </p:nvSpPr>
        <p:spPr>
          <a:xfrm flipH="1">
            <a:off x="15732979"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6"/>
            <a:stretch>
              <a:fillRect/>
            </a:stretch>
          </a:blipFill>
        </p:spPr>
      </p:sp>
      <p:sp>
        <p:nvSpPr>
          <p:cNvPr id="11" name="Freeform 11"/>
          <p:cNvSpPr/>
          <p:nvPr/>
        </p:nvSpPr>
        <p:spPr>
          <a:xfrm>
            <a:off x="-1014390" y="3698342"/>
            <a:ext cx="5323660" cy="11119917"/>
          </a:xfrm>
          <a:custGeom>
            <a:avLst/>
            <a:gdLst/>
            <a:ahLst/>
            <a:cxnLst/>
            <a:rect l="l" t="t" r="r" b="b"/>
            <a:pathLst>
              <a:path w="5323660" h="11119917">
                <a:moveTo>
                  <a:pt x="0" y="0"/>
                </a:moveTo>
                <a:lnTo>
                  <a:pt x="5323660" y="0"/>
                </a:lnTo>
                <a:lnTo>
                  <a:pt x="5323660" y="11119916"/>
                </a:lnTo>
                <a:lnTo>
                  <a:pt x="0" y="11119916"/>
                </a:lnTo>
                <a:lnTo>
                  <a:pt x="0" y="0"/>
                </a:lnTo>
                <a:close/>
              </a:path>
            </a:pathLst>
          </a:custGeom>
          <a:blipFill>
            <a:blip r:embed="rId7"/>
            <a:stretch>
              <a:fillRect/>
            </a:stretch>
          </a:blipFill>
        </p:spPr>
      </p:sp>
      <p:grpSp>
        <p:nvGrpSpPr>
          <p:cNvPr id="12" name="Group 12"/>
          <p:cNvGrpSpPr/>
          <p:nvPr/>
        </p:nvGrpSpPr>
        <p:grpSpPr>
          <a:xfrm>
            <a:off x="6759881" y="7256167"/>
            <a:ext cx="4768237" cy="1573518"/>
            <a:chOff x="0" y="0"/>
            <a:chExt cx="635000" cy="209550"/>
          </a:xfrm>
        </p:grpSpPr>
        <p:sp>
          <p:nvSpPr>
            <p:cNvPr id="13" name="Freeform 13"/>
            <p:cNvSpPr/>
            <p:nvPr/>
          </p:nvSpPr>
          <p:spPr>
            <a:xfrm>
              <a:off x="0" y="0"/>
              <a:ext cx="635000" cy="209550"/>
            </a:xfrm>
            <a:custGeom>
              <a:avLst/>
              <a:gdLst/>
              <a:ahLst/>
              <a:cxnLst/>
              <a:rect l="l" t="t" r="r" b="b"/>
              <a:pathLst>
                <a:path w="635000" h="209550">
                  <a:moveTo>
                    <a:pt x="31712" y="0"/>
                  </a:moveTo>
                  <a:lnTo>
                    <a:pt x="603288" y="0"/>
                  </a:lnTo>
                  <a:cubicBezTo>
                    <a:pt x="611699" y="0"/>
                    <a:pt x="619765" y="3341"/>
                    <a:pt x="625712" y="9288"/>
                  </a:cubicBezTo>
                  <a:cubicBezTo>
                    <a:pt x="631659" y="15235"/>
                    <a:pt x="635000" y="23301"/>
                    <a:pt x="635000" y="31712"/>
                  </a:cubicBezTo>
                  <a:lnTo>
                    <a:pt x="635000" y="177838"/>
                  </a:lnTo>
                  <a:cubicBezTo>
                    <a:pt x="635000" y="186249"/>
                    <a:pt x="631659" y="194315"/>
                    <a:pt x="625712" y="200262"/>
                  </a:cubicBezTo>
                  <a:cubicBezTo>
                    <a:pt x="619765" y="206209"/>
                    <a:pt x="611699" y="209550"/>
                    <a:pt x="603288" y="209550"/>
                  </a:cubicBezTo>
                  <a:lnTo>
                    <a:pt x="31712" y="209550"/>
                  </a:lnTo>
                  <a:cubicBezTo>
                    <a:pt x="23301" y="209550"/>
                    <a:pt x="15235" y="206209"/>
                    <a:pt x="9288" y="200262"/>
                  </a:cubicBezTo>
                  <a:cubicBezTo>
                    <a:pt x="3341" y="194315"/>
                    <a:pt x="0" y="186249"/>
                    <a:pt x="0" y="177838"/>
                  </a:cubicBezTo>
                  <a:lnTo>
                    <a:pt x="0" y="31712"/>
                  </a:lnTo>
                  <a:cubicBezTo>
                    <a:pt x="0" y="23301"/>
                    <a:pt x="3341" y="15235"/>
                    <a:pt x="9288" y="9288"/>
                  </a:cubicBezTo>
                  <a:cubicBezTo>
                    <a:pt x="15235" y="3341"/>
                    <a:pt x="23301" y="0"/>
                    <a:pt x="31712" y="0"/>
                  </a:cubicBezTo>
                  <a:close/>
                </a:path>
              </a:pathLst>
            </a:custGeom>
            <a:gradFill rotWithShape="1">
              <a:gsLst>
                <a:gs pos="0">
                  <a:srgbClr val="FFFCFC">
                    <a:alpha val="100000"/>
                  </a:srgbClr>
                </a:gs>
                <a:gs pos="100000">
                  <a:srgbClr val="FFFFFF">
                    <a:alpha val="40000"/>
                  </a:srgbClr>
                </a:gs>
              </a:gsLst>
              <a:lin ang="0"/>
            </a:gradFill>
          </p:spPr>
        </p:sp>
        <p:sp>
          <p:nvSpPr>
            <p:cNvPr id="14" name="TextBox 14"/>
            <p:cNvSpPr txBox="1"/>
            <p:nvPr/>
          </p:nvSpPr>
          <p:spPr>
            <a:xfrm>
              <a:off x="0" y="-38100"/>
              <a:ext cx="635000" cy="247650"/>
            </a:xfrm>
            <a:prstGeom prst="rect">
              <a:avLst/>
            </a:prstGeom>
          </p:spPr>
          <p:txBody>
            <a:bodyPr lIns="50800" tIns="50800" rIns="50800" bIns="50800" rtlCol="0" anchor="ctr"/>
            <a:lstStyle/>
            <a:p>
              <a:pPr algn="ctr">
                <a:lnSpc>
                  <a:spcPts val="3360"/>
                </a:lnSpc>
              </a:pPr>
              <a:endParaRPr/>
            </a:p>
          </p:txBody>
        </p:sp>
      </p:grpSp>
      <p:grpSp>
        <p:nvGrpSpPr>
          <p:cNvPr id="15" name="Group 15"/>
          <p:cNvGrpSpPr/>
          <p:nvPr/>
        </p:nvGrpSpPr>
        <p:grpSpPr>
          <a:xfrm rot="-10800000">
            <a:off x="6939070" y="7435754"/>
            <a:ext cx="4409063" cy="1214344"/>
            <a:chOff x="0" y="0"/>
            <a:chExt cx="587168" cy="161718"/>
          </a:xfrm>
        </p:grpSpPr>
        <p:sp>
          <p:nvSpPr>
            <p:cNvPr id="16" name="Freeform 16"/>
            <p:cNvSpPr/>
            <p:nvPr/>
          </p:nvSpPr>
          <p:spPr>
            <a:xfrm>
              <a:off x="0" y="0"/>
              <a:ext cx="587168" cy="161718"/>
            </a:xfrm>
            <a:custGeom>
              <a:avLst/>
              <a:gdLst/>
              <a:ahLst/>
              <a:cxnLst/>
              <a:rect l="l" t="t" r="r" b="b"/>
              <a:pathLst>
                <a:path w="587168" h="161718">
                  <a:moveTo>
                    <a:pt x="34295" y="0"/>
                  </a:moveTo>
                  <a:lnTo>
                    <a:pt x="552873" y="0"/>
                  </a:lnTo>
                  <a:cubicBezTo>
                    <a:pt x="561968" y="0"/>
                    <a:pt x="570691" y="3613"/>
                    <a:pt x="577123" y="10045"/>
                  </a:cubicBezTo>
                  <a:cubicBezTo>
                    <a:pt x="583554" y="16476"/>
                    <a:pt x="587168" y="25199"/>
                    <a:pt x="587168" y="34295"/>
                  </a:cubicBezTo>
                  <a:lnTo>
                    <a:pt x="587168" y="127423"/>
                  </a:lnTo>
                  <a:cubicBezTo>
                    <a:pt x="587168" y="146363"/>
                    <a:pt x="571813" y="161718"/>
                    <a:pt x="552873" y="161718"/>
                  </a:cubicBezTo>
                  <a:lnTo>
                    <a:pt x="34295" y="161718"/>
                  </a:lnTo>
                  <a:cubicBezTo>
                    <a:pt x="15354" y="161718"/>
                    <a:pt x="0" y="146363"/>
                    <a:pt x="0" y="127423"/>
                  </a:cubicBezTo>
                  <a:lnTo>
                    <a:pt x="0" y="34295"/>
                  </a:lnTo>
                  <a:cubicBezTo>
                    <a:pt x="0" y="15354"/>
                    <a:pt x="15354" y="0"/>
                    <a:pt x="34295" y="0"/>
                  </a:cubicBezTo>
                  <a:close/>
                </a:path>
              </a:pathLst>
            </a:custGeom>
            <a:gradFill rotWithShape="1">
              <a:gsLst>
                <a:gs pos="0">
                  <a:srgbClr val="FFFCFC">
                    <a:alpha val="100000"/>
                  </a:srgbClr>
                </a:gs>
                <a:gs pos="100000">
                  <a:srgbClr val="FFFFFF">
                    <a:alpha val="40000"/>
                  </a:srgbClr>
                </a:gs>
              </a:gsLst>
              <a:lin ang="0"/>
            </a:gradFill>
          </p:spPr>
        </p:sp>
        <p:sp>
          <p:nvSpPr>
            <p:cNvPr id="17" name="TextBox 17"/>
            <p:cNvSpPr txBox="1"/>
            <p:nvPr/>
          </p:nvSpPr>
          <p:spPr>
            <a:xfrm>
              <a:off x="0" y="-38100"/>
              <a:ext cx="587168" cy="199818"/>
            </a:xfrm>
            <a:prstGeom prst="rect">
              <a:avLst/>
            </a:prstGeom>
          </p:spPr>
          <p:txBody>
            <a:bodyPr lIns="50800" tIns="50800" rIns="50800" bIns="50800" rtlCol="0" anchor="ctr"/>
            <a:lstStyle/>
            <a:p>
              <a:pPr algn="ctr">
                <a:lnSpc>
                  <a:spcPts val="3360"/>
                </a:lnSpc>
              </a:pPr>
              <a:endParaRPr/>
            </a:p>
          </p:txBody>
        </p:sp>
      </p:grpSp>
      <p:sp>
        <p:nvSpPr>
          <p:cNvPr id="18" name="Freeform 18"/>
          <p:cNvSpPr/>
          <p:nvPr/>
        </p:nvSpPr>
        <p:spPr>
          <a:xfrm flipH="1">
            <a:off x="1028700" y="8431229"/>
            <a:ext cx="5320178" cy="2124501"/>
          </a:xfrm>
          <a:custGeom>
            <a:avLst/>
            <a:gdLst/>
            <a:ahLst/>
            <a:cxnLst/>
            <a:rect l="l" t="t" r="r" b="b"/>
            <a:pathLst>
              <a:path w="5320178" h="2124501">
                <a:moveTo>
                  <a:pt x="5320178" y="0"/>
                </a:moveTo>
                <a:lnTo>
                  <a:pt x="0" y="0"/>
                </a:lnTo>
                <a:lnTo>
                  <a:pt x="0" y="2124501"/>
                </a:lnTo>
                <a:lnTo>
                  <a:pt x="5320178" y="2124501"/>
                </a:lnTo>
                <a:lnTo>
                  <a:pt x="5320178" y="0"/>
                </a:lnTo>
                <a:close/>
              </a:path>
            </a:pathLst>
          </a:custGeom>
          <a:blipFill>
            <a:blip>
              <a:extLst>
                <a:ext uri="{96DAC541-7B7A-43D3-8B79-37D633B846F1}">
                  <asvg:svgBlip xmlns:asvg="http://schemas.microsoft.com/office/drawing/2016/SVG/main" r:embed="rId8"/>
                </a:ext>
              </a:extLst>
            </a:blip>
            <a:stretch>
              <a:fillRect/>
            </a:stretch>
          </a:blipFill>
        </p:spPr>
      </p:sp>
      <p:sp>
        <p:nvSpPr>
          <p:cNvPr id="19" name="Freeform 19"/>
          <p:cNvSpPr/>
          <p:nvPr/>
        </p:nvSpPr>
        <p:spPr>
          <a:xfrm>
            <a:off x="10604266" y="8918953"/>
            <a:ext cx="5320178" cy="2124501"/>
          </a:xfrm>
          <a:custGeom>
            <a:avLst/>
            <a:gdLst/>
            <a:ahLst/>
            <a:cxnLst/>
            <a:rect l="l" t="t" r="r" b="b"/>
            <a:pathLst>
              <a:path w="5320178" h="2124501">
                <a:moveTo>
                  <a:pt x="0" y="0"/>
                </a:moveTo>
                <a:lnTo>
                  <a:pt x="5320178" y="0"/>
                </a:lnTo>
                <a:lnTo>
                  <a:pt x="5320178" y="2124500"/>
                </a:lnTo>
                <a:lnTo>
                  <a:pt x="0" y="21245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20" name="TextBox 20"/>
          <p:cNvSpPr txBox="1"/>
          <p:nvPr/>
        </p:nvSpPr>
        <p:spPr>
          <a:xfrm>
            <a:off x="6424498" y="7686408"/>
            <a:ext cx="5439004" cy="665410"/>
          </a:xfrm>
          <a:prstGeom prst="rect">
            <a:avLst/>
          </a:prstGeom>
        </p:spPr>
        <p:txBody>
          <a:bodyPr lIns="0" tIns="0" rIns="0" bIns="0" rtlCol="0" anchor="t">
            <a:spAutoFit/>
          </a:bodyPr>
          <a:lstStyle/>
          <a:p>
            <a:pPr algn="ctr">
              <a:lnSpc>
                <a:spcPts val="5319"/>
              </a:lnSpc>
            </a:pPr>
            <a:r>
              <a:rPr lang="en-US" sz="4091">
                <a:solidFill>
                  <a:srgbClr val="3F4060"/>
                </a:solidFill>
                <a:latin typeface="Finesse"/>
                <a:ea typeface="Finesse"/>
                <a:cs typeface="Finesse"/>
                <a:sym typeface="Finesse"/>
              </a:rPr>
              <a:t>Thực hiện bởi: Tổ 3</a:t>
            </a:r>
          </a:p>
        </p:txBody>
      </p:sp>
      <p:sp>
        <p:nvSpPr>
          <p:cNvPr id="21" name="TextBox 21"/>
          <p:cNvSpPr txBox="1"/>
          <p:nvPr/>
        </p:nvSpPr>
        <p:spPr>
          <a:xfrm>
            <a:off x="2996631" y="1260235"/>
            <a:ext cx="12904407" cy="1772665"/>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ahnschrift SemiBold Condensed" panose="020B0502040204020203" pitchFamily="34" charset="0"/>
                <a:ea typeface="Boldfat Mighty"/>
                <a:cs typeface="Boldfat Mighty"/>
                <a:sym typeface="Boldfat Mighty"/>
              </a:rPr>
              <a:t>NĂNG LƯỢNG TÁI TẠO </a:t>
            </a:r>
          </a:p>
        </p:txBody>
      </p:sp>
      <p:sp>
        <p:nvSpPr>
          <p:cNvPr id="22" name="TextBox 22"/>
          <p:cNvSpPr txBox="1"/>
          <p:nvPr/>
        </p:nvSpPr>
        <p:spPr>
          <a:xfrm>
            <a:off x="7644130" y="2972931"/>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sp>
        <p:nvSpPr>
          <p:cNvPr id="23" name="TextBox 23"/>
          <p:cNvSpPr txBox="1"/>
          <p:nvPr/>
        </p:nvSpPr>
        <p:spPr>
          <a:xfrm>
            <a:off x="2010300" y="3632852"/>
            <a:ext cx="14267400" cy="3356615"/>
          </a:xfrm>
          <a:prstGeom prst="rect">
            <a:avLst/>
          </a:prstGeom>
        </p:spPr>
        <p:txBody>
          <a:bodyPr lIns="0" tIns="0" rIns="0" bIns="0" rtlCol="0" anchor="t">
            <a:spAutoFit/>
          </a:bodyPr>
          <a:lstStyle/>
          <a:p>
            <a:pPr algn="ctr">
              <a:lnSpc>
                <a:spcPts val="27101"/>
              </a:lnSpc>
              <a:spcBef>
                <a:spcPct val="0"/>
              </a:spcBef>
            </a:pPr>
            <a:r>
              <a:rPr lang="en-US" sz="19358">
                <a:solidFill>
                  <a:srgbClr val="3F4060"/>
                </a:solidFill>
                <a:latin typeface="Dingos Stamp"/>
                <a:ea typeface="Dingos Stamp"/>
                <a:cs typeface="Dingos Stamp"/>
                <a:sym typeface="Dingos Stamp"/>
              </a:rPr>
              <a:t>GIA LAI</a:t>
            </a:r>
          </a:p>
        </p:txBody>
      </p:sp>
      <p:sp>
        <p:nvSpPr>
          <p:cNvPr id="24" name="Freeform 14">
            <a:extLst>
              <a:ext uri="{FF2B5EF4-FFF2-40B4-BE49-F238E27FC236}">
                <a16:creationId xmlns:a16="http://schemas.microsoft.com/office/drawing/2014/main" id="{2F4EA053-9D98-30C0-3D3F-DA9AA72510D8}"/>
              </a:ext>
            </a:extLst>
          </p:cNvPr>
          <p:cNvSpPr/>
          <p:nvPr/>
        </p:nvSpPr>
        <p:spPr>
          <a:xfrm>
            <a:off x="18572057" y="1624056"/>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9"/>
            <a:stretch>
              <a:fillRect/>
            </a:stretch>
          </a:blipFill>
        </p:spPr>
        <p:txBody>
          <a:bodyPr/>
          <a:lstStyle/>
          <a:p>
            <a:endParaRPr lang="en-US"/>
          </a:p>
        </p:txBody>
      </p:sp>
      <p:sp>
        <p:nvSpPr>
          <p:cNvPr id="27" name="Freeform 7">
            <a:extLst>
              <a:ext uri="{FF2B5EF4-FFF2-40B4-BE49-F238E27FC236}">
                <a16:creationId xmlns:a16="http://schemas.microsoft.com/office/drawing/2014/main" id="{16888470-8B6A-C349-F7C0-9F39E9B57D75}"/>
              </a:ext>
            </a:extLst>
          </p:cNvPr>
          <p:cNvSpPr/>
          <p:nvPr/>
        </p:nvSpPr>
        <p:spPr>
          <a:xfrm flipH="1">
            <a:off x="18586970"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5"/>
            <a:stretch>
              <a:fillRect/>
            </a:stretch>
          </a:blipFill>
        </p:spPr>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Group 22">
            <a:extLst>
              <a:ext uri="{FF2B5EF4-FFF2-40B4-BE49-F238E27FC236}">
                <a16:creationId xmlns:a16="http://schemas.microsoft.com/office/drawing/2014/main" id="{730F0645-C13F-3084-349B-9934A12CAD37}"/>
              </a:ext>
            </a:extLst>
          </p:cNvPr>
          <p:cNvGrpSpPr/>
          <p:nvPr/>
        </p:nvGrpSpPr>
        <p:grpSpPr>
          <a:xfrm>
            <a:off x="-8161541" y="2967204"/>
            <a:ext cx="7452265" cy="6434745"/>
            <a:chOff x="0" y="0"/>
            <a:chExt cx="1962737" cy="1694748"/>
          </a:xfrm>
        </p:grpSpPr>
        <p:sp>
          <p:nvSpPr>
            <p:cNvPr id="57" name="Freeform 23">
              <a:extLst>
                <a:ext uri="{FF2B5EF4-FFF2-40B4-BE49-F238E27FC236}">
                  <a16:creationId xmlns:a16="http://schemas.microsoft.com/office/drawing/2014/main" id="{2ABDC467-231F-C206-0D6E-DA7A9817C94E}"/>
                </a:ext>
              </a:extLst>
            </p:cNvPr>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58" name="TextBox 24">
              <a:extLst>
                <a:ext uri="{FF2B5EF4-FFF2-40B4-BE49-F238E27FC236}">
                  <a16:creationId xmlns:a16="http://schemas.microsoft.com/office/drawing/2014/main" id="{F2110B1B-181F-6E09-51BB-655DD2997DFE}"/>
                </a:ext>
              </a:extLst>
            </p:cNvPr>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1136811" y="500755"/>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4"/>
            <a:stretch>
              <a:fillRect/>
            </a:stretch>
          </a:blipFill>
        </p:spPr>
      </p:sp>
      <p:sp>
        <p:nvSpPr>
          <p:cNvPr id="5" name="Freeform 5"/>
          <p:cNvSpPr/>
          <p:nvPr/>
        </p:nvSpPr>
        <p:spPr>
          <a:xfrm>
            <a:off x="10505882" y="-1860714"/>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4"/>
            <a:stretch>
              <a:fillRect/>
            </a:stretch>
          </a:blipFill>
        </p:spPr>
      </p:sp>
      <p:sp>
        <p:nvSpPr>
          <p:cNvPr id="6" name="Freeform 6"/>
          <p:cNvSpPr/>
          <p:nvPr/>
        </p:nvSpPr>
        <p:spPr>
          <a:xfrm>
            <a:off x="1576188" y="-123985"/>
            <a:ext cx="4478734" cy="7823117"/>
          </a:xfrm>
          <a:custGeom>
            <a:avLst/>
            <a:gdLst/>
            <a:ahLst/>
            <a:cxnLst/>
            <a:rect l="l" t="t" r="r" b="b"/>
            <a:pathLst>
              <a:path w="4478734" h="7823117">
                <a:moveTo>
                  <a:pt x="0" y="0"/>
                </a:moveTo>
                <a:lnTo>
                  <a:pt x="4478735" y="0"/>
                </a:lnTo>
                <a:lnTo>
                  <a:pt x="4478735" y="7823117"/>
                </a:lnTo>
                <a:lnTo>
                  <a:pt x="0" y="7823117"/>
                </a:lnTo>
                <a:lnTo>
                  <a:pt x="0" y="0"/>
                </a:lnTo>
                <a:close/>
              </a:path>
            </a:pathLst>
          </a:custGeom>
          <a:blipFill>
            <a:blip r:embed="rId5"/>
            <a:stretch>
              <a:fillRect/>
            </a:stretch>
          </a:blipFill>
        </p:spPr>
      </p:sp>
      <p:sp>
        <p:nvSpPr>
          <p:cNvPr id="7" name="Freeform 7"/>
          <p:cNvSpPr/>
          <p:nvPr/>
        </p:nvSpPr>
        <p:spPr>
          <a:xfrm flipH="1">
            <a:off x="12351819"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5"/>
            <a:stretch>
              <a:fillRect/>
            </a:stretch>
          </a:blipFill>
        </p:spPr>
      </p:sp>
      <p:grpSp>
        <p:nvGrpSpPr>
          <p:cNvPr id="8" name="Group 8"/>
          <p:cNvGrpSpPr/>
          <p:nvPr/>
        </p:nvGrpSpPr>
        <p:grpSpPr>
          <a:xfrm>
            <a:off x="4377583" y="-447627"/>
            <a:ext cx="9532834" cy="11250909"/>
            <a:chOff x="0" y="0"/>
            <a:chExt cx="852315" cy="1005926"/>
          </a:xfrm>
        </p:grpSpPr>
        <p:sp>
          <p:nvSpPr>
            <p:cNvPr id="9" name="Freeform 9"/>
            <p:cNvSpPr/>
            <p:nvPr/>
          </p:nvSpPr>
          <p:spPr>
            <a:xfrm>
              <a:off x="0" y="0"/>
              <a:ext cx="852315" cy="1005926"/>
            </a:xfrm>
            <a:custGeom>
              <a:avLst/>
              <a:gdLst/>
              <a:ahLst/>
              <a:cxnLst/>
              <a:rect l="l" t="t" r="r" b="b"/>
              <a:pathLst>
                <a:path w="852315" h="1005926">
                  <a:moveTo>
                    <a:pt x="15862" y="0"/>
                  </a:moveTo>
                  <a:lnTo>
                    <a:pt x="836453" y="0"/>
                  </a:lnTo>
                  <a:cubicBezTo>
                    <a:pt x="840660" y="0"/>
                    <a:pt x="844695" y="1671"/>
                    <a:pt x="847670" y="4646"/>
                  </a:cubicBezTo>
                  <a:cubicBezTo>
                    <a:pt x="850644" y="7621"/>
                    <a:pt x="852315" y="11655"/>
                    <a:pt x="852315" y="15862"/>
                  </a:cubicBezTo>
                  <a:lnTo>
                    <a:pt x="852315" y="990064"/>
                  </a:lnTo>
                  <a:cubicBezTo>
                    <a:pt x="852315" y="998824"/>
                    <a:pt x="845214" y="1005926"/>
                    <a:pt x="836453" y="1005926"/>
                  </a:cubicBezTo>
                  <a:lnTo>
                    <a:pt x="15862" y="1005926"/>
                  </a:lnTo>
                  <a:cubicBezTo>
                    <a:pt x="11655" y="1005926"/>
                    <a:pt x="7621" y="1004255"/>
                    <a:pt x="4646" y="1001280"/>
                  </a:cubicBezTo>
                  <a:cubicBezTo>
                    <a:pt x="1671" y="998305"/>
                    <a:pt x="0" y="994271"/>
                    <a:pt x="0" y="990064"/>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10" name="TextBox 10"/>
            <p:cNvSpPr txBox="1"/>
            <p:nvPr/>
          </p:nvSpPr>
          <p:spPr>
            <a:xfrm>
              <a:off x="0" y="-38100"/>
              <a:ext cx="852315" cy="1044026"/>
            </a:xfrm>
            <a:prstGeom prst="rect">
              <a:avLst/>
            </a:prstGeom>
          </p:spPr>
          <p:txBody>
            <a:bodyPr lIns="50800" tIns="50800" rIns="50800" bIns="50800" rtlCol="0" anchor="ctr"/>
            <a:lstStyle/>
            <a:p>
              <a:pPr algn="ctr">
                <a:lnSpc>
                  <a:spcPts val="3360"/>
                </a:lnSpc>
              </a:pPr>
              <a:endParaRPr/>
            </a:p>
          </p:txBody>
        </p:sp>
      </p:grpSp>
      <p:grpSp>
        <p:nvGrpSpPr>
          <p:cNvPr id="11" name="Group 11"/>
          <p:cNvGrpSpPr/>
          <p:nvPr/>
        </p:nvGrpSpPr>
        <p:grpSpPr>
          <a:xfrm rot="-10800000">
            <a:off x="4583367" y="-447627"/>
            <a:ext cx="9153945" cy="11250909"/>
            <a:chOff x="0" y="0"/>
            <a:chExt cx="1293827" cy="1590214"/>
          </a:xfrm>
        </p:grpSpPr>
        <p:sp>
          <p:nvSpPr>
            <p:cNvPr id="12" name="Freeform 12"/>
            <p:cNvSpPr/>
            <p:nvPr/>
          </p:nvSpPr>
          <p:spPr>
            <a:xfrm>
              <a:off x="0" y="0"/>
              <a:ext cx="1293827" cy="1590214"/>
            </a:xfrm>
            <a:custGeom>
              <a:avLst/>
              <a:gdLst/>
              <a:ahLst/>
              <a:cxnLst/>
              <a:rect l="l" t="t" r="r" b="b"/>
              <a:pathLst>
                <a:path w="1293827" h="1590214">
                  <a:moveTo>
                    <a:pt x="16518" y="0"/>
                  </a:moveTo>
                  <a:lnTo>
                    <a:pt x="1277309" y="0"/>
                  </a:lnTo>
                  <a:cubicBezTo>
                    <a:pt x="1281690" y="0"/>
                    <a:pt x="1285891" y="1740"/>
                    <a:pt x="1288989" y="4838"/>
                  </a:cubicBezTo>
                  <a:cubicBezTo>
                    <a:pt x="1292087" y="7936"/>
                    <a:pt x="1293827" y="12138"/>
                    <a:pt x="1293827" y="16518"/>
                  </a:cubicBezTo>
                  <a:lnTo>
                    <a:pt x="1293827" y="1573696"/>
                  </a:lnTo>
                  <a:cubicBezTo>
                    <a:pt x="1293827" y="1582819"/>
                    <a:pt x="1286432" y="1590214"/>
                    <a:pt x="1277309" y="1590214"/>
                  </a:cubicBezTo>
                  <a:lnTo>
                    <a:pt x="16518" y="1590214"/>
                  </a:lnTo>
                  <a:cubicBezTo>
                    <a:pt x="7396" y="1590214"/>
                    <a:pt x="0" y="1582819"/>
                    <a:pt x="0" y="1573696"/>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13" name="TextBox 13"/>
            <p:cNvSpPr txBox="1"/>
            <p:nvPr/>
          </p:nvSpPr>
          <p:spPr>
            <a:xfrm>
              <a:off x="0" y="-38100"/>
              <a:ext cx="1293827" cy="1628314"/>
            </a:xfrm>
            <a:prstGeom prst="rect">
              <a:avLst/>
            </a:prstGeom>
          </p:spPr>
          <p:txBody>
            <a:bodyPr lIns="50800" tIns="50800" rIns="50800" bIns="50800" rtlCol="0" anchor="ctr"/>
            <a:lstStyle/>
            <a:p>
              <a:pPr algn="ctr">
                <a:lnSpc>
                  <a:spcPts val="3360"/>
                </a:lnSpc>
              </a:pPr>
              <a:endParaRPr/>
            </a:p>
          </p:txBody>
        </p:sp>
      </p:grpSp>
      <p:sp>
        <p:nvSpPr>
          <p:cNvPr id="14" name="Freeform 14"/>
          <p:cNvSpPr/>
          <p:nvPr/>
        </p:nvSpPr>
        <p:spPr>
          <a:xfrm>
            <a:off x="13473848" y="1630753"/>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6"/>
            <a:stretch>
              <a:fillRect/>
            </a:stretch>
          </a:blipFill>
        </p:spPr>
      </p:sp>
      <p:sp>
        <p:nvSpPr>
          <p:cNvPr id="15" name="Freeform 15"/>
          <p:cNvSpPr/>
          <p:nvPr/>
        </p:nvSpPr>
        <p:spPr>
          <a:xfrm>
            <a:off x="-1316779" y="1630753"/>
            <a:ext cx="6771162" cy="14143420"/>
          </a:xfrm>
          <a:custGeom>
            <a:avLst/>
            <a:gdLst/>
            <a:ahLst/>
            <a:cxnLst/>
            <a:rect l="l" t="t" r="r" b="b"/>
            <a:pathLst>
              <a:path w="6771162" h="14143420">
                <a:moveTo>
                  <a:pt x="0" y="0"/>
                </a:moveTo>
                <a:lnTo>
                  <a:pt x="6771163" y="0"/>
                </a:lnTo>
                <a:lnTo>
                  <a:pt x="6771163" y="14143420"/>
                </a:lnTo>
                <a:lnTo>
                  <a:pt x="0" y="14143420"/>
                </a:lnTo>
                <a:lnTo>
                  <a:pt x="0" y="0"/>
                </a:lnTo>
                <a:close/>
              </a:path>
            </a:pathLst>
          </a:custGeom>
          <a:blipFill>
            <a:blip r:embed="rId7"/>
            <a:stretch>
              <a:fillRect/>
            </a:stretch>
          </a:blipFill>
        </p:spPr>
      </p:sp>
      <p:sp>
        <p:nvSpPr>
          <p:cNvPr id="16" name="Freeform 16"/>
          <p:cNvSpPr/>
          <p:nvPr/>
        </p:nvSpPr>
        <p:spPr>
          <a:xfrm>
            <a:off x="10245430" y="8049622"/>
            <a:ext cx="7196851" cy="2873910"/>
          </a:xfrm>
          <a:custGeom>
            <a:avLst/>
            <a:gdLst/>
            <a:ahLst/>
            <a:cxnLst/>
            <a:rect l="l" t="t" r="r" b="b"/>
            <a:pathLst>
              <a:path w="7196851" h="2873910">
                <a:moveTo>
                  <a:pt x="0" y="0"/>
                </a:moveTo>
                <a:lnTo>
                  <a:pt x="7196852" y="0"/>
                </a:lnTo>
                <a:lnTo>
                  <a:pt x="7196852" y="2873910"/>
                </a:lnTo>
                <a:lnTo>
                  <a:pt x="0" y="287391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7" name="Freeform 17"/>
          <p:cNvSpPr/>
          <p:nvPr/>
        </p:nvSpPr>
        <p:spPr>
          <a:xfrm flipH="1">
            <a:off x="1028700" y="7929371"/>
            <a:ext cx="7196851" cy="2873910"/>
          </a:xfrm>
          <a:custGeom>
            <a:avLst/>
            <a:gdLst/>
            <a:ahLst/>
            <a:cxnLst/>
            <a:rect l="l" t="t" r="r" b="b"/>
            <a:pathLst>
              <a:path w="7196851" h="2873910">
                <a:moveTo>
                  <a:pt x="7196851" y="0"/>
                </a:moveTo>
                <a:lnTo>
                  <a:pt x="0" y="0"/>
                </a:lnTo>
                <a:lnTo>
                  <a:pt x="0" y="2873911"/>
                </a:lnTo>
                <a:lnTo>
                  <a:pt x="7196851" y="2873911"/>
                </a:lnTo>
                <a:lnTo>
                  <a:pt x="7196851" y="0"/>
                </a:lnTo>
                <a:close/>
              </a:path>
            </a:pathLst>
          </a:custGeom>
          <a:blipFill>
            <a:blip>
              <a:extLst>
                <a:ext uri="{96DAC541-7B7A-43D3-8B79-37D633B846F1}">
                  <asvg:svgBlip xmlns:asvg="http://schemas.microsoft.com/office/drawing/2016/SVG/main" r:embed="rId8"/>
                </a:ext>
              </a:extLst>
            </a:blip>
            <a:stretch>
              <a:fillRect/>
            </a:stretch>
          </a:blipFill>
        </p:spPr>
      </p:sp>
      <p:sp>
        <p:nvSpPr>
          <p:cNvPr id="18" name="TextBox 18"/>
          <p:cNvSpPr txBox="1"/>
          <p:nvPr/>
        </p:nvSpPr>
        <p:spPr>
          <a:xfrm>
            <a:off x="4328651" y="849879"/>
            <a:ext cx="9663377" cy="1409348"/>
          </a:xfrm>
          <a:prstGeom prst="rect">
            <a:avLst/>
          </a:prstGeom>
        </p:spPr>
        <p:txBody>
          <a:bodyPr lIns="0" tIns="0" rIns="0" bIns="0" rtlCol="0" anchor="t">
            <a:spAutoFit/>
          </a:bodyPr>
          <a:lstStyle/>
          <a:p>
            <a:pPr algn="ctr">
              <a:lnSpc>
                <a:spcPts val="11569"/>
              </a:lnSpc>
              <a:spcBef>
                <a:spcPct val="0"/>
              </a:spcBef>
            </a:pPr>
            <a:r>
              <a:rPr lang="en-US" sz="8263">
                <a:solidFill>
                  <a:srgbClr val="3F4060"/>
                </a:solidFill>
                <a:latin typeface="Anton"/>
                <a:ea typeface="Anton"/>
                <a:cs typeface="Anton"/>
                <a:sym typeface="Anton"/>
              </a:rPr>
              <a:t>Giới thiệu thành viên</a:t>
            </a:r>
          </a:p>
        </p:txBody>
      </p:sp>
      <p:sp>
        <p:nvSpPr>
          <p:cNvPr id="19" name="TextBox 19"/>
          <p:cNvSpPr txBox="1"/>
          <p:nvPr/>
        </p:nvSpPr>
        <p:spPr>
          <a:xfrm>
            <a:off x="5171534" y="2423969"/>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Kim Ngân</a:t>
            </a:r>
          </a:p>
          <a:p>
            <a:pPr algn="ctr">
              <a:lnSpc>
                <a:spcPts val="7522"/>
              </a:lnSpc>
            </a:pPr>
            <a:r>
              <a:rPr lang="en-US" sz="5373">
                <a:solidFill>
                  <a:srgbClr val="3F4060"/>
                </a:solidFill>
                <a:latin typeface="Finesse"/>
                <a:ea typeface="Finesse"/>
                <a:cs typeface="Finesse"/>
                <a:sym typeface="Finesse"/>
              </a:rPr>
              <a:t>Minh Anh</a:t>
            </a:r>
          </a:p>
          <a:p>
            <a:pPr algn="ctr">
              <a:lnSpc>
                <a:spcPts val="7522"/>
              </a:lnSpc>
            </a:pPr>
            <a:r>
              <a:rPr lang="en-US" sz="5373">
                <a:solidFill>
                  <a:srgbClr val="3F4060"/>
                </a:solidFill>
                <a:latin typeface="Finesse"/>
                <a:ea typeface="Finesse"/>
                <a:cs typeface="Finesse"/>
                <a:sym typeface="Finesse"/>
              </a:rPr>
              <a:t>Bảo Khôi</a:t>
            </a:r>
          </a:p>
          <a:p>
            <a:pPr algn="ctr">
              <a:lnSpc>
                <a:spcPts val="7522"/>
              </a:lnSpc>
            </a:pPr>
            <a:r>
              <a:rPr lang="en-US" sz="5373">
                <a:solidFill>
                  <a:srgbClr val="3F4060"/>
                </a:solidFill>
                <a:latin typeface="Finesse"/>
                <a:ea typeface="Finesse"/>
                <a:cs typeface="Finesse"/>
                <a:sym typeface="Finesse"/>
              </a:rPr>
              <a:t>Diễm Quỳnh</a:t>
            </a:r>
          </a:p>
          <a:p>
            <a:pPr algn="ctr">
              <a:lnSpc>
                <a:spcPts val="7522"/>
              </a:lnSpc>
            </a:pPr>
            <a:r>
              <a:rPr lang="en-US" sz="5373">
                <a:solidFill>
                  <a:srgbClr val="3F4060"/>
                </a:solidFill>
                <a:latin typeface="Finesse"/>
                <a:ea typeface="Finesse"/>
                <a:cs typeface="Finesse"/>
                <a:sym typeface="Finesse"/>
              </a:rPr>
              <a:t>Thanh Vân</a:t>
            </a:r>
          </a:p>
          <a:p>
            <a:pPr algn="ctr">
              <a:lnSpc>
                <a:spcPts val="7522"/>
              </a:lnSpc>
              <a:spcBef>
                <a:spcPct val="0"/>
              </a:spcBef>
            </a:pPr>
            <a:r>
              <a:rPr lang="en-US" sz="5373">
                <a:solidFill>
                  <a:srgbClr val="3F4060"/>
                </a:solidFill>
                <a:latin typeface="Finesse"/>
                <a:ea typeface="Finesse"/>
                <a:cs typeface="Finesse"/>
                <a:sym typeface="Finesse"/>
              </a:rPr>
              <a:t>Phương Anh</a:t>
            </a:r>
          </a:p>
        </p:txBody>
      </p:sp>
      <p:sp>
        <p:nvSpPr>
          <p:cNvPr id="20" name="TextBox 20"/>
          <p:cNvSpPr txBox="1"/>
          <p:nvPr/>
        </p:nvSpPr>
        <p:spPr>
          <a:xfrm>
            <a:off x="9521438" y="2423969"/>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Hoàng Khang</a:t>
            </a:r>
          </a:p>
          <a:p>
            <a:pPr algn="ctr">
              <a:lnSpc>
                <a:spcPts val="7522"/>
              </a:lnSpc>
            </a:pPr>
            <a:r>
              <a:rPr lang="en-US" sz="5373">
                <a:solidFill>
                  <a:srgbClr val="3F4060"/>
                </a:solidFill>
                <a:latin typeface="Finesse"/>
                <a:ea typeface="Finesse"/>
                <a:cs typeface="Finesse"/>
                <a:sym typeface="Finesse"/>
              </a:rPr>
              <a:t>Hải Đăng</a:t>
            </a:r>
          </a:p>
          <a:p>
            <a:pPr algn="ctr">
              <a:lnSpc>
                <a:spcPts val="7522"/>
              </a:lnSpc>
            </a:pPr>
            <a:r>
              <a:rPr lang="en-US" sz="5373">
                <a:solidFill>
                  <a:srgbClr val="3F4060"/>
                </a:solidFill>
                <a:latin typeface="Finesse"/>
                <a:ea typeface="Finesse"/>
                <a:cs typeface="Finesse"/>
                <a:sym typeface="Finesse"/>
              </a:rPr>
              <a:t>Thiên Ân</a:t>
            </a:r>
          </a:p>
          <a:p>
            <a:pPr algn="ctr">
              <a:lnSpc>
                <a:spcPts val="7522"/>
              </a:lnSpc>
            </a:pPr>
            <a:r>
              <a:rPr lang="en-US" sz="5373">
                <a:solidFill>
                  <a:srgbClr val="3F4060"/>
                </a:solidFill>
                <a:latin typeface="Finesse"/>
                <a:ea typeface="Finesse"/>
                <a:cs typeface="Finesse"/>
                <a:sym typeface="Finesse"/>
              </a:rPr>
              <a:t>Như Bình</a:t>
            </a:r>
          </a:p>
          <a:p>
            <a:pPr algn="ctr">
              <a:lnSpc>
                <a:spcPts val="7522"/>
              </a:lnSpc>
            </a:pPr>
            <a:r>
              <a:rPr lang="en-US" sz="5373">
                <a:solidFill>
                  <a:srgbClr val="3F4060"/>
                </a:solidFill>
                <a:latin typeface="Finesse"/>
                <a:ea typeface="Finesse"/>
                <a:cs typeface="Finesse"/>
                <a:sym typeface="Finesse"/>
              </a:rPr>
              <a:t>Hoàng Anh</a:t>
            </a:r>
          </a:p>
          <a:p>
            <a:pPr algn="ctr">
              <a:lnSpc>
                <a:spcPts val="7522"/>
              </a:lnSpc>
              <a:spcBef>
                <a:spcPct val="0"/>
              </a:spcBef>
            </a:pPr>
            <a:r>
              <a:rPr lang="en-US" sz="5373">
                <a:solidFill>
                  <a:srgbClr val="3F4060"/>
                </a:solidFill>
                <a:latin typeface="Finesse"/>
                <a:ea typeface="Finesse"/>
                <a:cs typeface="Finesse"/>
                <a:sym typeface="Finesse"/>
              </a:rPr>
              <a:t>Gia Minh</a:t>
            </a:r>
          </a:p>
        </p:txBody>
      </p:sp>
      <p:sp>
        <p:nvSpPr>
          <p:cNvPr id="21" name="Freeform 6">
            <a:extLst>
              <a:ext uri="{FF2B5EF4-FFF2-40B4-BE49-F238E27FC236}">
                <a16:creationId xmlns:a16="http://schemas.microsoft.com/office/drawing/2014/main" id="{4A3C7B17-CAEA-7B4C-92A6-73216CFE08AB}"/>
              </a:ext>
            </a:extLst>
          </p:cNvPr>
          <p:cNvSpPr/>
          <p:nvPr/>
        </p:nvSpPr>
        <p:spPr>
          <a:xfrm>
            <a:off x="21317366"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22" name="Freeform 8">
            <a:extLst>
              <a:ext uri="{FF2B5EF4-FFF2-40B4-BE49-F238E27FC236}">
                <a16:creationId xmlns:a16="http://schemas.microsoft.com/office/drawing/2014/main" id="{AC55046B-A464-79ED-D207-627B2423975C}"/>
              </a:ext>
            </a:extLst>
          </p:cNvPr>
          <p:cNvSpPr/>
          <p:nvPr/>
        </p:nvSpPr>
        <p:spPr>
          <a:xfrm>
            <a:off x="18582223"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5"/>
            <a:stretch>
              <a:fillRect/>
            </a:stretch>
          </a:blipFill>
        </p:spPr>
      </p:sp>
      <p:sp>
        <p:nvSpPr>
          <p:cNvPr id="23" name="Freeform 9">
            <a:extLst>
              <a:ext uri="{FF2B5EF4-FFF2-40B4-BE49-F238E27FC236}">
                <a16:creationId xmlns:a16="http://schemas.microsoft.com/office/drawing/2014/main" id="{3EE8203E-D3AE-9240-C975-6AB5DD2BF21B}"/>
              </a:ext>
            </a:extLst>
          </p:cNvPr>
          <p:cNvSpPr/>
          <p:nvPr/>
        </p:nvSpPr>
        <p:spPr>
          <a:xfrm flipH="1">
            <a:off x="19822225"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9"/>
            <a:stretch>
              <a:fillRect/>
            </a:stretch>
          </a:blipFill>
        </p:spPr>
      </p:sp>
      <p:sp>
        <p:nvSpPr>
          <p:cNvPr id="24" name="Freeform 10">
            <a:extLst>
              <a:ext uri="{FF2B5EF4-FFF2-40B4-BE49-F238E27FC236}">
                <a16:creationId xmlns:a16="http://schemas.microsoft.com/office/drawing/2014/main" id="{12E115CA-05CD-AB0B-F7CE-5B534DE1127C}"/>
              </a:ext>
            </a:extLst>
          </p:cNvPr>
          <p:cNvSpPr/>
          <p:nvPr/>
        </p:nvSpPr>
        <p:spPr>
          <a:xfrm flipH="1">
            <a:off x="21577270"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9"/>
            <a:stretch>
              <a:fillRect/>
            </a:stretch>
          </a:blipFill>
        </p:spPr>
      </p:sp>
      <p:sp>
        <p:nvSpPr>
          <p:cNvPr id="30" name="Freeform 13">
            <a:extLst>
              <a:ext uri="{FF2B5EF4-FFF2-40B4-BE49-F238E27FC236}">
                <a16:creationId xmlns:a16="http://schemas.microsoft.com/office/drawing/2014/main" id="{90F027BB-9104-02ED-C560-3A05C0149894}"/>
              </a:ext>
            </a:extLst>
          </p:cNvPr>
          <p:cNvSpPr/>
          <p:nvPr/>
        </p:nvSpPr>
        <p:spPr>
          <a:xfrm>
            <a:off x="-3558875" y="5464095"/>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31" name="Freeform 32">
            <a:extLst>
              <a:ext uri="{FF2B5EF4-FFF2-40B4-BE49-F238E27FC236}">
                <a16:creationId xmlns:a16="http://schemas.microsoft.com/office/drawing/2014/main" id="{CBEC9710-20FC-0320-49B0-6F1C3D54814C}"/>
              </a:ext>
            </a:extLst>
          </p:cNvPr>
          <p:cNvSpPr/>
          <p:nvPr/>
        </p:nvSpPr>
        <p:spPr>
          <a:xfrm rot="862837" flipH="1">
            <a:off x="-2348840" y="480746"/>
            <a:ext cx="2188123" cy="1911872"/>
          </a:xfrm>
          <a:custGeom>
            <a:avLst/>
            <a:gdLst/>
            <a:ahLst/>
            <a:cxnLst/>
            <a:rect l="l" t="t" r="r" b="b"/>
            <a:pathLst>
              <a:path w="2188123" h="1911872">
                <a:moveTo>
                  <a:pt x="2188122" y="0"/>
                </a:moveTo>
                <a:lnTo>
                  <a:pt x="0" y="0"/>
                </a:lnTo>
                <a:lnTo>
                  <a:pt x="0" y="1911873"/>
                </a:lnTo>
                <a:lnTo>
                  <a:pt x="2188122" y="1911873"/>
                </a:lnTo>
                <a:lnTo>
                  <a:pt x="2188122" y="0"/>
                </a:lnTo>
                <a:close/>
              </a:path>
            </a:pathLst>
          </a:custGeom>
          <a:blipFill>
            <a:blip r:embed="rId10"/>
            <a:stretch>
              <a:fillRect/>
            </a:stretch>
          </a:blipFill>
        </p:spPr>
      </p:sp>
      <p:sp>
        <p:nvSpPr>
          <p:cNvPr id="32" name="Freeform 4">
            <a:extLst>
              <a:ext uri="{FF2B5EF4-FFF2-40B4-BE49-F238E27FC236}">
                <a16:creationId xmlns:a16="http://schemas.microsoft.com/office/drawing/2014/main" id="{C3E25ED1-4BD4-260B-7FA2-EE27BA7505C0}"/>
              </a:ext>
            </a:extLst>
          </p:cNvPr>
          <p:cNvSpPr/>
          <p:nvPr/>
        </p:nvSpPr>
        <p:spPr>
          <a:xfrm>
            <a:off x="17930633" y="-77486"/>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4"/>
            <a:stretch>
              <a:fillRect/>
            </a:stretch>
          </a:blipFill>
        </p:spPr>
      </p:sp>
      <p:sp>
        <p:nvSpPr>
          <p:cNvPr id="33" name="Freeform 5">
            <a:extLst>
              <a:ext uri="{FF2B5EF4-FFF2-40B4-BE49-F238E27FC236}">
                <a16:creationId xmlns:a16="http://schemas.microsoft.com/office/drawing/2014/main" id="{9ECB643F-C1CF-9B06-2C53-0EDA8E158260}"/>
              </a:ext>
            </a:extLst>
          </p:cNvPr>
          <p:cNvSpPr/>
          <p:nvPr/>
        </p:nvSpPr>
        <p:spPr>
          <a:xfrm>
            <a:off x="-8664964" y="-77486"/>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4"/>
            <a:stretch>
              <a:fillRect/>
            </a:stretch>
          </a:blipFill>
        </p:spPr>
      </p:sp>
      <p:grpSp>
        <p:nvGrpSpPr>
          <p:cNvPr id="37" name="Group 25">
            <a:extLst>
              <a:ext uri="{FF2B5EF4-FFF2-40B4-BE49-F238E27FC236}">
                <a16:creationId xmlns:a16="http://schemas.microsoft.com/office/drawing/2014/main" id="{55D13BD2-0F52-0D63-3FBA-5F3CD53EEAE4}"/>
              </a:ext>
            </a:extLst>
          </p:cNvPr>
          <p:cNvGrpSpPr/>
          <p:nvPr/>
        </p:nvGrpSpPr>
        <p:grpSpPr>
          <a:xfrm>
            <a:off x="-8012658" y="2967204"/>
            <a:ext cx="7452265" cy="1666219"/>
            <a:chOff x="0" y="0"/>
            <a:chExt cx="1962737" cy="438840"/>
          </a:xfrm>
        </p:grpSpPr>
        <p:sp>
          <p:nvSpPr>
            <p:cNvPr id="38" name="Freeform 26">
              <a:extLst>
                <a:ext uri="{FF2B5EF4-FFF2-40B4-BE49-F238E27FC236}">
                  <a16:creationId xmlns:a16="http://schemas.microsoft.com/office/drawing/2014/main" id="{13237E9D-A402-26D5-E45B-C5CC977EBB51}"/>
                </a:ext>
              </a:extLst>
            </p:cNvPr>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39" name="TextBox 27">
              <a:extLst>
                <a:ext uri="{FF2B5EF4-FFF2-40B4-BE49-F238E27FC236}">
                  <a16:creationId xmlns:a16="http://schemas.microsoft.com/office/drawing/2014/main" id="{9011C747-F59A-75F7-1842-B207BB383634}"/>
                </a:ext>
              </a:extLst>
            </p:cNvPr>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40" name="TextBox 28">
            <a:extLst>
              <a:ext uri="{FF2B5EF4-FFF2-40B4-BE49-F238E27FC236}">
                <a16:creationId xmlns:a16="http://schemas.microsoft.com/office/drawing/2014/main" id="{47F5967D-2032-0E30-C2A2-80F5A6BDADE8}"/>
              </a:ext>
            </a:extLst>
          </p:cNvPr>
          <p:cNvSpPr txBox="1"/>
          <p:nvPr/>
        </p:nvSpPr>
        <p:spPr>
          <a:xfrm>
            <a:off x="-7645371" y="3079376"/>
            <a:ext cx="7278458"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Năng lượng tái tạo là gì?</a:t>
            </a:r>
          </a:p>
        </p:txBody>
      </p:sp>
      <p:sp>
        <p:nvSpPr>
          <p:cNvPr id="41" name="TextBox 29">
            <a:extLst>
              <a:ext uri="{FF2B5EF4-FFF2-40B4-BE49-F238E27FC236}">
                <a16:creationId xmlns:a16="http://schemas.microsoft.com/office/drawing/2014/main" id="{C9FFB64F-4D8F-2AF1-5C70-B38ADE9593BE}"/>
              </a:ext>
            </a:extLst>
          </p:cNvPr>
          <p:cNvSpPr txBox="1"/>
          <p:nvPr/>
        </p:nvSpPr>
        <p:spPr>
          <a:xfrm>
            <a:off x="-8012658" y="4925589"/>
            <a:ext cx="6912081" cy="3915816"/>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Nguồn năng lượng tự nhiên có khả năng tự phục hồi (mặt trời, gió, nước, sinh khối).</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Giảm ô nhiễm môi trường và hạn chế khí nhà kính.</a:t>
            </a:r>
          </a:p>
        </p:txBody>
      </p:sp>
      <p:grpSp>
        <p:nvGrpSpPr>
          <p:cNvPr id="42" name="Group 16">
            <a:extLst>
              <a:ext uri="{FF2B5EF4-FFF2-40B4-BE49-F238E27FC236}">
                <a16:creationId xmlns:a16="http://schemas.microsoft.com/office/drawing/2014/main" id="{2E46EA0D-B875-CAE2-0533-0BA4EBAF18C5}"/>
              </a:ext>
            </a:extLst>
          </p:cNvPr>
          <p:cNvGrpSpPr/>
          <p:nvPr/>
        </p:nvGrpSpPr>
        <p:grpSpPr>
          <a:xfrm>
            <a:off x="18742760" y="2967204"/>
            <a:ext cx="7452265" cy="6434745"/>
            <a:chOff x="0" y="0"/>
            <a:chExt cx="1962737" cy="1694748"/>
          </a:xfrm>
        </p:grpSpPr>
        <p:sp>
          <p:nvSpPr>
            <p:cNvPr id="43" name="Freeform 17">
              <a:extLst>
                <a:ext uri="{FF2B5EF4-FFF2-40B4-BE49-F238E27FC236}">
                  <a16:creationId xmlns:a16="http://schemas.microsoft.com/office/drawing/2014/main" id="{82073A19-1BC7-0B50-76A8-251010E53AD4}"/>
                </a:ext>
              </a:extLst>
            </p:cNvPr>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44" name="TextBox 18">
              <a:extLst>
                <a:ext uri="{FF2B5EF4-FFF2-40B4-BE49-F238E27FC236}">
                  <a16:creationId xmlns:a16="http://schemas.microsoft.com/office/drawing/2014/main" id="{61E1C4C9-46E3-F713-0A86-BFDE287B524A}"/>
                </a:ext>
              </a:extLst>
            </p:cNvPr>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45" name="Group 19">
            <a:extLst>
              <a:ext uri="{FF2B5EF4-FFF2-40B4-BE49-F238E27FC236}">
                <a16:creationId xmlns:a16="http://schemas.microsoft.com/office/drawing/2014/main" id="{E8DFECE2-6F36-4966-1C9E-ED530965C103}"/>
              </a:ext>
            </a:extLst>
          </p:cNvPr>
          <p:cNvGrpSpPr/>
          <p:nvPr/>
        </p:nvGrpSpPr>
        <p:grpSpPr>
          <a:xfrm>
            <a:off x="18742760" y="2967204"/>
            <a:ext cx="7452265" cy="1666219"/>
            <a:chOff x="0" y="0"/>
            <a:chExt cx="1962737" cy="438840"/>
          </a:xfrm>
        </p:grpSpPr>
        <p:sp>
          <p:nvSpPr>
            <p:cNvPr id="46" name="Freeform 20">
              <a:extLst>
                <a:ext uri="{FF2B5EF4-FFF2-40B4-BE49-F238E27FC236}">
                  <a16:creationId xmlns:a16="http://schemas.microsoft.com/office/drawing/2014/main" id="{BB8AECC2-5239-5AB9-D6F0-B57440E1131C}"/>
                </a:ext>
              </a:extLst>
            </p:cNvPr>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47" name="TextBox 21">
              <a:extLst>
                <a:ext uri="{FF2B5EF4-FFF2-40B4-BE49-F238E27FC236}">
                  <a16:creationId xmlns:a16="http://schemas.microsoft.com/office/drawing/2014/main" id="{F903C2D8-1633-DE15-EC09-186738549D63}"/>
                </a:ext>
              </a:extLst>
            </p:cNvPr>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48" name="TextBox 30">
            <a:extLst>
              <a:ext uri="{FF2B5EF4-FFF2-40B4-BE49-F238E27FC236}">
                <a16:creationId xmlns:a16="http://schemas.microsoft.com/office/drawing/2014/main" id="{9B8C8107-2AA7-9F1C-70DE-8924951D4C16}"/>
              </a:ext>
            </a:extLst>
          </p:cNvPr>
          <p:cNvSpPr txBox="1"/>
          <p:nvPr/>
        </p:nvSpPr>
        <p:spPr>
          <a:xfrm>
            <a:off x="19549913" y="3079376"/>
            <a:ext cx="5938985"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Tiềm năng tại Gia Lai:</a:t>
            </a:r>
          </a:p>
        </p:txBody>
      </p:sp>
      <p:sp>
        <p:nvSpPr>
          <p:cNvPr id="49" name="TextBox 31">
            <a:extLst>
              <a:ext uri="{FF2B5EF4-FFF2-40B4-BE49-F238E27FC236}">
                <a16:creationId xmlns:a16="http://schemas.microsoft.com/office/drawing/2014/main" id="{73739E57-653E-70C2-ED5C-185A1AC86FA7}"/>
              </a:ext>
            </a:extLst>
          </p:cNvPr>
          <p:cNvSpPr txBox="1"/>
          <p:nvPr/>
        </p:nvSpPr>
        <p:spPr>
          <a:xfrm>
            <a:off x="18570825" y="4685259"/>
            <a:ext cx="7796134" cy="4573041"/>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Nắng: Nắng nhiều, bức xạ cao.</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Gió: Tốc độ gió lớn, dẫn đầu Tây Nguyên.</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Nước: Sông lớn, địa hình dốc.</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Sinh khối: Nông nghiệp dồi dào.</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iterate type="lt">
                                    <p:tmAbs val="100"/>
                                  </p:iterate>
                                  <p:childTnLst>
                                    <p:set>
                                      <p:cBhvr>
                                        <p:cTn id="6" dur="1" fill="hold">
                                          <p:stCondLst>
                                            <p:cond delay="0"/>
                                          </p:stCondLst>
                                        </p:cTn>
                                        <p:tgtEl>
                                          <p:spTgt spid="18"/>
                                        </p:tgtEl>
                                        <p:attrNameLst>
                                          <p:attrName>style.visibility</p:attrName>
                                        </p:attrNameLst>
                                      </p:cBhvr>
                                      <p:to>
                                        <p:strVal val="visible"/>
                                      </p:to>
                                    </p:set>
                                  </p:childTnLst>
                                </p:cTn>
                              </p:par>
                            </p:childTnLst>
                          </p:cTn>
                        </p:par>
                        <p:par>
                          <p:cTn id="7" fill="hold">
                            <p:stCondLst>
                              <p:cond delay="1701"/>
                            </p:stCondLst>
                            <p:childTnLst>
                              <p:par>
                                <p:cTn id="8" presetID="10" presetClass="entr" presetSubtype="0"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10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Freeform 12">
            <a:extLst>
              <a:ext uri="{FF2B5EF4-FFF2-40B4-BE49-F238E27FC236}">
                <a16:creationId xmlns:a16="http://schemas.microsoft.com/office/drawing/2014/main" id="{2A12665B-005E-4F6D-E9FF-698E59E51B51}"/>
              </a:ext>
            </a:extLst>
          </p:cNvPr>
          <p:cNvSpPr/>
          <p:nvPr/>
        </p:nvSpPr>
        <p:spPr>
          <a:xfrm rot="871131">
            <a:off x="18314359" y="910935"/>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2"/>
            <a:stretch>
              <a:fillRect/>
            </a:stretch>
          </a:blipFill>
        </p:spPr>
      </p:sp>
      <p:grpSp>
        <p:nvGrpSpPr>
          <p:cNvPr id="45" name="Group 8">
            <a:extLst>
              <a:ext uri="{FF2B5EF4-FFF2-40B4-BE49-F238E27FC236}">
                <a16:creationId xmlns:a16="http://schemas.microsoft.com/office/drawing/2014/main" id="{258347CC-CB45-C4BE-D210-B78DBCB9AB4D}"/>
              </a:ext>
            </a:extLst>
          </p:cNvPr>
          <p:cNvGrpSpPr/>
          <p:nvPr/>
        </p:nvGrpSpPr>
        <p:grpSpPr>
          <a:xfrm>
            <a:off x="4377583" y="-11424432"/>
            <a:ext cx="9532834" cy="11250909"/>
            <a:chOff x="0" y="0"/>
            <a:chExt cx="852315" cy="1005926"/>
          </a:xfrm>
        </p:grpSpPr>
        <p:sp>
          <p:nvSpPr>
            <p:cNvPr id="46" name="Freeform 9">
              <a:extLst>
                <a:ext uri="{FF2B5EF4-FFF2-40B4-BE49-F238E27FC236}">
                  <a16:creationId xmlns:a16="http://schemas.microsoft.com/office/drawing/2014/main" id="{F9BE840E-2AEB-1BD1-12D7-94E53F8AD41C}"/>
                </a:ext>
              </a:extLst>
            </p:cNvPr>
            <p:cNvSpPr/>
            <p:nvPr/>
          </p:nvSpPr>
          <p:spPr>
            <a:xfrm>
              <a:off x="0" y="0"/>
              <a:ext cx="852315" cy="1005926"/>
            </a:xfrm>
            <a:custGeom>
              <a:avLst/>
              <a:gdLst/>
              <a:ahLst/>
              <a:cxnLst/>
              <a:rect l="l" t="t" r="r" b="b"/>
              <a:pathLst>
                <a:path w="852315" h="1005926">
                  <a:moveTo>
                    <a:pt x="15862" y="0"/>
                  </a:moveTo>
                  <a:lnTo>
                    <a:pt x="836453" y="0"/>
                  </a:lnTo>
                  <a:cubicBezTo>
                    <a:pt x="840660" y="0"/>
                    <a:pt x="844695" y="1671"/>
                    <a:pt x="847670" y="4646"/>
                  </a:cubicBezTo>
                  <a:cubicBezTo>
                    <a:pt x="850644" y="7621"/>
                    <a:pt x="852315" y="11655"/>
                    <a:pt x="852315" y="15862"/>
                  </a:cubicBezTo>
                  <a:lnTo>
                    <a:pt x="852315" y="990064"/>
                  </a:lnTo>
                  <a:cubicBezTo>
                    <a:pt x="852315" y="998824"/>
                    <a:pt x="845214" y="1005926"/>
                    <a:pt x="836453" y="1005926"/>
                  </a:cubicBezTo>
                  <a:lnTo>
                    <a:pt x="15862" y="1005926"/>
                  </a:lnTo>
                  <a:cubicBezTo>
                    <a:pt x="11655" y="1005926"/>
                    <a:pt x="7621" y="1004255"/>
                    <a:pt x="4646" y="1001280"/>
                  </a:cubicBezTo>
                  <a:cubicBezTo>
                    <a:pt x="1671" y="998305"/>
                    <a:pt x="0" y="994271"/>
                    <a:pt x="0" y="990064"/>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47" name="TextBox 10">
              <a:extLst>
                <a:ext uri="{FF2B5EF4-FFF2-40B4-BE49-F238E27FC236}">
                  <a16:creationId xmlns:a16="http://schemas.microsoft.com/office/drawing/2014/main" id="{3AF49D9F-02AB-F7B4-C4E0-A14C03A45FDF}"/>
                </a:ext>
              </a:extLst>
            </p:cNvPr>
            <p:cNvSpPr txBox="1"/>
            <p:nvPr/>
          </p:nvSpPr>
          <p:spPr>
            <a:xfrm>
              <a:off x="0" y="-38100"/>
              <a:ext cx="852315" cy="1044026"/>
            </a:xfrm>
            <a:prstGeom prst="rect">
              <a:avLst/>
            </a:prstGeom>
          </p:spPr>
          <p:txBody>
            <a:bodyPr lIns="50800" tIns="50800" rIns="50800" bIns="50800"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77439" b="-77439"/>
            </a:stretch>
          </a:blipFill>
        </p:spPr>
      </p:sp>
      <p:sp>
        <p:nvSpPr>
          <p:cNvPr id="3" name="Freeform 3"/>
          <p:cNvSpPr/>
          <p:nvPr/>
        </p:nvSpPr>
        <p:spPr>
          <a:xfrm>
            <a:off x="-2874592" y="697153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4" name="Freeform 4"/>
          <p:cNvSpPr/>
          <p:nvPr/>
        </p:nvSpPr>
        <p:spPr>
          <a:xfrm>
            <a:off x="11519158" y="-77486"/>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5"/>
            <a:stretch>
              <a:fillRect/>
            </a:stretch>
          </a:blipFill>
        </p:spPr>
      </p:sp>
      <p:sp>
        <p:nvSpPr>
          <p:cNvPr id="5" name="Freeform 5"/>
          <p:cNvSpPr/>
          <p:nvPr/>
        </p:nvSpPr>
        <p:spPr>
          <a:xfrm>
            <a:off x="-4327884" y="-77486"/>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5"/>
            <a:stretch>
              <a:fillRect/>
            </a:stretch>
          </a:blipFill>
        </p:spPr>
      </p:sp>
      <p:grpSp>
        <p:nvGrpSpPr>
          <p:cNvPr id="6" name="Group 6"/>
          <p:cNvGrpSpPr/>
          <p:nvPr/>
        </p:nvGrpSpPr>
        <p:grpSpPr>
          <a:xfrm>
            <a:off x="7726466" y="2439919"/>
            <a:ext cx="9532834" cy="5584531"/>
            <a:chOff x="0" y="0"/>
            <a:chExt cx="852315" cy="499304"/>
          </a:xfrm>
        </p:grpSpPr>
        <p:sp>
          <p:nvSpPr>
            <p:cNvPr id="7" name="Freeform 7"/>
            <p:cNvSpPr/>
            <p:nvPr/>
          </p:nvSpPr>
          <p:spPr>
            <a:xfrm>
              <a:off x="0" y="0"/>
              <a:ext cx="852315" cy="499304"/>
            </a:xfrm>
            <a:custGeom>
              <a:avLst/>
              <a:gdLst/>
              <a:ahLst/>
              <a:cxnLst/>
              <a:rect l="l" t="t" r="r" b="b"/>
              <a:pathLst>
                <a:path w="852315" h="499304">
                  <a:moveTo>
                    <a:pt x="15862" y="0"/>
                  </a:moveTo>
                  <a:lnTo>
                    <a:pt x="836453" y="0"/>
                  </a:lnTo>
                  <a:cubicBezTo>
                    <a:pt x="840660" y="0"/>
                    <a:pt x="844695" y="1671"/>
                    <a:pt x="847670" y="4646"/>
                  </a:cubicBezTo>
                  <a:cubicBezTo>
                    <a:pt x="850644" y="7621"/>
                    <a:pt x="852315" y="11655"/>
                    <a:pt x="852315" y="15862"/>
                  </a:cubicBezTo>
                  <a:lnTo>
                    <a:pt x="852315" y="483442"/>
                  </a:lnTo>
                  <a:cubicBezTo>
                    <a:pt x="852315" y="492202"/>
                    <a:pt x="845214" y="499304"/>
                    <a:pt x="836453" y="499304"/>
                  </a:cubicBezTo>
                  <a:lnTo>
                    <a:pt x="15862" y="499304"/>
                  </a:lnTo>
                  <a:cubicBezTo>
                    <a:pt x="7102" y="499304"/>
                    <a:pt x="0" y="492202"/>
                    <a:pt x="0" y="483442"/>
                  </a:cubicBezTo>
                  <a:lnTo>
                    <a:pt x="0" y="15862"/>
                  </a:lnTo>
                  <a:cubicBezTo>
                    <a:pt x="0" y="7102"/>
                    <a:pt x="7102" y="0"/>
                    <a:pt x="15862" y="0"/>
                  </a:cubicBezTo>
                  <a:close/>
                </a:path>
              </a:pathLst>
            </a:custGeom>
            <a:gradFill rotWithShape="1">
              <a:gsLst>
                <a:gs pos="0">
                  <a:srgbClr val="FFFCFC">
                    <a:alpha val="0"/>
                  </a:srgbClr>
                </a:gs>
                <a:gs pos="100000">
                  <a:srgbClr val="FFFFFF">
                    <a:alpha val="0"/>
                  </a:srgbClr>
                </a:gs>
              </a:gsLst>
              <a:lin ang="0"/>
            </a:gradFill>
          </p:spPr>
        </p:sp>
        <p:sp>
          <p:nvSpPr>
            <p:cNvPr id="8" name="TextBox 8"/>
            <p:cNvSpPr txBox="1"/>
            <p:nvPr/>
          </p:nvSpPr>
          <p:spPr>
            <a:xfrm>
              <a:off x="0" y="-38100"/>
              <a:ext cx="852315" cy="537404"/>
            </a:xfrm>
            <a:prstGeom prst="rect">
              <a:avLst/>
            </a:prstGeom>
          </p:spPr>
          <p:txBody>
            <a:bodyPr lIns="50800" tIns="50800" rIns="50800" bIns="50800" rtlCol="0" anchor="ctr"/>
            <a:lstStyle/>
            <a:p>
              <a:pPr algn="ctr">
                <a:lnSpc>
                  <a:spcPts val="3360"/>
                </a:lnSpc>
              </a:pPr>
              <a:endParaRPr/>
            </a:p>
          </p:txBody>
        </p:sp>
      </p:grpSp>
      <p:grpSp>
        <p:nvGrpSpPr>
          <p:cNvPr id="9" name="Group 9"/>
          <p:cNvGrpSpPr/>
          <p:nvPr/>
        </p:nvGrpSpPr>
        <p:grpSpPr>
          <a:xfrm rot="-10800000">
            <a:off x="7915910" y="2439919"/>
            <a:ext cx="9153945" cy="5104690"/>
            <a:chOff x="0" y="0"/>
            <a:chExt cx="1293827" cy="721502"/>
          </a:xfrm>
        </p:grpSpPr>
        <p:sp>
          <p:nvSpPr>
            <p:cNvPr id="10" name="Freeform 10"/>
            <p:cNvSpPr/>
            <p:nvPr/>
          </p:nvSpPr>
          <p:spPr>
            <a:xfrm>
              <a:off x="0" y="0"/>
              <a:ext cx="1293827" cy="721502"/>
            </a:xfrm>
            <a:custGeom>
              <a:avLst/>
              <a:gdLst/>
              <a:ahLst/>
              <a:cxnLst/>
              <a:rect l="l" t="t" r="r" b="b"/>
              <a:pathLst>
                <a:path w="1293827" h="721502">
                  <a:moveTo>
                    <a:pt x="16518" y="0"/>
                  </a:moveTo>
                  <a:lnTo>
                    <a:pt x="1277309" y="0"/>
                  </a:lnTo>
                  <a:cubicBezTo>
                    <a:pt x="1281690" y="0"/>
                    <a:pt x="1285891" y="1740"/>
                    <a:pt x="1288989" y="4838"/>
                  </a:cubicBezTo>
                  <a:cubicBezTo>
                    <a:pt x="1292087" y="7936"/>
                    <a:pt x="1293827" y="12138"/>
                    <a:pt x="1293827" y="16518"/>
                  </a:cubicBezTo>
                  <a:lnTo>
                    <a:pt x="1293827" y="704983"/>
                  </a:lnTo>
                  <a:cubicBezTo>
                    <a:pt x="1293827" y="709364"/>
                    <a:pt x="1292087" y="713566"/>
                    <a:pt x="1288989" y="716664"/>
                  </a:cubicBezTo>
                  <a:cubicBezTo>
                    <a:pt x="1285891" y="719761"/>
                    <a:pt x="1281690" y="721502"/>
                    <a:pt x="1277309" y="721502"/>
                  </a:cubicBezTo>
                  <a:lnTo>
                    <a:pt x="16518" y="721502"/>
                  </a:lnTo>
                  <a:cubicBezTo>
                    <a:pt x="7396" y="721502"/>
                    <a:pt x="0" y="714106"/>
                    <a:pt x="0" y="704983"/>
                  </a:cubicBezTo>
                  <a:lnTo>
                    <a:pt x="0" y="16518"/>
                  </a:lnTo>
                  <a:cubicBezTo>
                    <a:pt x="0" y="7396"/>
                    <a:pt x="7396" y="0"/>
                    <a:pt x="16518" y="0"/>
                  </a:cubicBezTo>
                  <a:close/>
                </a:path>
              </a:pathLst>
            </a:custGeom>
            <a:gradFill rotWithShape="1">
              <a:gsLst>
                <a:gs pos="0">
                  <a:srgbClr val="FFFCFC">
                    <a:alpha val="0"/>
                  </a:srgbClr>
                </a:gs>
                <a:gs pos="100000">
                  <a:srgbClr val="FFFFFF">
                    <a:alpha val="0"/>
                  </a:srgbClr>
                </a:gs>
              </a:gsLst>
              <a:lin ang="0"/>
            </a:gradFill>
          </p:spPr>
        </p:sp>
        <p:sp>
          <p:nvSpPr>
            <p:cNvPr id="11" name="TextBox 11"/>
            <p:cNvSpPr txBox="1"/>
            <p:nvPr/>
          </p:nvSpPr>
          <p:spPr>
            <a:xfrm>
              <a:off x="0" y="-38100"/>
              <a:ext cx="1293827" cy="759602"/>
            </a:xfrm>
            <a:prstGeom prst="rect">
              <a:avLst/>
            </a:prstGeom>
          </p:spPr>
          <p:txBody>
            <a:bodyPr lIns="50800" tIns="50800" rIns="50800" bIns="50800" rtlCol="0" anchor="ctr"/>
            <a:lstStyle/>
            <a:p>
              <a:pPr algn="ctr">
                <a:lnSpc>
                  <a:spcPts val="3360"/>
                </a:lnSpc>
              </a:pPr>
              <a:endParaRPr/>
            </a:p>
          </p:txBody>
        </p:sp>
      </p:grpSp>
      <p:sp>
        <p:nvSpPr>
          <p:cNvPr id="12" name="Freeform 12"/>
          <p:cNvSpPr/>
          <p:nvPr/>
        </p:nvSpPr>
        <p:spPr>
          <a:xfrm flipH="1">
            <a:off x="15098921" y="7441405"/>
            <a:ext cx="4320758" cy="3921088"/>
          </a:xfrm>
          <a:custGeom>
            <a:avLst/>
            <a:gdLst/>
            <a:ahLst/>
            <a:cxnLst/>
            <a:rect l="l" t="t" r="r" b="b"/>
            <a:pathLst>
              <a:path w="4320758" h="3921088">
                <a:moveTo>
                  <a:pt x="4320758" y="0"/>
                </a:moveTo>
                <a:lnTo>
                  <a:pt x="0" y="0"/>
                </a:lnTo>
                <a:lnTo>
                  <a:pt x="0" y="3921088"/>
                </a:lnTo>
                <a:lnTo>
                  <a:pt x="4320758" y="3921088"/>
                </a:lnTo>
                <a:lnTo>
                  <a:pt x="4320758" y="0"/>
                </a:lnTo>
                <a:close/>
              </a:path>
            </a:pathLst>
          </a:custGeom>
          <a:blipFill>
            <a:blip r:embed="rId6"/>
            <a:stretch>
              <a:fillRect/>
            </a:stretch>
          </a:blipFill>
        </p:spPr>
      </p:sp>
      <p:sp>
        <p:nvSpPr>
          <p:cNvPr id="13" name="Freeform 13"/>
          <p:cNvSpPr/>
          <p:nvPr/>
        </p:nvSpPr>
        <p:spPr>
          <a:xfrm>
            <a:off x="375053" y="5464095"/>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7"/>
            <a:stretch>
              <a:fillRect/>
            </a:stretch>
          </a:blipFill>
        </p:spPr>
      </p:sp>
      <p:sp>
        <p:nvSpPr>
          <p:cNvPr id="14" name="Freeform 14"/>
          <p:cNvSpPr/>
          <p:nvPr/>
        </p:nvSpPr>
        <p:spPr>
          <a:xfrm>
            <a:off x="6145874" y="-2550940"/>
            <a:ext cx="5996251" cy="4946907"/>
          </a:xfrm>
          <a:custGeom>
            <a:avLst/>
            <a:gdLst/>
            <a:ahLst/>
            <a:cxnLst/>
            <a:rect l="l" t="t" r="r" b="b"/>
            <a:pathLst>
              <a:path w="5996251" h="4946907">
                <a:moveTo>
                  <a:pt x="0" y="0"/>
                </a:moveTo>
                <a:lnTo>
                  <a:pt x="5996252" y="0"/>
                </a:lnTo>
                <a:lnTo>
                  <a:pt x="5996252" y="4946908"/>
                </a:lnTo>
                <a:lnTo>
                  <a:pt x="0" y="4946908"/>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5" name="TextBox 15"/>
          <p:cNvSpPr txBox="1"/>
          <p:nvPr/>
        </p:nvSpPr>
        <p:spPr>
          <a:xfrm>
            <a:off x="6551918" y="306678"/>
            <a:ext cx="4967240" cy="1873522"/>
          </a:xfrm>
          <a:prstGeom prst="rect">
            <a:avLst/>
          </a:prstGeom>
        </p:spPr>
        <p:txBody>
          <a:bodyPr lIns="0" tIns="0" rIns="0" bIns="0" rtlCol="0" anchor="t">
            <a:spAutoFit/>
          </a:bodyPr>
          <a:lstStyle/>
          <a:p>
            <a:pPr marL="1158154" lvl="1" indent="-579077" algn="l">
              <a:lnSpc>
                <a:spcPts val="7510"/>
              </a:lnSpc>
              <a:spcBef>
                <a:spcPct val="0"/>
              </a:spcBef>
              <a:buAutoNum type="arabicPeriod"/>
            </a:pPr>
            <a:r>
              <a:rPr lang="en-US" sz="5364">
                <a:solidFill>
                  <a:srgbClr val="FFFFFF"/>
                </a:solidFill>
                <a:latin typeface="Cheering Section"/>
                <a:ea typeface="Cheering Section"/>
                <a:cs typeface="Cheering Section"/>
                <a:sym typeface="Cheering Section"/>
              </a:rPr>
              <a:t>Giới thiệu &amp; Khái niệm</a:t>
            </a:r>
          </a:p>
        </p:txBody>
      </p:sp>
      <p:grpSp>
        <p:nvGrpSpPr>
          <p:cNvPr id="16" name="Group 16"/>
          <p:cNvGrpSpPr/>
          <p:nvPr/>
        </p:nvGrpSpPr>
        <p:grpSpPr>
          <a:xfrm>
            <a:off x="9807035" y="2967204"/>
            <a:ext cx="7452265" cy="6434745"/>
            <a:chOff x="0" y="0"/>
            <a:chExt cx="1962737" cy="1694748"/>
          </a:xfrm>
        </p:grpSpPr>
        <p:sp>
          <p:nvSpPr>
            <p:cNvPr id="17" name="Freeform 17"/>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18" name="TextBox 18"/>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19" name="Group 19"/>
          <p:cNvGrpSpPr/>
          <p:nvPr/>
        </p:nvGrpSpPr>
        <p:grpSpPr>
          <a:xfrm>
            <a:off x="9807035" y="2967204"/>
            <a:ext cx="7452265" cy="1666219"/>
            <a:chOff x="0" y="0"/>
            <a:chExt cx="1962737" cy="438840"/>
          </a:xfrm>
        </p:grpSpPr>
        <p:sp>
          <p:nvSpPr>
            <p:cNvPr id="20" name="Freeform 20"/>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21" name="TextBox 21"/>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grpSp>
        <p:nvGrpSpPr>
          <p:cNvPr id="22" name="Group 22"/>
          <p:cNvGrpSpPr/>
          <p:nvPr/>
        </p:nvGrpSpPr>
        <p:grpSpPr>
          <a:xfrm>
            <a:off x="1028700" y="2967204"/>
            <a:ext cx="7452265" cy="6434745"/>
            <a:chOff x="0" y="0"/>
            <a:chExt cx="1962737" cy="1694748"/>
          </a:xfrm>
        </p:grpSpPr>
        <p:sp>
          <p:nvSpPr>
            <p:cNvPr id="23" name="Freeform 23"/>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24" name="TextBox 24"/>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25" name="Group 25"/>
          <p:cNvGrpSpPr/>
          <p:nvPr/>
        </p:nvGrpSpPr>
        <p:grpSpPr>
          <a:xfrm>
            <a:off x="1028700" y="2967204"/>
            <a:ext cx="7452265" cy="1666219"/>
            <a:chOff x="0" y="0"/>
            <a:chExt cx="1962737" cy="438840"/>
          </a:xfrm>
        </p:grpSpPr>
        <p:sp>
          <p:nvSpPr>
            <p:cNvPr id="26" name="Freeform 26"/>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27" name="TextBox 27"/>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28" name="TextBox 28"/>
          <p:cNvSpPr txBox="1"/>
          <p:nvPr/>
        </p:nvSpPr>
        <p:spPr>
          <a:xfrm>
            <a:off x="1395987" y="3079376"/>
            <a:ext cx="7278458"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Năng lượng tái tạo là gì?</a:t>
            </a:r>
          </a:p>
        </p:txBody>
      </p:sp>
      <p:sp>
        <p:nvSpPr>
          <p:cNvPr id="29" name="TextBox 29"/>
          <p:cNvSpPr txBox="1"/>
          <p:nvPr/>
        </p:nvSpPr>
        <p:spPr>
          <a:xfrm>
            <a:off x="1028700" y="4925589"/>
            <a:ext cx="6912081" cy="3915816"/>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Nguồn năng lượng tự nhiên có khả năng tự phục hồi (mặt trời, gió, nước, sinh khối).</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Giảm ô nhiễm môi trường và hạn chế khí nhà kính.</a:t>
            </a:r>
          </a:p>
        </p:txBody>
      </p:sp>
      <p:sp>
        <p:nvSpPr>
          <p:cNvPr id="30" name="TextBox 30"/>
          <p:cNvSpPr txBox="1"/>
          <p:nvPr/>
        </p:nvSpPr>
        <p:spPr>
          <a:xfrm>
            <a:off x="10614188" y="3079376"/>
            <a:ext cx="5938985"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Tiềm năng tại Gia Lai:</a:t>
            </a:r>
          </a:p>
        </p:txBody>
      </p:sp>
      <p:sp>
        <p:nvSpPr>
          <p:cNvPr id="31" name="TextBox 31"/>
          <p:cNvSpPr txBox="1"/>
          <p:nvPr/>
        </p:nvSpPr>
        <p:spPr>
          <a:xfrm>
            <a:off x="9635100" y="4685259"/>
            <a:ext cx="7553472" cy="4573041"/>
          </a:xfrm>
          <a:prstGeom prst="rect">
            <a:avLst/>
          </a:prstGeom>
        </p:spPr>
        <p:txBody>
          <a:bodyPr wrap="square"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Nắng: Nắng nhiều, bức xạ cao.</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Gió: Tốc độ gió lớn, dẫn đầu Tây Nguyên.</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Nước: Sông lớn, địa hình dốc.</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Sinh khối: Nông nghiệp dồi dào.</a:t>
            </a:r>
          </a:p>
        </p:txBody>
      </p:sp>
      <p:sp>
        <p:nvSpPr>
          <p:cNvPr id="32" name="Freeform 32"/>
          <p:cNvSpPr/>
          <p:nvPr/>
        </p:nvSpPr>
        <p:spPr>
          <a:xfrm rot="862837" flipH="1">
            <a:off x="2982645" y="451610"/>
            <a:ext cx="2188123" cy="1911872"/>
          </a:xfrm>
          <a:custGeom>
            <a:avLst/>
            <a:gdLst/>
            <a:ahLst/>
            <a:cxnLst/>
            <a:rect l="l" t="t" r="r" b="b"/>
            <a:pathLst>
              <a:path w="2188123" h="1911872">
                <a:moveTo>
                  <a:pt x="2188122" y="0"/>
                </a:moveTo>
                <a:lnTo>
                  <a:pt x="0" y="0"/>
                </a:lnTo>
                <a:lnTo>
                  <a:pt x="0" y="1911873"/>
                </a:lnTo>
                <a:lnTo>
                  <a:pt x="2188122" y="1911873"/>
                </a:lnTo>
                <a:lnTo>
                  <a:pt x="2188122" y="0"/>
                </a:lnTo>
                <a:close/>
              </a:path>
            </a:pathLst>
          </a:custGeom>
          <a:blipFill>
            <a:blip r:embed="rId9"/>
            <a:stretch>
              <a:fillRect/>
            </a:stretch>
          </a:blipFill>
        </p:spPr>
      </p:sp>
      <p:grpSp>
        <p:nvGrpSpPr>
          <p:cNvPr id="39" name="Group 11">
            <a:extLst>
              <a:ext uri="{FF2B5EF4-FFF2-40B4-BE49-F238E27FC236}">
                <a16:creationId xmlns:a16="http://schemas.microsoft.com/office/drawing/2014/main" id="{EEBB7192-4689-F636-27CF-8E63C1ADF1A9}"/>
              </a:ext>
            </a:extLst>
          </p:cNvPr>
          <p:cNvGrpSpPr/>
          <p:nvPr/>
        </p:nvGrpSpPr>
        <p:grpSpPr>
          <a:xfrm rot="-10800000">
            <a:off x="4659155" y="-11520470"/>
            <a:ext cx="9153945" cy="11250909"/>
            <a:chOff x="0" y="0"/>
            <a:chExt cx="1293827" cy="1590214"/>
          </a:xfrm>
        </p:grpSpPr>
        <p:sp>
          <p:nvSpPr>
            <p:cNvPr id="40" name="Freeform 12">
              <a:extLst>
                <a:ext uri="{FF2B5EF4-FFF2-40B4-BE49-F238E27FC236}">
                  <a16:creationId xmlns:a16="http://schemas.microsoft.com/office/drawing/2014/main" id="{F3E2F5D5-3E9D-60AD-343C-44967CB7A2B8}"/>
                </a:ext>
              </a:extLst>
            </p:cNvPr>
            <p:cNvSpPr/>
            <p:nvPr/>
          </p:nvSpPr>
          <p:spPr>
            <a:xfrm>
              <a:off x="0" y="0"/>
              <a:ext cx="1293827" cy="1590214"/>
            </a:xfrm>
            <a:custGeom>
              <a:avLst/>
              <a:gdLst/>
              <a:ahLst/>
              <a:cxnLst/>
              <a:rect l="l" t="t" r="r" b="b"/>
              <a:pathLst>
                <a:path w="1293827" h="1590214">
                  <a:moveTo>
                    <a:pt x="16518" y="0"/>
                  </a:moveTo>
                  <a:lnTo>
                    <a:pt x="1277309" y="0"/>
                  </a:lnTo>
                  <a:cubicBezTo>
                    <a:pt x="1281690" y="0"/>
                    <a:pt x="1285891" y="1740"/>
                    <a:pt x="1288989" y="4838"/>
                  </a:cubicBezTo>
                  <a:cubicBezTo>
                    <a:pt x="1292087" y="7936"/>
                    <a:pt x="1293827" y="12138"/>
                    <a:pt x="1293827" y="16518"/>
                  </a:cubicBezTo>
                  <a:lnTo>
                    <a:pt x="1293827" y="1573696"/>
                  </a:lnTo>
                  <a:cubicBezTo>
                    <a:pt x="1293827" y="1582819"/>
                    <a:pt x="1286432" y="1590214"/>
                    <a:pt x="1277309" y="1590214"/>
                  </a:cubicBezTo>
                  <a:lnTo>
                    <a:pt x="16518" y="1590214"/>
                  </a:lnTo>
                  <a:cubicBezTo>
                    <a:pt x="7396" y="1590214"/>
                    <a:pt x="0" y="1582819"/>
                    <a:pt x="0" y="1573696"/>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41" name="TextBox 13">
              <a:extLst>
                <a:ext uri="{FF2B5EF4-FFF2-40B4-BE49-F238E27FC236}">
                  <a16:creationId xmlns:a16="http://schemas.microsoft.com/office/drawing/2014/main" id="{CA393A47-594E-14E1-DBDA-D92C43C3C599}"/>
                </a:ext>
              </a:extLst>
            </p:cNvPr>
            <p:cNvSpPr txBox="1"/>
            <p:nvPr/>
          </p:nvSpPr>
          <p:spPr>
            <a:xfrm>
              <a:off x="0" y="-38100"/>
              <a:ext cx="1293827" cy="1628314"/>
            </a:xfrm>
            <a:prstGeom prst="rect">
              <a:avLst/>
            </a:prstGeom>
          </p:spPr>
          <p:txBody>
            <a:bodyPr lIns="50800" tIns="50800" rIns="50800" bIns="50800" rtlCol="0" anchor="ctr"/>
            <a:lstStyle/>
            <a:p>
              <a:pPr algn="ctr">
                <a:lnSpc>
                  <a:spcPts val="3360"/>
                </a:lnSpc>
              </a:pPr>
              <a:endParaRPr/>
            </a:p>
          </p:txBody>
        </p:sp>
      </p:grpSp>
      <p:sp>
        <p:nvSpPr>
          <p:cNvPr id="42" name="TextBox 18">
            <a:extLst>
              <a:ext uri="{FF2B5EF4-FFF2-40B4-BE49-F238E27FC236}">
                <a16:creationId xmlns:a16="http://schemas.microsoft.com/office/drawing/2014/main" id="{B5ABFB52-5318-969E-A1A9-8041734622A1}"/>
              </a:ext>
            </a:extLst>
          </p:cNvPr>
          <p:cNvSpPr txBox="1"/>
          <p:nvPr/>
        </p:nvSpPr>
        <p:spPr>
          <a:xfrm>
            <a:off x="4328651" y="-10097052"/>
            <a:ext cx="9663377" cy="1409348"/>
          </a:xfrm>
          <a:prstGeom prst="rect">
            <a:avLst/>
          </a:prstGeom>
        </p:spPr>
        <p:txBody>
          <a:bodyPr lIns="0" tIns="0" rIns="0" bIns="0" rtlCol="0" anchor="t">
            <a:spAutoFit/>
          </a:bodyPr>
          <a:lstStyle/>
          <a:p>
            <a:pPr algn="ctr">
              <a:lnSpc>
                <a:spcPts val="11569"/>
              </a:lnSpc>
              <a:spcBef>
                <a:spcPct val="0"/>
              </a:spcBef>
            </a:pPr>
            <a:r>
              <a:rPr lang="en-US" sz="8263">
                <a:solidFill>
                  <a:srgbClr val="3F4060"/>
                </a:solidFill>
                <a:latin typeface="Anton"/>
                <a:ea typeface="Anton"/>
                <a:cs typeface="Anton"/>
                <a:sym typeface="Anton"/>
              </a:rPr>
              <a:t>Giới thiệu thành viên</a:t>
            </a:r>
          </a:p>
        </p:txBody>
      </p:sp>
      <p:sp>
        <p:nvSpPr>
          <p:cNvPr id="43" name="TextBox 19">
            <a:extLst>
              <a:ext uri="{FF2B5EF4-FFF2-40B4-BE49-F238E27FC236}">
                <a16:creationId xmlns:a16="http://schemas.microsoft.com/office/drawing/2014/main" id="{E8921637-91D7-6E17-4191-EA8FCABF2BB6}"/>
              </a:ext>
            </a:extLst>
          </p:cNvPr>
          <p:cNvSpPr txBox="1"/>
          <p:nvPr/>
        </p:nvSpPr>
        <p:spPr>
          <a:xfrm>
            <a:off x="5171534" y="-8522962"/>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Kim Ngân</a:t>
            </a:r>
          </a:p>
          <a:p>
            <a:pPr algn="ctr">
              <a:lnSpc>
                <a:spcPts val="7522"/>
              </a:lnSpc>
            </a:pPr>
            <a:r>
              <a:rPr lang="en-US" sz="5373">
                <a:solidFill>
                  <a:srgbClr val="3F4060"/>
                </a:solidFill>
                <a:latin typeface="Finesse"/>
                <a:ea typeface="Finesse"/>
                <a:cs typeface="Finesse"/>
                <a:sym typeface="Finesse"/>
              </a:rPr>
              <a:t>Minh Anh</a:t>
            </a:r>
          </a:p>
          <a:p>
            <a:pPr algn="ctr">
              <a:lnSpc>
                <a:spcPts val="7522"/>
              </a:lnSpc>
            </a:pPr>
            <a:r>
              <a:rPr lang="en-US" sz="5373">
                <a:solidFill>
                  <a:srgbClr val="3F4060"/>
                </a:solidFill>
                <a:latin typeface="Finesse"/>
                <a:ea typeface="Finesse"/>
                <a:cs typeface="Finesse"/>
                <a:sym typeface="Finesse"/>
              </a:rPr>
              <a:t>Bảo Khôi</a:t>
            </a:r>
          </a:p>
          <a:p>
            <a:pPr algn="ctr">
              <a:lnSpc>
                <a:spcPts val="7522"/>
              </a:lnSpc>
            </a:pPr>
            <a:r>
              <a:rPr lang="en-US" sz="5373">
                <a:solidFill>
                  <a:srgbClr val="3F4060"/>
                </a:solidFill>
                <a:latin typeface="Finesse"/>
                <a:ea typeface="Finesse"/>
                <a:cs typeface="Finesse"/>
                <a:sym typeface="Finesse"/>
              </a:rPr>
              <a:t>Diễm Quỳnh</a:t>
            </a:r>
          </a:p>
          <a:p>
            <a:pPr algn="ctr">
              <a:lnSpc>
                <a:spcPts val="7522"/>
              </a:lnSpc>
            </a:pPr>
            <a:r>
              <a:rPr lang="en-US" sz="5373">
                <a:solidFill>
                  <a:srgbClr val="3F4060"/>
                </a:solidFill>
                <a:latin typeface="Finesse"/>
                <a:ea typeface="Finesse"/>
                <a:cs typeface="Finesse"/>
                <a:sym typeface="Finesse"/>
              </a:rPr>
              <a:t>Thanh Vân</a:t>
            </a:r>
          </a:p>
          <a:p>
            <a:pPr algn="ctr">
              <a:lnSpc>
                <a:spcPts val="7522"/>
              </a:lnSpc>
              <a:spcBef>
                <a:spcPct val="0"/>
              </a:spcBef>
            </a:pPr>
            <a:r>
              <a:rPr lang="en-US" sz="5373">
                <a:solidFill>
                  <a:srgbClr val="3F4060"/>
                </a:solidFill>
                <a:latin typeface="Finesse"/>
                <a:ea typeface="Finesse"/>
                <a:cs typeface="Finesse"/>
                <a:sym typeface="Finesse"/>
              </a:rPr>
              <a:t>Phương Anh</a:t>
            </a:r>
          </a:p>
        </p:txBody>
      </p:sp>
      <p:sp>
        <p:nvSpPr>
          <p:cNvPr id="44" name="TextBox 20">
            <a:extLst>
              <a:ext uri="{FF2B5EF4-FFF2-40B4-BE49-F238E27FC236}">
                <a16:creationId xmlns:a16="http://schemas.microsoft.com/office/drawing/2014/main" id="{2E1DA4CD-728B-80D0-E90D-D354BDEAB1C7}"/>
              </a:ext>
            </a:extLst>
          </p:cNvPr>
          <p:cNvSpPr txBox="1"/>
          <p:nvPr/>
        </p:nvSpPr>
        <p:spPr>
          <a:xfrm>
            <a:off x="9521438" y="-8522962"/>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Hoàng Khang</a:t>
            </a:r>
          </a:p>
          <a:p>
            <a:pPr algn="ctr">
              <a:lnSpc>
                <a:spcPts val="7522"/>
              </a:lnSpc>
            </a:pPr>
            <a:r>
              <a:rPr lang="en-US" sz="5373">
                <a:solidFill>
                  <a:srgbClr val="3F4060"/>
                </a:solidFill>
                <a:latin typeface="Finesse"/>
                <a:ea typeface="Finesse"/>
                <a:cs typeface="Finesse"/>
                <a:sym typeface="Finesse"/>
              </a:rPr>
              <a:t>Hải Đăng</a:t>
            </a:r>
          </a:p>
          <a:p>
            <a:pPr algn="ctr">
              <a:lnSpc>
                <a:spcPts val="7522"/>
              </a:lnSpc>
            </a:pPr>
            <a:r>
              <a:rPr lang="en-US" sz="5373">
                <a:solidFill>
                  <a:srgbClr val="3F4060"/>
                </a:solidFill>
                <a:latin typeface="Finesse"/>
                <a:ea typeface="Finesse"/>
                <a:cs typeface="Finesse"/>
                <a:sym typeface="Finesse"/>
              </a:rPr>
              <a:t>Thiên Ân</a:t>
            </a:r>
          </a:p>
          <a:p>
            <a:pPr algn="ctr">
              <a:lnSpc>
                <a:spcPts val="7522"/>
              </a:lnSpc>
            </a:pPr>
            <a:r>
              <a:rPr lang="en-US" sz="5373">
                <a:solidFill>
                  <a:srgbClr val="3F4060"/>
                </a:solidFill>
                <a:latin typeface="Finesse"/>
                <a:ea typeface="Finesse"/>
                <a:cs typeface="Finesse"/>
                <a:sym typeface="Finesse"/>
              </a:rPr>
              <a:t>Như Bình</a:t>
            </a:r>
          </a:p>
          <a:p>
            <a:pPr algn="ctr">
              <a:lnSpc>
                <a:spcPts val="7522"/>
              </a:lnSpc>
            </a:pPr>
            <a:r>
              <a:rPr lang="en-US" sz="5373">
                <a:solidFill>
                  <a:srgbClr val="3F4060"/>
                </a:solidFill>
                <a:latin typeface="Finesse"/>
                <a:ea typeface="Finesse"/>
                <a:cs typeface="Finesse"/>
                <a:sym typeface="Finesse"/>
              </a:rPr>
              <a:t>Hoàng Anh</a:t>
            </a:r>
          </a:p>
          <a:p>
            <a:pPr algn="ctr">
              <a:lnSpc>
                <a:spcPts val="7522"/>
              </a:lnSpc>
              <a:spcBef>
                <a:spcPct val="0"/>
              </a:spcBef>
            </a:pPr>
            <a:r>
              <a:rPr lang="en-US" sz="5373">
                <a:solidFill>
                  <a:srgbClr val="3F4060"/>
                </a:solidFill>
                <a:latin typeface="Finesse"/>
                <a:ea typeface="Finesse"/>
                <a:cs typeface="Finesse"/>
                <a:sym typeface="Finesse"/>
              </a:rPr>
              <a:t>Gia Minh</a:t>
            </a:r>
          </a:p>
        </p:txBody>
      </p:sp>
      <p:sp>
        <p:nvSpPr>
          <p:cNvPr id="48" name="Freeform 6">
            <a:extLst>
              <a:ext uri="{FF2B5EF4-FFF2-40B4-BE49-F238E27FC236}">
                <a16:creationId xmlns:a16="http://schemas.microsoft.com/office/drawing/2014/main" id="{079CE889-2339-6F42-C2B4-CD5725670762}"/>
              </a:ext>
            </a:extLst>
          </p:cNvPr>
          <p:cNvSpPr/>
          <p:nvPr/>
        </p:nvSpPr>
        <p:spPr>
          <a:xfrm>
            <a:off x="-5053114" y="-123985"/>
            <a:ext cx="4478734" cy="7823117"/>
          </a:xfrm>
          <a:custGeom>
            <a:avLst/>
            <a:gdLst/>
            <a:ahLst/>
            <a:cxnLst/>
            <a:rect l="l" t="t" r="r" b="b"/>
            <a:pathLst>
              <a:path w="4478734" h="7823117">
                <a:moveTo>
                  <a:pt x="0" y="0"/>
                </a:moveTo>
                <a:lnTo>
                  <a:pt x="4478735" y="0"/>
                </a:lnTo>
                <a:lnTo>
                  <a:pt x="4478735" y="7823117"/>
                </a:lnTo>
                <a:lnTo>
                  <a:pt x="0" y="7823117"/>
                </a:lnTo>
                <a:lnTo>
                  <a:pt x="0" y="0"/>
                </a:lnTo>
                <a:close/>
              </a:path>
            </a:pathLst>
          </a:custGeom>
          <a:blipFill>
            <a:blip r:embed="rId7"/>
            <a:stretch>
              <a:fillRect/>
            </a:stretch>
          </a:blipFill>
        </p:spPr>
      </p:sp>
      <p:sp>
        <p:nvSpPr>
          <p:cNvPr id="49" name="Freeform 7">
            <a:extLst>
              <a:ext uri="{FF2B5EF4-FFF2-40B4-BE49-F238E27FC236}">
                <a16:creationId xmlns:a16="http://schemas.microsoft.com/office/drawing/2014/main" id="{50A6E7A9-5C0A-E041-2D93-74F171774D5F}"/>
              </a:ext>
            </a:extLst>
          </p:cNvPr>
          <p:cNvSpPr/>
          <p:nvPr/>
        </p:nvSpPr>
        <p:spPr>
          <a:xfrm flipH="1">
            <a:off x="18406717"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7"/>
            <a:stretch>
              <a:fillRect/>
            </a:stretch>
          </a:blipFill>
        </p:spPr>
      </p:sp>
      <p:sp>
        <p:nvSpPr>
          <p:cNvPr id="50" name="Freeform 14">
            <a:extLst>
              <a:ext uri="{FF2B5EF4-FFF2-40B4-BE49-F238E27FC236}">
                <a16:creationId xmlns:a16="http://schemas.microsoft.com/office/drawing/2014/main" id="{B41EC76A-B8C8-4748-BB3D-6178AD1772D7}"/>
              </a:ext>
            </a:extLst>
          </p:cNvPr>
          <p:cNvSpPr/>
          <p:nvPr/>
        </p:nvSpPr>
        <p:spPr>
          <a:xfrm>
            <a:off x="19528746" y="1630753"/>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10"/>
            <a:stretch>
              <a:fillRect/>
            </a:stretch>
          </a:blipFill>
        </p:spPr>
      </p:sp>
      <p:sp>
        <p:nvSpPr>
          <p:cNvPr id="51" name="Freeform 15">
            <a:extLst>
              <a:ext uri="{FF2B5EF4-FFF2-40B4-BE49-F238E27FC236}">
                <a16:creationId xmlns:a16="http://schemas.microsoft.com/office/drawing/2014/main" id="{D1BC235A-4F04-F22B-6EB6-9BE6D0BC3853}"/>
              </a:ext>
            </a:extLst>
          </p:cNvPr>
          <p:cNvSpPr/>
          <p:nvPr/>
        </p:nvSpPr>
        <p:spPr>
          <a:xfrm>
            <a:off x="-7946081" y="1630753"/>
            <a:ext cx="6771162" cy="14143420"/>
          </a:xfrm>
          <a:custGeom>
            <a:avLst/>
            <a:gdLst/>
            <a:ahLst/>
            <a:cxnLst/>
            <a:rect l="l" t="t" r="r" b="b"/>
            <a:pathLst>
              <a:path w="6771162" h="14143420">
                <a:moveTo>
                  <a:pt x="0" y="0"/>
                </a:moveTo>
                <a:lnTo>
                  <a:pt x="6771163" y="0"/>
                </a:lnTo>
                <a:lnTo>
                  <a:pt x="6771163" y="14143420"/>
                </a:lnTo>
                <a:lnTo>
                  <a:pt x="0" y="14143420"/>
                </a:lnTo>
                <a:lnTo>
                  <a:pt x="0" y="0"/>
                </a:lnTo>
                <a:close/>
              </a:path>
            </a:pathLst>
          </a:custGeom>
          <a:blipFill>
            <a:blip r:embed="rId11"/>
            <a:stretch>
              <a:fillRect/>
            </a:stretch>
          </a:blipFill>
        </p:spPr>
      </p:sp>
      <p:grpSp>
        <p:nvGrpSpPr>
          <p:cNvPr id="52" name="Group 13">
            <a:extLst>
              <a:ext uri="{FF2B5EF4-FFF2-40B4-BE49-F238E27FC236}">
                <a16:creationId xmlns:a16="http://schemas.microsoft.com/office/drawing/2014/main" id="{10D4C019-FA8A-1285-4CDA-DE1E3C57CFB9}"/>
              </a:ext>
            </a:extLst>
          </p:cNvPr>
          <p:cNvGrpSpPr/>
          <p:nvPr/>
        </p:nvGrpSpPr>
        <p:grpSpPr>
          <a:xfrm>
            <a:off x="466121" y="12138657"/>
            <a:ext cx="17355758" cy="9173192"/>
            <a:chOff x="0" y="0"/>
            <a:chExt cx="23141010" cy="12230923"/>
          </a:xfrm>
        </p:grpSpPr>
        <p:grpSp>
          <p:nvGrpSpPr>
            <p:cNvPr id="53" name="Group 14">
              <a:extLst>
                <a:ext uri="{FF2B5EF4-FFF2-40B4-BE49-F238E27FC236}">
                  <a16:creationId xmlns:a16="http://schemas.microsoft.com/office/drawing/2014/main" id="{3AD8B1ED-D1DF-243E-B36C-1C10A70ADFD3}"/>
                </a:ext>
              </a:extLst>
            </p:cNvPr>
            <p:cNvGrpSpPr/>
            <p:nvPr/>
          </p:nvGrpSpPr>
          <p:grpSpPr>
            <a:xfrm>
              <a:off x="0" y="0"/>
              <a:ext cx="23141010" cy="12230923"/>
              <a:chOff x="0" y="0"/>
              <a:chExt cx="4571064" cy="2415985"/>
            </a:xfrm>
          </p:grpSpPr>
          <p:sp>
            <p:nvSpPr>
              <p:cNvPr id="57" name="Freeform 15">
                <a:extLst>
                  <a:ext uri="{FF2B5EF4-FFF2-40B4-BE49-F238E27FC236}">
                    <a16:creationId xmlns:a16="http://schemas.microsoft.com/office/drawing/2014/main" id="{589E6443-0836-FF01-7E12-39BAF1723DAF}"/>
                  </a:ext>
                </a:extLst>
              </p:cNvPr>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58" name="TextBox 16">
                <a:extLst>
                  <a:ext uri="{FF2B5EF4-FFF2-40B4-BE49-F238E27FC236}">
                    <a16:creationId xmlns:a16="http://schemas.microsoft.com/office/drawing/2014/main" id="{D4496B3F-792F-6AF2-B36D-F455436F7828}"/>
                  </a:ext>
                </a:extLst>
              </p:cNvPr>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54" name="Group 17">
              <a:extLst>
                <a:ext uri="{FF2B5EF4-FFF2-40B4-BE49-F238E27FC236}">
                  <a16:creationId xmlns:a16="http://schemas.microsoft.com/office/drawing/2014/main" id="{9DC01DB9-8B9E-BB1E-DF16-913114FF835C}"/>
                </a:ext>
              </a:extLst>
            </p:cNvPr>
            <p:cNvGrpSpPr/>
            <p:nvPr/>
          </p:nvGrpSpPr>
          <p:grpSpPr>
            <a:xfrm>
              <a:off x="428632" y="352698"/>
              <a:ext cx="22283747" cy="11525527"/>
              <a:chOff x="0" y="0"/>
              <a:chExt cx="4401728" cy="2276647"/>
            </a:xfrm>
          </p:grpSpPr>
          <p:sp>
            <p:nvSpPr>
              <p:cNvPr id="55" name="Freeform 18">
                <a:extLst>
                  <a:ext uri="{FF2B5EF4-FFF2-40B4-BE49-F238E27FC236}">
                    <a16:creationId xmlns:a16="http://schemas.microsoft.com/office/drawing/2014/main" id="{FDD31338-0BFC-AEC1-6E08-CA09936DF728}"/>
                  </a:ext>
                </a:extLst>
              </p:cNvPr>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56" name="TextBox 19">
                <a:extLst>
                  <a:ext uri="{FF2B5EF4-FFF2-40B4-BE49-F238E27FC236}">
                    <a16:creationId xmlns:a16="http://schemas.microsoft.com/office/drawing/2014/main" id="{2D3169D2-7B5B-232A-1443-BC1D95BFD207}"/>
                  </a:ext>
                </a:extLst>
              </p:cNvPr>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grpSp>
        <p:nvGrpSpPr>
          <p:cNvPr id="59" name="Group 22">
            <a:extLst>
              <a:ext uri="{FF2B5EF4-FFF2-40B4-BE49-F238E27FC236}">
                <a16:creationId xmlns:a16="http://schemas.microsoft.com/office/drawing/2014/main" id="{B95930C5-2487-C568-8B92-6143B8E05A04}"/>
              </a:ext>
            </a:extLst>
          </p:cNvPr>
          <p:cNvGrpSpPr/>
          <p:nvPr/>
        </p:nvGrpSpPr>
        <p:grpSpPr>
          <a:xfrm>
            <a:off x="466121" y="-1727239"/>
            <a:ext cx="17355758" cy="1427913"/>
            <a:chOff x="0" y="0"/>
            <a:chExt cx="4571064" cy="376076"/>
          </a:xfrm>
        </p:grpSpPr>
        <p:sp>
          <p:nvSpPr>
            <p:cNvPr id="60" name="Freeform 23">
              <a:extLst>
                <a:ext uri="{FF2B5EF4-FFF2-40B4-BE49-F238E27FC236}">
                  <a16:creationId xmlns:a16="http://schemas.microsoft.com/office/drawing/2014/main" id="{47763299-D8E6-2D55-7AD1-8CF4A10E41AB}"/>
                </a:ext>
              </a:extLst>
            </p:cNvPr>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61" name="TextBox 24">
              <a:extLst>
                <a:ext uri="{FF2B5EF4-FFF2-40B4-BE49-F238E27FC236}">
                  <a16:creationId xmlns:a16="http://schemas.microsoft.com/office/drawing/2014/main" id="{61DD07DF-0B03-D113-CEA3-A9F12BE6FBCD}"/>
                </a:ext>
              </a:extLst>
            </p:cNvPr>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62" name="TextBox 25">
            <a:extLst>
              <a:ext uri="{FF2B5EF4-FFF2-40B4-BE49-F238E27FC236}">
                <a16:creationId xmlns:a16="http://schemas.microsoft.com/office/drawing/2014/main" id="{AAAA1613-727F-5C6C-85B3-79163B9BDF61}"/>
              </a:ext>
            </a:extLst>
          </p:cNvPr>
          <p:cNvSpPr txBox="1"/>
          <p:nvPr/>
        </p:nvSpPr>
        <p:spPr>
          <a:xfrm>
            <a:off x="3558978" y="-1515105"/>
            <a:ext cx="11170045" cy="921022"/>
          </a:xfrm>
          <a:prstGeom prst="rect">
            <a:avLst/>
          </a:prstGeom>
        </p:spPr>
        <p:txBody>
          <a:bodyPr lIns="0" tIns="0" rIns="0" bIns="0" rtlCol="0" anchor="t">
            <a:spAutoFit/>
          </a:bodyPr>
          <a:lstStyle/>
          <a:p>
            <a:pPr marL="1158154" lvl="1" indent="-579077" algn="l">
              <a:lnSpc>
                <a:spcPts val="7510"/>
              </a:lnSpc>
              <a:spcBef>
                <a:spcPct val="0"/>
              </a:spcBef>
              <a:buAutoNum type="arabicPeriod"/>
            </a:pPr>
            <a:r>
              <a:rPr lang="en-US" sz="5364">
                <a:solidFill>
                  <a:srgbClr val="01544A"/>
                </a:solidFill>
                <a:latin typeface="Cheering Section"/>
                <a:ea typeface="Cheering Section"/>
                <a:cs typeface="Cheering Section"/>
                <a:sym typeface="Cheering Section"/>
              </a:rPr>
              <a:t>Thực trạng phát triển tại Gia Lai</a:t>
            </a:r>
          </a:p>
        </p:txBody>
      </p:sp>
      <p:sp>
        <p:nvSpPr>
          <p:cNvPr id="63" name="TextBox 26">
            <a:extLst>
              <a:ext uri="{FF2B5EF4-FFF2-40B4-BE49-F238E27FC236}">
                <a16:creationId xmlns:a16="http://schemas.microsoft.com/office/drawing/2014/main" id="{622186AF-B420-96C4-A0D9-1CAD74A9F059}"/>
              </a:ext>
            </a:extLst>
          </p:cNvPr>
          <p:cNvSpPr txBox="1"/>
          <p:nvPr/>
        </p:nvSpPr>
        <p:spPr>
          <a:xfrm>
            <a:off x="1483528" y="14029172"/>
            <a:ext cx="14831650"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Quy mô: 88 dự án được phê duyệt quy hoạch — Tổng công suất: 4.362,89 MW.</a:t>
            </a:r>
          </a:p>
        </p:txBody>
      </p:sp>
      <p:sp>
        <p:nvSpPr>
          <p:cNvPr id="64" name="AutoShape 27">
            <a:extLst>
              <a:ext uri="{FF2B5EF4-FFF2-40B4-BE49-F238E27FC236}">
                <a16:creationId xmlns:a16="http://schemas.microsoft.com/office/drawing/2014/main" id="{5584A9E8-2681-B101-B8C9-1557573B9D12}"/>
              </a:ext>
            </a:extLst>
          </p:cNvPr>
          <p:cNvSpPr/>
          <p:nvPr/>
        </p:nvSpPr>
        <p:spPr>
          <a:xfrm>
            <a:off x="1483555" y="15122704"/>
            <a:ext cx="13245495" cy="19050"/>
          </a:xfrm>
          <a:prstGeom prst="line">
            <a:avLst/>
          </a:prstGeom>
          <a:ln w="38100" cap="flat">
            <a:solidFill>
              <a:srgbClr val="01544A"/>
            </a:solidFill>
            <a:prstDash val="solid"/>
            <a:headEnd type="none" w="sm" len="sm"/>
            <a:tailEnd type="none" w="sm" len="sm"/>
          </a:ln>
        </p:spPr>
      </p:sp>
      <p:sp>
        <p:nvSpPr>
          <p:cNvPr id="65" name="TextBox 28">
            <a:extLst>
              <a:ext uri="{FF2B5EF4-FFF2-40B4-BE49-F238E27FC236}">
                <a16:creationId xmlns:a16="http://schemas.microsoft.com/office/drawing/2014/main" id="{57C79235-7325-7D15-9994-CE1A6A4F41D2}"/>
              </a:ext>
            </a:extLst>
          </p:cNvPr>
          <p:cNvSpPr txBox="1"/>
          <p:nvPr/>
        </p:nvSpPr>
        <p:spPr>
          <a:xfrm>
            <a:off x="1418636" y="15230263"/>
            <a:ext cx="14831650" cy="798256"/>
          </a:xfrm>
          <a:prstGeom prst="rect">
            <a:avLst/>
          </a:prstGeom>
        </p:spPr>
        <p:txBody>
          <a:bodyPr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Thủy điện: 49 dự án đang vận hành (2.251,69 MW) — Tiêu biểu: Thủy điện Ialy.</a:t>
            </a:r>
          </a:p>
        </p:txBody>
      </p:sp>
      <p:sp>
        <p:nvSpPr>
          <p:cNvPr id="66" name="AutoShape 29">
            <a:extLst>
              <a:ext uri="{FF2B5EF4-FFF2-40B4-BE49-F238E27FC236}">
                <a16:creationId xmlns:a16="http://schemas.microsoft.com/office/drawing/2014/main" id="{94431312-AE13-EF8C-BE42-6CFE3681579A}"/>
              </a:ext>
            </a:extLst>
          </p:cNvPr>
          <p:cNvSpPr/>
          <p:nvPr/>
        </p:nvSpPr>
        <p:spPr>
          <a:xfrm>
            <a:off x="1483637" y="16265269"/>
            <a:ext cx="13245495" cy="19050"/>
          </a:xfrm>
          <a:prstGeom prst="line">
            <a:avLst/>
          </a:prstGeom>
          <a:ln w="38100" cap="flat">
            <a:solidFill>
              <a:srgbClr val="01544A"/>
            </a:solidFill>
            <a:prstDash val="solid"/>
            <a:headEnd type="none" w="sm" len="sm"/>
            <a:tailEnd type="none" w="sm" len="sm"/>
          </a:ln>
        </p:spPr>
      </p:sp>
      <p:sp>
        <p:nvSpPr>
          <p:cNvPr id="67" name="TextBox 30">
            <a:extLst>
              <a:ext uri="{FF2B5EF4-FFF2-40B4-BE49-F238E27FC236}">
                <a16:creationId xmlns:a16="http://schemas.microsoft.com/office/drawing/2014/main" id="{C174A649-8360-65CD-8E4F-5F23C17BDA91}"/>
              </a:ext>
            </a:extLst>
          </p:cNvPr>
          <p:cNvSpPr txBox="1"/>
          <p:nvPr/>
        </p:nvSpPr>
        <p:spPr>
          <a:xfrm>
            <a:off x="1483583" y="16299345"/>
            <a:ext cx="13527817"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gió: Đang phát triển mạnh — Tiêu biểu: Hưng Hải Gia Lai, Ia Le 1.</a:t>
            </a:r>
          </a:p>
        </p:txBody>
      </p:sp>
      <p:sp>
        <p:nvSpPr>
          <p:cNvPr id="68" name="AutoShape 31">
            <a:extLst>
              <a:ext uri="{FF2B5EF4-FFF2-40B4-BE49-F238E27FC236}">
                <a16:creationId xmlns:a16="http://schemas.microsoft.com/office/drawing/2014/main" id="{F11F8D35-A4B0-B17F-8452-9409746A8412}"/>
              </a:ext>
            </a:extLst>
          </p:cNvPr>
          <p:cNvSpPr/>
          <p:nvPr/>
        </p:nvSpPr>
        <p:spPr>
          <a:xfrm>
            <a:off x="1483610" y="17396900"/>
            <a:ext cx="13245495" cy="19050"/>
          </a:xfrm>
          <a:prstGeom prst="line">
            <a:avLst/>
          </a:prstGeom>
          <a:ln w="38100" cap="flat">
            <a:solidFill>
              <a:srgbClr val="01544A"/>
            </a:solidFill>
            <a:prstDash val="solid"/>
            <a:headEnd type="none" w="sm" len="sm"/>
            <a:tailEnd type="none" w="sm" len="sm"/>
          </a:ln>
        </p:spPr>
      </p:sp>
      <p:sp>
        <p:nvSpPr>
          <p:cNvPr id="69" name="TextBox 32">
            <a:extLst>
              <a:ext uri="{FF2B5EF4-FFF2-40B4-BE49-F238E27FC236}">
                <a16:creationId xmlns:a16="http://schemas.microsoft.com/office/drawing/2014/main" id="{905E691B-8107-945A-9F33-98196472ABBD}"/>
              </a:ext>
            </a:extLst>
          </p:cNvPr>
          <p:cNvSpPr txBox="1"/>
          <p:nvPr/>
        </p:nvSpPr>
        <p:spPr>
          <a:xfrm>
            <a:off x="1418636" y="17482625"/>
            <a:ext cx="16137058" cy="797953"/>
          </a:xfrm>
          <a:prstGeom prst="rect">
            <a:avLst/>
          </a:prstGeom>
        </p:spPr>
        <p:txBody>
          <a:bodyPr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☀️Điện mặt trời: Phát triển diện rộng -Tiêu biểu: Krông Pa và điện mặt trời  mái nhà.</a:t>
            </a:r>
          </a:p>
        </p:txBody>
      </p:sp>
      <p:sp>
        <p:nvSpPr>
          <p:cNvPr id="70" name="AutoShape 33">
            <a:extLst>
              <a:ext uri="{FF2B5EF4-FFF2-40B4-BE49-F238E27FC236}">
                <a16:creationId xmlns:a16="http://schemas.microsoft.com/office/drawing/2014/main" id="{11CF56E4-4233-E5C8-2A2F-281BF9EC198F}"/>
              </a:ext>
            </a:extLst>
          </p:cNvPr>
          <p:cNvSpPr/>
          <p:nvPr/>
        </p:nvSpPr>
        <p:spPr>
          <a:xfrm>
            <a:off x="1554087" y="18490128"/>
            <a:ext cx="13245495" cy="19050"/>
          </a:xfrm>
          <a:prstGeom prst="line">
            <a:avLst/>
          </a:prstGeom>
          <a:ln w="38100" cap="flat">
            <a:solidFill>
              <a:srgbClr val="01544A"/>
            </a:solidFill>
            <a:prstDash val="solid"/>
            <a:headEnd type="none" w="sm" len="sm"/>
            <a:tailEnd type="none" w="sm" len="sm"/>
          </a:ln>
        </p:spPr>
      </p:sp>
      <p:sp>
        <p:nvSpPr>
          <p:cNvPr id="71" name="TextBox 34">
            <a:extLst>
              <a:ext uri="{FF2B5EF4-FFF2-40B4-BE49-F238E27FC236}">
                <a16:creationId xmlns:a16="http://schemas.microsoft.com/office/drawing/2014/main" id="{BE2A2274-B380-529A-EB8E-F953FB920121}"/>
              </a:ext>
            </a:extLst>
          </p:cNvPr>
          <p:cNvSpPr txBox="1"/>
          <p:nvPr/>
        </p:nvSpPr>
        <p:spPr>
          <a:xfrm>
            <a:off x="1418636" y="18555945"/>
            <a:ext cx="16137058" cy="1462965"/>
          </a:xfrm>
          <a:prstGeom prst="rect">
            <a:avLst/>
          </a:prstGeom>
        </p:spPr>
        <p:txBody>
          <a:bodyPr wrap="square"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sinh khối: 2 nhà máy đang vận hành (129,6 MW)-Tận dụng phụ phẩm nông nghiệp.</a:t>
            </a:r>
          </a:p>
        </p:txBody>
      </p:sp>
      <p:sp>
        <p:nvSpPr>
          <p:cNvPr id="73" name="Freeform 6">
            <a:extLst>
              <a:ext uri="{FF2B5EF4-FFF2-40B4-BE49-F238E27FC236}">
                <a16:creationId xmlns:a16="http://schemas.microsoft.com/office/drawing/2014/main" id="{98ACEC80-3BA5-6009-A5BB-1529D08C4722}"/>
              </a:ext>
            </a:extLst>
          </p:cNvPr>
          <p:cNvSpPr/>
          <p:nvPr/>
        </p:nvSpPr>
        <p:spPr>
          <a:xfrm>
            <a:off x="8549518" y="12638629"/>
            <a:ext cx="420871" cy="735146"/>
          </a:xfrm>
          <a:custGeom>
            <a:avLst/>
            <a:gdLst/>
            <a:ahLst/>
            <a:cxnLst/>
            <a:rect l="l" t="t" r="r" b="b"/>
            <a:pathLst>
              <a:path w="420871" h="735146">
                <a:moveTo>
                  <a:pt x="0" y="0"/>
                </a:moveTo>
                <a:lnTo>
                  <a:pt x="420871" y="0"/>
                </a:lnTo>
                <a:lnTo>
                  <a:pt x="420871" y="735147"/>
                </a:lnTo>
                <a:lnTo>
                  <a:pt x="0" y="735147"/>
                </a:lnTo>
                <a:lnTo>
                  <a:pt x="0" y="0"/>
                </a:lnTo>
                <a:close/>
              </a:path>
            </a:pathLst>
          </a:custGeom>
          <a:blipFill>
            <a:blip r:embed="rId7"/>
            <a:stretch>
              <a:fillRect/>
            </a:stretch>
          </a:blipFill>
        </p:spPr>
      </p:sp>
      <p:sp>
        <p:nvSpPr>
          <p:cNvPr id="74" name="Freeform 7">
            <a:extLst>
              <a:ext uri="{FF2B5EF4-FFF2-40B4-BE49-F238E27FC236}">
                <a16:creationId xmlns:a16="http://schemas.microsoft.com/office/drawing/2014/main" id="{03CA840A-E29D-BDA0-14DE-54547F7CE6F2}"/>
              </a:ext>
            </a:extLst>
          </p:cNvPr>
          <p:cNvSpPr/>
          <p:nvPr/>
        </p:nvSpPr>
        <p:spPr>
          <a:xfrm>
            <a:off x="9332221" y="12638629"/>
            <a:ext cx="420871" cy="735146"/>
          </a:xfrm>
          <a:custGeom>
            <a:avLst/>
            <a:gdLst/>
            <a:ahLst/>
            <a:cxnLst/>
            <a:rect l="l" t="t" r="r" b="b"/>
            <a:pathLst>
              <a:path w="420871" h="735146">
                <a:moveTo>
                  <a:pt x="0" y="0"/>
                </a:moveTo>
                <a:lnTo>
                  <a:pt x="420872" y="0"/>
                </a:lnTo>
                <a:lnTo>
                  <a:pt x="420872" y="735147"/>
                </a:lnTo>
                <a:lnTo>
                  <a:pt x="0" y="735147"/>
                </a:lnTo>
                <a:lnTo>
                  <a:pt x="0" y="0"/>
                </a:lnTo>
                <a:close/>
              </a:path>
            </a:pathLst>
          </a:custGeom>
          <a:blipFill>
            <a:blip r:embed="rId7"/>
            <a:stretch>
              <a:fillRect/>
            </a:stretch>
          </a:blipFill>
        </p:spPr>
      </p:sp>
      <p:sp>
        <p:nvSpPr>
          <p:cNvPr id="75" name="Freeform 8">
            <a:extLst>
              <a:ext uri="{FF2B5EF4-FFF2-40B4-BE49-F238E27FC236}">
                <a16:creationId xmlns:a16="http://schemas.microsoft.com/office/drawing/2014/main" id="{41E4D7B8-39F0-7A9C-BFF2-86157B0A1DDB}"/>
              </a:ext>
            </a:extLst>
          </p:cNvPr>
          <p:cNvSpPr/>
          <p:nvPr/>
        </p:nvSpPr>
        <p:spPr>
          <a:xfrm>
            <a:off x="-3226318" y="823805"/>
            <a:ext cx="2880016" cy="5396190"/>
          </a:xfrm>
          <a:custGeom>
            <a:avLst/>
            <a:gdLst/>
            <a:ahLst/>
            <a:cxnLst/>
            <a:rect l="l" t="t" r="r" b="b"/>
            <a:pathLst>
              <a:path w="2880016" h="5396190">
                <a:moveTo>
                  <a:pt x="0" y="0"/>
                </a:moveTo>
                <a:lnTo>
                  <a:pt x="2880017" y="0"/>
                </a:lnTo>
                <a:lnTo>
                  <a:pt x="2880017" y="5396189"/>
                </a:lnTo>
                <a:lnTo>
                  <a:pt x="0" y="5396189"/>
                </a:lnTo>
                <a:lnTo>
                  <a:pt x="0" y="0"/>
                </a:lnTo>
                <a:close/>
              </a:path>
            </a:pathLst>
          </a:custGeom>
          <a:blipFill>
            <a:blip r:embed="rId7"/>
            <a:stretch>
              <a:fillRect l="-2930" r="-4336"/>
            </a:stretch>
          </a:blipFill>
        </p:spPr>
      </p:sp>
      <p:sp>
        <p:nvSpPr>
          <p:cNvPr id="76" name="Freeform 20">
            <a:extLst>
              <a:ext uri="{FF2B5EF4-FFF2-40B4-BE49-F238E27FC236}">
                <a16:creationId xmlns:a16="http://schemas.microsoft.com/office/drawing/2014/main" id="{822908B9-1C57-5343-9845-C930AAE36B3F}"/>
              </a:ext>
            </a:extLst>
          </p:cNvPr>
          <p:cNvSpPr/>
          <p:nvPr/>
        </p:nvSpPr>
        <p:spPr>
          <a:xfrm>
            <a:off x="18663053" y="8020308"/>
            <a:ext cx="6200362" cy="2475984"/>
          </a:xfrm>
          <a:custGeom>
            <a:avLst/>
            <a:gdLst/>
            <a:ahLst/>
            <a:cxnLst/>
            <a:rect l="l" t="t" r="r" b="b"/>
            <a:pathLst>
              <a:path w="6200362" h="2475984">
                <a:moveTo>
                  <a:pt x="0" y="0"/>
                </a:moveTo>
                <a:lnTo>
                  <a:pt x="6200363" y="0"/>
                </a:lnTo>
                <a:lnTo>
                  <a:pt x="6200363" y="2475984"/>
                </a:lnTo>
                <a:lnTo>
                  <a:pt x="0" y="2475984"/>
                </a:lnTo>
                <a:lnTo>
                  <a:pt x="0" y="0"/>
                </a:lnTo>
                <a:close/>
              </a:path>
            </a:pathLst>
          </a:custGeom>
          <a:blipFill>
            <a:blip>
              <a:extLst>
                <a:ext uri="{96DAC541-7B7A-43D3-8B79-37D633B846F1}">
                  <asvg:svgBlip xmlns:asvg="http://schemas.microsoft.com/office/drawing/2016/SVG/main" r:embed="rId12"/>
                </a:ext>
              </a:extLst>
            </a:blip>
            <a:stretch>
              <a:fillRect/>
            </a:stretch>
          </a:blipFill>
        </p:spPr>
      </p:sp>
      <p:sp>
        <p:nvSpPr>
          <p:cNvPr id="77" name="Freeform 21">
            <a:extLst>
              <a:ext uri="{FF2B5EF4-FFF2-40B4-BE49-F238E27FC236}">
                <a16:creationId xmlns:a16="http://schemas.microsoft.com/office/drawing/2014/main" id="{1390FEFA-5C7C-6973-E3F9-172D3D5EB020}"/>
              </a:ext>
            </a:extLst>
          </p:cNvPr>
          <p:cNvSpPr/>
          <p:nvPr/>
        </p:nvSpPr>
        <p:spPr>
          <a:xfrm flipH="1">
            <a:off x="-6246079"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12"/>
                </a:ext>
              </a:extLst>
            </a:blip>
            <a:stretch>
              <a:fillRect/>
            </a:stretch>
          </a:blipFill>
        </p:spPr>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74000">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14:bounceEnd="74000">
                                          <p:cBhvr additive="base">
                                            <p:cTn id="7" dur="1000" fill="hold"/>
                                            <p:tgtEl>
                                              <p:spTgt spid="15"/>
                                            </p:tgtEl>
                                            <p:attrNameLst>
                                              <p:attrName>ppt_x</p:attrName>
                                            </p:attrNameLst>
                                          </p:cBhvr>
                                          <p:tavLst>
                                            <p:tav tm="0">
                                              <p:val>
                                                <p:strVal val="#ppt_x"/>
                                              </p:val>
                                            </p:tav>
                                            <p:tav tm="100000">
                                              <p:val>
                                                <p:strVal val="#ppt_x"/>
                                              </p:val>
                                            </p:tav>
                                          </p:tavLst>
                                        </p:anim>
                                        <p:anim calcmode="lin" valueType="num" p14:bounceEnd="74000">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14:presetBounceEnd="74000">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14:bounceEnd="74000">
                                          <p:cBhvr additive="base">
                                            <p:cTn id="11" dur="1000" fill="hold"/>
                                            <p:tgtEl>
                                              <p:spTgt spid="14"/>
                                            </p:tgtEl>
                                            <p:attrNameLst>
                                              <p:attrName>ppt_x</p:attrName>
                                            </p:attrNameLst>
                                          </p:cBhvr>
                                          <p:tavLst>
                                            <p:tav tm="0">
                                              <p:val>
                                                <p:strVal val="#ppt_x"/>
                                              </p:val>
                                            </p:tav>
                                            <p:tav tm="100000">
                                              <p:val>
                                                <p:strVal val="#ppt_x"/>
                                              </p:val>
                                            </p:tav>
                                          </p:tavLst>
                                        </p:anim>
                                        <p:anim calcmode="lin" valueType="num" p14:bounceEnd="74000">
                                          <p:cBhvr additive="base">
                                            <p:cTn id="12" dur="1000" fill="hold"/>
                                            <p:tgtEl>
                                              <p:spTgt spid="1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1000" fill="hold"/>
                                            <p:tgtEl>
                                              <p:spTgt spid="15"/>
                                            </p:tgtEl>
                                            <p:attrNameLst>
                                              <p:attrName>ppt_x</p:attrName>
                                            </p:attrNameLst>
                                          </p:cBhvr>
                                          <p:tavLst>
                                            <p:tav tm="0">
                                              <p:val>
                                                <p:strVal val="#ppt_x"/>
                                              </p:val>
                                            </p:tav>
                                            <p:tav tm="100000">
                                              <p:val>
                                                <p:strVal val="#ppt_x"/>
                                              </p:val>
                                            </p:tav>
                                          </p:tavLst>
                                        </p:anim>
                                        <p:anim calcmode="lin" valueType="num">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1000" fill="hold"/>
                                            <p:tgtEl>
                                              <p:spTgt spid="14"/>
                                            </p:tgtEl>
                                            <p:attrNameLst>
                                              <p:attrName>ppt_x</p:attrName>
                                            </p:attrNameLst>
                                          </p:cBhvr>
                                          <p:tavLst>
                                            <p:tav tm="0">
                                              <p:val>
                                                <p:strVal val="#ppt_x"/>
                                              </p:val>
                                            </p:tav>
                                            <p:tav tm="100000">
                                              <p:val>
                                                <p:strVal val="#ppt_x"/>
                                              </p:val>
                                            </p:tav>
                                          </p:tavLst>
                                        </p:anim>
                                        <p:anim calcmode="lin" valueType="num">
                                          <p:cBhvr additive="base">
                                            <p:cTn id="12" dur="1000" fill="hold"/>
                                            <p:tgtEl>
                                              <p:spTgt spid="1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6">
            <a:extLst>
              <a:ext uri="{FF2B5EF4-FFF2-40B4-BE49-F238E27FC236}">
                <a16:creationId xmlns:a16="http://schemas.microsoft.com/office/drawing/2014/main" id="{6EADC005-3076-7826-A17B-05A987B157C8}"/>
              </a:ext>
            </a:extLst>
          </p:cNvPr>
          <p:cNvGrpSpPr/>
          <p:nvPr/>
        </p:nvGrpSpPr>
        <p:grpSpPr>
          <a:xfrm>
            <a:off x="6133105" y="10523841"/>
            <a:ext cx="11468964" cy="9102125"/>
            <a:chOff x="0" y="0"/>
            <a:chExt cx="801609" cy="636181"/>
          </a:xfrm>
        </p:grpSpPr>
        <p:sp>
          <p:nvSpPr>
            <p:cNvPr id="79" name="Freeform 7">
              <a:extLst>
                <a:ext uri="{FF2B5EF4-FFF2-40B4-BE49-F238E27FC236}">
                  <a16:creationId xmlns:a16="http://schemas.microsoft.com/office/drawing/2014/main" id="{73876BB5-8B30-B821-6E5B-9EAAE0003416}"/>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0" name="TextBox 8">
              <a:extLst>
                <a:ext uri="{FF2B5EF4-FFF2-40B4-BE49-F238E27FC236}">
                  <a16:creationId xmlns:a16="http://schemas.microsoft.com/office/drawing/2014/main" id="{51D5E9B7-36CF-812A-BC07-C6ED3B71B642}"/>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81" name="Group 6">
            <a:extLst>
              <a:ext uri="{FF2B5EF4-FFF2-40B4-BE49-F238E27FC236}">
                <a16:creationId xmlns:a16="http://schemas.microsoft.com/office/drawing/2014/main" id="{0E5376E0-9EAA-C2AF-1229-9BF4A1B99125}"/>
              </a:ext>
            </a:extLst>
          </p:cNvPr>
          <p:cNvGrpSpPr/>
          <p:nvPr/>
        </p:nvGrpSpPr>
        <p:grpSpPr>
          <a:xfrm>
            <a:off x="5729980" y="11055426"/>
            <a:ext cx="11468964" cy="9102125"/>
            <a:chOff x="0" y="0"/>
            <a:chExt cx="801609" cy="636181"/>
          </a:xfrm>
        </p:grpSpPr>
        <p:sp>
          <p:nvSpPr>
            <p:cNvPr id="82" name="Freeform 7">
              <a:extLst>
                <a:ext uri="{FF2B5EF4-FFF2-40B4-BE49-F238E27FC236}">
                  <a16:creationId xmlns:a16="http://schemas.microsoft.com/office/drawing/2014/main" id="{885F69A7-D950-9149-0EB0-F54FA2C4E8E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3" name="TextBox 8">
              <a:extLst>
                <a:ext uri="{FF2B5EF4-FFF2-40B4-BE49-F238E27FC236}">
                  <a16:creationId xmlns:a16="http://schemas.microsoft.com/office/drawing/2014/main" id="{5A99A16E-858A-D8F0-3DCE-DE8035338E64}"/>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11149923" y="-155292"/>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4" name="Freeform 4"/>
          <p:cNvSpPr/>
          <p:nvPr/>
        </p:nvSpPr>
        <p:spPr>
          <a:xfrm>
            <a:off x="-3439327" y="-155292"/>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5" name="Freeform 5"/>
          <p:cNvSpPr/>
          <p:nvPr/>
        </p:nvSpPr>
        <p:spPr>
          <a:xfrm>
            <a:off x="-2863912" y="301511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6" name="Freeform 6"/>
          <p:cNvSpPr/>
          <p:nvPr/>
        </p:nvSpPr>
        <p:spPr>
          <a:xfrm>
            <a:off x="8549518" y="6219995"/>
            <a:ext cx="420871" cy="735146"/>
          </a:xfrm>
          <a:custGeom>
            <a:avLst/>
            <a:gdLst/>
            <a:ahLst/>
            <a:cxnLst/>
            <a:rect l="l" t="t" r="r" b="b"/>
            <a:pathLst>
              <a:path w="420871" h="735146">
                <a:moveTo>
                  <a:pt x="0" y="0"/>
                </a:moveTo>
                <a:lnTo>
                  <a:pt x="420871" y="0"/>
                </a:lnTo>
                <a:lnTo>
                  <a:pt x="420871" y="735147"/>
                </a:lnTo>
                <a:lnTo>
                  <a:pt x="0" y="735147"/>
                </a:lnTo>
                <a:lnTo>
                  <a:pt x="0" y="0"/>
                </a:lnTo>
                <a:close/>
              </a:path>
            </a:pathLst>
          </a:custGeom>
          <a:blipFill>
            <a:blip r:embed="rId5"/>
            <a:stretch>
              <a:fillRect/>
            </a:stretch>
          </a:blipFill>
        </p:spPr>
      </p:sp>
      <p:sp>
        <p:nvSpPr>
          <p:cNvPr id="7" name="Freeform 7"/>
          <p:cNvSpPr/>
          <p:nvPr/>
        </p:nvSpPr>
        <p:spPr>
          <a:xfrm>
            <a:off x="9332221" y="6219995"/>
            <a:ext cx="420871" cy="735146"/>
          </a:xfrm>
          <a:custGeom>
            <a:avLst/>
            <a:gdLst/>
            <a:ahLst/>
            <a:cxnLst/>
            <a:rect l="l" t="t" r="r" b="b"/>
            <a:pathLst>
              <a:path w="420871" h="735146">
                <a:moveTo>
                  <a:pt x="0" y="0"/>
                </a:moveTo>
                <a:lnTo>
                  <a:pt x="420872" y="0"/>
                </a:lnTo>
                <a:lnTo>
                  <a:pt x="420872" y="735147"/>
                </a:lnTo>
                <a:lnTo>
                  <a:pt x="0" y="735147"/>
                </a:lnTo>
                <a:lnTo>
                  <a:pt x="0" y="0"/>
                </a:lnTo>
                <a:close/>
              </a:path>
            </a:pathLst>
          </a:custGeom>
          <a:blipFill>
            <a:blip r:embed="rId5"/>
            <a:stretch>
              <a:fillRect/>
            </a:stretch>
          </a:blipFill>
        </p:spPr>
      </p:sp>
      <p:sp>
        <p:nvSpPr>
          <p:cNvPr id="8" name="Freeform 8"/>
          <p:cNvSpPr/>
          <p:nvPr/>
        </p:nvSpPr>
        <p:spPr>
          <a:xfrm>
            <a:off x="-188418" y="823806"/>
            <a:ext cx="2880016" cy="5396190"/>
          </a:xfrm>
          <a:custGeom>
            <a:avLst/>
            <a:gdLst/>
            <a:ahLst/>
            <a:cxnLst/>
            <a:rect l="l" t="t" r="r" b="b"/>
            <a:pathLst>
              <a:path w="2880016" h="5396190">
                <a:moveTo>
                  <a:pt x="0" y="0"/>
                </a:moveTo>
                <a:lnTo>
                  <a:pt x="2880017" y="0"/>
                </a:lnTo>
                <a:lnTo>
                  <a:pt x="2880017" y="5396189"/>
                </a:lnTo>
                <a:lnTo>
                  <a:pt x="0" y="5396189"/>
                </a:lnTo>
                <a:lnTo>
                  <a:pt x="0" y="0"/>
                </a:lnTo>
                <a:close/>
              </a:path>
            </a:pathLst>
          </a:custGeom>
          <a:blipFill>
            <a:blip r:embed="rId5"/>
            <a:stretch>
              <a:fillRect l="-2930" r="-4336"/>
            </a:stretch>
          </a:blipFill>
        </p:spPr>
      </p:sp>
      <p:sp>
        <p:nvSpPr>
          <p:cNvPr id="9" name="Freeform 9"/>
          <p:cNvSpPr/>
          <p:nvPr/>
        </p:nvSpPr>
        <p:spPr>
          <a:xfrm flipH="1">
            <a:off x="16053699" y="6076372"/>
            <a:ext cx="3003989" cy="2726120"/>
          </a:xfrm>
          <a:custGeom>
            <a:avLst/>
            <a:gdLst/>
            <a:ahLst/>
            <a:cxnLst/>
            <a:rect l="l" t="t" r="r" b="b"/>
            <a:pathLst>
              <a:path w="3003989" h="2726120">
                <a:moveTo>
                  <a:pt x="3003989" y="0"/>
                </a:moveTo>
                <a:lnTo>
                  <a:pt x="0" y="0"/>
                </a:lnTo>
                <a:lnTo>
                  <a:pt x="0" y="2726120"/>
                </a:lnTo>
                <a:lnTo>
                  <a:pt x="3003989" y="2726120"/>
                </a:lnTo>
                <a:lnTo>
                  <a:pt x="3003989" y="0"/>
                </a:lnTo>
                <a:close/>
              </a:path>
            </a:pathLst>
          </a:custGeom>
          <a:blipFill>
            <a:blip r:embed="rId6"/>
            <a:stretch>
              <a:fillRect/>
            </a:stretch>
          </a:blipFill>
        </p:spPr>
      </p:sp>
      <p:sp>
        <p:nvSpPr>
          <p:cNvPr id="10" name="Freeform 10"/>
          <p:cNvSpPr/>
          <p:nvPr/>
        </p:nvSpPr>
        <p:spPr>
          <a:xfrm flipH="1">
            <a:off x="-1205365"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7"/>
                </a:ext>
              </a:extLst>
            </a:blip>
            <a:stretch>
              <a:fillRect/>
            </a:stretch>
          </a:blipFill>
        </p:spPr>
      </p:sp>
      <p:sp>
        <p:nvSpPr>
          <p:cNvPr id="11" name="Freeform 11"/>
          <p:cNvSpPr/>
          <p:nvPr/>
        </p:nvSpPr>
        <p:spPr>
          <a:xfrm>
            <a:off x="12716534" y="8250006"/>
            <a:ext cx="6200362" cy="2475984"/>
          </a:xfrm>
          <a:custGeom>
            <a:avLst/>
            <a:gdLst/>
            <a:ahLst/>
            <a:cxnLst/>
            <a:rect l="l" t="t" r="r" b="b"/>
            <a:pathLst>
              <a:path w="6200362" h="2475984">
                <a:moveTo>
                  <a:pt x="0" y="0"/>
                </a:moveTo>
                <a:lnTo>
                  <a:pt x="6200362" y="0"/>
                </a:lnTo>
                <a:lnTo>
                  <a:pt x="6200362" y="2475984"/>
                </a:lnTo>
                <a:lnTo>
                  <a:pt x="0" y="2475984"/>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rot="871131">
            <a:off x="14226553" y="750129"/>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8"/>
            <a:stretch>
              <a:fillRect/>
            </a:stretch>
          </a:blipFill>
        </p:spPr>
      </p:sp>
      <p:grpSp>
        <p:nvGrpSpPr>
          <p:cNvPr id="13" name="Group 13"/>
          <p:cNvGrpSpPr/>
          <p:nvPr/>
        </p:nvGrpSpPr>
        <p:grpSpPr>
          <a:xfrm>
            <a:off x="466121" y="556904"/>
            <a:ext cx="17355758" cy="9173192"/>
            <a:chOff x="0" y="0"/>
            <a:chExt cx="23141010" cy="12230923"/>
          </a:xfrm>
        </p:grpSpPr>
        <p:grpSp>
          <p:nvGrpSpPr>
            <p:cNvPr id="14" name="Group 14"/>
            <p:cNvGrpSpPr/>
            <p:nvPr/>
          </p:nvGrpSpPr>
          <p:grpSpPr>
            <a:xfrm>
              <a:off x="0" y="0"/>
              <a:ext cx="23141010" cy="12230923"/>
              <a:chOff x="0" y="0"/>
              <a:chExt cx="4571064" cy="2415985"/>
            </a:xfrm>
          </p:grpSpPr>
          <p:sp>
            <p:nvSpPr>
              <p:cNvPr id="15" name="Freeform 15"/>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16" name="TextBox 16"/>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17" name="Group 17"/>
            <p:cNvGrpSpPr/>
            <p:nvPr/>
          </p:nvGrpSpPr>
          <p:grpSpPr>
            <a:xfrm>
              <a:off x="428632" y="352698"/>
              <a:ext cx="22283747" cy="11525527"/>
              <a:chOff x="0" y="0"/>
              <a:chExt cx="4401728" cy="2276647"/>
            </a:xfrm>
          </p:grpSpPr>
          <p:sp>
            <p:nvSpPr>
              <p:cNvPr id="18" name="Freeform 18"/>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19" name="TextBox 19"/>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sp>
        <p:nvSpPr>
          <p:cNvPr id="20" name="Freeform 20"/>
          <p:cNvSpPr/>
          <p:nvPr/>
        </p:nvSpPr>
        <p:spPr>
          <a:xfrm>
            <a:off x="13485091" y="8020308"/>
            <a:ext cx="6200362" cy="2475984"/>
          </a:xfrm>
          <a:custGeom>
            <a:avLst/>
            <a:gdLst/>
            <a:ahLst/>
            <a:cxnLst/>
            <a:rect l="l" t="t" r="r" b="b"/>
            <a:pathLst>
              <a:path w="6200362" h="2475984">
                <a:moveTo>
                  <a:pt x="0" y="0"/>
                </a:moveTo>
                <a:lnTo>
                  <a:pt x="6200363" y="0"/>
                </a:lnTo>
                <a:lnTo>
                  <a:pt x="6200363" y="2475984"/>
                </a:lnTo>
                <a:lnTo>
                  <a:pt x="0" y="2475984"/>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1" name="Freeform 21"/>
          <p:cNvSpPr/>
          <p:nvPr/>
        </p:nvSpPr>
        <p:spPr>
          <a:xfrm flipH="1">
            <a:off x="-2312586"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7"/>
                </a:ext>
              </a:extLst>
            </a:blip>
            <a:stretch>
              <a:fillRect/>
            </a:stretch>
          </a:blipFill>
        </p:spPr>
      </p:sp>
      <p:grpSp>
        <p:nvGrpSpPr>
          <p:cNvPr id="22" name="Group 22"/>
          <p:cNvGrpSpPr/>
          <p:nvPr/>
        </p:nvGrpSpPr>
        <p:grpSpPr>
          <a:xfrm>
            <a:off x="466121" y="520397"/>
            <a:ext cx="17355758" cy="1427913"/>
            <a:chOff x="0" y="0"/>
            <a:chExt cx="4571064" cy="376076"/>
          </a:xfrm>
        </p:grpSpPr>
        <p:sp>
          <p:nvSpPr>
            <p:cNvPr id="23" name="Freeform 23"/>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24" name="TextBox 24"/>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25" name="TextBox 25"/>
          <p:cNvSpPr txBox="1"/>
          <p:nvPr/>
        </p:nvSpPr>
        <p:spPr>
          <a:xfrm>
            <a:off x="3558978" y="719031"/>
            <a:ext cx="11170045" cy="921022"/>
          </a:xfrm>
          <a:prstGeom prst="rect">
            <a:avLst/>
          </a:prstGeom>
        </p:spPr>
        <p:txBody>
          <a:bodyPr lIns="0" tIns="0" rIns="0" bIns="0" rtlCol="0" anchor="t">
            <a:spAutoFit/>
          </a:bodyPr>
          <a:lstStyle/>
          <a:p>
            <a:pPr marL="1158154" lvl="1" indent="-579077" algn="l">
              <a:lnSpc>
                <a:spcPts val="7510"/>
              </a:lnSpc>
              <a:spcBef>
                <a:spcPct val="0"/>
              </a:spcBef>
              <a:buAutoNum type="arabicPeriod"/>
            </a:pPr>
            <a:r>
              <a:rPr lang="en-US" sz="5364">
                <a:solidFill>
                  <a:srgbClr val="01544A"/>
                </a:solidFill>
                <a:latin typeface="Cheering Section"/>
                <a:ea typeface="Cheering Section"/>
                <a:cs typeface="Cheering Section"/>
                <a:sym typeface="Cheering Section"/>
              </a:rPr>
              <a:t>Thực trạng phát triển tại Gia Lai</a:t>
            </a:r>
          </a:p>
        </p:txBody>
      </p:sp>
      <p:sp>
        <p:nvSpPr>
          <p:cNvPr id="26" name="TextBox 26"/>
          <p:cNvSpPr txBox="1"/>
          <p:nvPr/>
        </p:nvSpPr>
        <p:spPr>
          <a:xfrm>
            <a:off x="1483528" y="2447419"/>
            <a:ext cx="14831650"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Quy mô: 88 dự án được phê duyệt quy hoạch — Tổng công suất: 4.362,89 MW.</a:t>
            </a:r>
          </a:p>
        </p:txBody>
      </p:sp>
      <p:sp>
        <p:nvSpPr>
          <p:cNvPr id="27" name="AutoShape 27"/>
          <p:cNvSpPr/>
          <p:nvPr/>
        </p:nvSpPr>
        <p:spPr>
          <a:xfrm>
            <a:off x="1483555" y="3540951"/>
            <a:ext cx="13245495" cy="19050"/>
          </a:xfrm>
          <a:prstGeom prst="line">
            <a:avLst/>
          </a:prstGeom>
          <a:ln w="38100" cap="flat">
            <a:solidFill>
              <a:srgbClr val="01544A"/>
            </a:solidFill>
            <a:prstDash val="solid"/>
            <a:headEnd type="none" w="sm" len="sm"/>
            <a:tailEnd type="none" w="sm" len="sm"/>
          </a:ln>
        </p:spPr>
      </p:sp>
      <p:sp>
        <p:nvSpPr>
          <p:cNvPr id="28" name="TextBox 28"/>
          <p:cNvSpPr txBox="1"/>
          <p:nvPr/>
        </p:nvSpPr>
        <p:spPr>
          <a:xfrm>
            <a:off x="1219200" y="3648510"/>
            <a:ext cx="15285551"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Thủy điện: 49 dự án đang vận hành (2.251,69 MW) — Tiêu biểu: Thủy điện Ialy.</a:t>
            </a:r>
          </a:p>
        </p:txBody>
      </p:sp>
      <p:sp>
        <p:nvSpPr>
          <p:cNvPr id="29" name="AutoShape 29"/>
          <p:cNvSpPr/>
          <p:nvPr/>
        </p:nvSpPr>
        <p:spPr>
          <a:xfrm>
            <a:off x="1483637" y="4683516"/>
            <a:ext cx="13245495" cy="19050"/>
          </a:xfrm>
          <a:prstGeom prst="line">
            <a:avLst/>
          </a:prstGeom>
          <a:ln w="38100" cap="flat">
            <a:solidFill>
              <a:srgbClr val="01544A"/>
            </a:solidFill>
            <a:prstDash val="solid"/>
            <a:headEnd type="none" w="sm" len="sm"/>
            <a:tailEnd type="none" w="sm" len="sm"/>
          </a:ln>
        </p:spPr>
      </p:sp>
      <p:sp>
        <p:nvSpPr>
          <p:cNvPr id="30" name="TextBox 30"/>
          <p:cNvSpPr txBox="1"/>
          <p:nvPr/>
        </p:nvSpPr>
        <p:spPr>
          <a:xfrm>
            <a:off x="1483583" y="4717592"/>
            <a:ext cx="13527817"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gió: Đang phát triển mạnh — Tiêu biểu: Hưng Hải Gia Lai, Ia Le 1.</a:t>
            </a:r>
          </a:p>
        </p:txBody>
      </p:sp>
      <p:sp>
        <p:nvSpPr>
          <p:cNvPr id="31" name="AutoShape 31"/>
          <p:cNvSpPr/>
          <p:nvPr/>
        </p:nvSpPr>
        <p:spPr>
          <a:xfrm>
            <a:off x="1483610" y="5815147"/>
            <a:ext cx="13245495" cy="19050"/>
          </a:xfrm>
          <a:prstGeom prst="line">
            <a:avLst/>
          </a:prstGeom>
          <a:ln w="38100" cap="flat">
            <a:solidFill>
              <a:srgbClr val="01544A"/>
            </a:solidFill>
            <a:prstDash val="solid"/>
            <a:headEnd type="none" w="sm" len="sm"/>
            <a:tailEnd type="none" w="sm" len="sm"/>
          </a:ln>
        </p:spPr>
      </p:sp>
      <p:sp>
        <p:nvSpPr>
          <p:cNvPr id="32" name="TextBox 32"/>
          <p:cNvSpPr txBox="1"/>
          <p:nvPr/>
        </p:nvSpPr>
        <p:spPr>
          <a:xfrm>
            <a:off x="1418636" y="5900872"/>
            <a:ext cx="16137058" cy="797953"/>
          </a:xfrm>
          <a:prstGeom prst="rect">
            <a:avLst/>
          </a:prstGeom>
        </p:spPr>
        <p:txBody>
          <a:bodyPr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☀️Điện mặt trời: Phát triển diện rộng -Tiêu biểu: Krông Pa và điện mặt trời  mái nhà.</a:t>
            </a:r>
          </a:p>
        </p:txBody>
      </p:sp>
      <p:sp>
        <p:nvSpPr>
          <p:cNvPr id="33" name="AutoShape 33"/>
          <p:cNvSpPr/>
          <p:nvPr/>
        </p:nvSpPr>
        <p:spPr>
          <a:xfrm>
            <a:off x="1554087" y="6908375"/>
            <a:ext cx="13245495" cy="19050"/>
          </a:xfrm>
          <a:prstGeom prst="line">
            <a:avLst/>
          </a:prstGeom>
          <a:ln w="38100" cap="flat">
            <a:solidFill>
              <a:srgbClr val="01544A"/>
            </a:solidFill>
            <a:prstDash val="solid"/>
            <a:headEnd type="none" w="sm" len="sm"/>
            <a:tailEnd type="none" w="sm" len="sm"/>
          </a:ln>
        </p:spPr>
      </p:sp>
      <p:sp>
        <p:nvSpPr>
          <p:cNvPr id="34" name="TextBox 34"/>
          <p:cNvSpPr txBox="1"/>
          <p:nvPr/>
        </p:nvSpPr>
        <p:spPr>
          <a:xfrm>
            <a:off x="1418636" y="6974192"/>
            <a:ext cx="16137058" cy="1462965"/>
          </a:xfrm>
          <a:prstGeom prst="rect">
            <a:avLst/>
          </a:prstGeom>
        </p:spPr>
        <p:txBody>
          <a:bodyPr wrap="square"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sinh khối: 2 nhà máy đang vận hành (129,6 MW)-Tận dụng phụ phẩm nông nghiệp.</a:t>
            </a:r>
          </a:p>
        </p:txBody>
      </p:sp>
      <p:grpSp>
        <p:nvGrpSpPr>
          <p:cNvPr id="35" name="Group 6">
            <a:extLst>
              <a:ext uri="{FF2B5EF4-FFF2-40B4-BE49-F238E27FC236}">
                <a16:creationId xmlns:a16="http://schemas.microsoft.com/office/drawing/2014/main" id="{4C8A39E4-35E0-90FD-5A58-2D860FB0F4C9}"/>
              </a:ext>
            </a:extLst>
          </p:cNvPr>
          <p:cNvGrpSpPr/>
          <p:nvPr/>
        </p:nvGrpSpPr>
        <p:grpSpPr>
          <a:xfrm>
            <a:off x="5874831" y="10210491"/>
            <a:ext cx="11468964" cy="9102125"/>
            <a:chOff x="0" y="0"/>
            <a:chExt cx="801609" cy="636181"/>
          </a:xfrm>
        </p:grpSpPr>
        <p:sp>
          <p:nvSpPr>
            <p:cNvPr id="36" name="Freeform 7">
              <a:extLst>
                <a:ext uri="{FF2B5EF4-FFF2-40B4-BE49-F238E27FC236}">
                  <a16:creationId xmlns:a16="http://schemas.microsoft.com/office/drawing/2014/main" id="{04E931EF-C3EA-C54C-E086-CBB20B702AB8}"/>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37" name="TextBox 8">
              <a:extLst>
                <a:ext uri="{FF2B5EF4-FFF2-40B4-BE49-F238E27FC236}">
                  <a16:creationId xmlns:a16="http://schemas.microsoft.com/office/drawing/2014/main" id="{EFFF374A-BC6B-1F21-B2A0-22690BBE8734}"/>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38" name="Group 9">
            <a:extLst>
              <a:ext uri="{FF2B5EF4-FFF2-40B4-BE49-F238E27FC236}">
                <a16:creationId xmlns:a16="http://schemas.microsoft.com/office/drawing/2014/main" id="{132568C7-667A-856A-1D10-43F0B8E79792}"/>
              </a:ext>
            </a:extLst>
          </p:cNvPr>
          <p:cNvGrpSpPr/>
          <p:nvPr/>
        </p:nvGrpSpPr>
        <p:grpSpPr>
          <a:xfrm>
            <a:off x="6505342" y="10413140"/>
            <a:ext cx="5240412" cy="6197473"/>
            <a:chOff x="0" y="0"/>
            <a:chExt cx="1059993" cy="1253581"/>
          </a:xfrm>
        </p:grpSpPr>
        <p:sp>
          <p:nvSpPr>
            <p:cNvPr id="39" name="Freeform 10">
              <a:extLst>
                <a:ext uri="{FF2B5EF4-FFF2-40B4-BE49-F238E27FC236}">
                  <a16:creationId xmlns:a16="http://schemas.microsoft.com/office/drawing/2014/main" id="{A511E8C0-8F57-7153-AA54-9558D9DABDF3}"/>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40" name="TextBox 11">
              <a:extLst>
                <a:ext uri="{FF2B5EF4-FFF2-40B4-BE49-F238E27FC236}">
                  <a16:creationId xmlns:a16="http://schemas.microsoft.com/office/drawing/2014/main" id="{C8B27FCB-0493-60F6-B8D1-1DB412F15677}"/>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41" name="Group 12">
            <a:extLst>
              <a:ext uri="{FF2B5EF4-FFF2-40B4-BE49-F238E27FC236}">
                <a16:creationId xmlns:a16="http://schemas.microsoft.com/office/drawing/2014/main" id="{9B4B730D-678A-7428-57C8-0069B9015EA5}"/>
              </a:ext>
            </a:extLst>
          </p:cNvPr>
          <p:cNvGrpSpPr/>
          <p:nvPr/>
        </p:nvGrpSpPr>
        <p:grpSpPr>
          <a:xfrm>
            <a:off x="12148147" y="12817208"/>
            <a:ext cx="5081685" cy="6197473"/>
            <a:chOff x="0" y="0"/>
            <a:chExt cx="1027887" cy="1253581"/>
          </a:xfrm>
        </p:grpSpPr>
        <p:sp>
          <p:nvSpPr>
            <p:cNvPr id="42" name="Freeform 13">
              <a:extLst>
                <a:ext uri="{FF2B5EF4-FFF2-40B4-BE49-F238E27FC236}">
                  <a16:creationId xmlns:a16="http://schemas.microsoft.com/office/drawing/2014/main" id="{05FBDAF6-7F4F-9D7E-E292-C6B9A21A43E4}"/>
                </a:ext>
              </a:extLst>
            </p:cNvPr>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43" name="TextBox 14">
              <a:extLst>
                <a:ext uri="{FF2B5EF4-FFF2-40B4-BE49-F238E27FC236}">
                  <a16:creationId xmlns:a16="http://schemas.microsoft.com/office/drawing/2014/main" id="{0AA00DEB-52FA-5DEF-36B2-5DE2FABADD1F}"/>
                </a:ext>
              </a:extLst>
            </p:cNvPr>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44" name="Group 15">
            <a:extLst>
              <a:ext uri="{FF2B5EF4-FFF2-40B4-BE49-F238E27FC236}">
                <a16:creationId xmlns:a16="http://schemas.microsoft.com/office/drawing/2014/main" id="{333F971B-D85D-FAC0-EF0E-609DF60D27D4}"/>
              </a:ext>
            </a:extLst>
          </p:cNvPr>
          <p:cNvGrpSpPr/>
          <p:nvPr/>
        </p:nvGrpSpPr>
        <p:grpSpPr>
          <a:xfrm rot="-10800000">
            <a:off x="6102218" y="10697516"/>
            <a:ext cx="10724489" cy="1957584"/>
            <a:chOff x="0" y="0"/>
            <a:chExt cx="1363463" cy="248878"/>
          </a:xfrm>
        </p:grpSpPr>
        <p:sp>
          <p:nvSpPr>
            <p:cNvPr id="45" name="Freeform 16">
              <a:extLst>
                <a:ext uri="{FF2B5EF4-FFF2-40B4-BE49-F238E27FC236}">
                  <a16:creationId xmlns:a16="http://schemas.microsoft.com/office/drawing/2014/main" id="{EB54C956-AA11-EDA1-DFEF-95AEFE2A092E}"/>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6" name="TextBox 17">
              <a:extLst>
                <a:ext uri="{FF2B5EF4-FFF2-40B4-BE49-F238E27FC236}">
                  <a16:creationId xmlns:a16="http://schemas.microsoft.com/office/drawing/2014/main" id="{33EF9893-C3F0-3E93-A627-7B752133CCC0}"/>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7" name="TextBox 26">
            <a:extLst>
              <a:ext uri="{FF2B5EF4-FFF2-40B4-BE49-F238E27FC236}">
                <a16:creationId xmlns:a16="http://schemas.microsoft.com/office/drawing/2014/main" id="{0A706D26-0425-FEEB-85CC-88B061DC4883}"/>
              </a:ext>
            </a:extLst>
          </p:cNvPr>
          <p:cNvSpPr txBox="1"/>
          <p:nvPr/>
        </p:nvSpPr>
        <p:spPr>
          <a:xfrm>
            <a:off x="7370398" y="10887215"/>
            <a:ext cx="8994379" cy="108182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 Lợi ích &amp; Thách thức</a:t>
            </a:r>
          </a:p>
        </p:txBody>
      </p:sp>
      <p:sp>
        <p:nvSpPr>
          <p:cNvPr id="48" name="TextBox 27">
            <a:extLst>
              <a:ext uri="{FF2B5EF4-FFF2-40B4-BE49-F238E27FC236}">
                <a16:creationId xmlns:a16="http://schemas.microsoft.com/office/drawing/2014/main" id="{F272B23A-578C-DF95-3B3B-BCBCB8238C63}"/>
              </a:ext>
            </a:extLst>
          </p:cNvPr>
          <p:cNvSpPr txBox="1"/>
          <p:nvPr/>
        </p:nvSpPr>
        <p:spPr>
          <a:xfrm>
            <a:off x="7110350" y="12704153"/>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49" name="AutoShape 28">
            <a:extLst>
              <a:ext uri="{FF2B5EF4-FFF2-40B4-BE49-F238E27FC236}">
                <a16:creationId xmlns:a16="http://schemas.microsoft.com/office/drawing/2014/main" id="{743A1C35-2481-37E0-F914-F48582FB9D87}"/>
              </a:ext>
            </a:extLst>
          </p:cNvPr>
          <p:cNvSpPr/>
          <p:nvPr/>
        </p:nvSpPr>
        <p:spPr>
          <a:xfrm flipV="1">
            <a:off x="7110350" y="13894764"/>
            <a:ext cx="4030397" cy="0"/>
          </a:xfrm>
          <a:prstGeom prst="line">
            <a:avLst/>
          </a:prstGeom>
          <a:ln w="38100" cap="flat">
            <a:solidFill>
              <a:srgbClr val="FFFFFF"/>
            </a:solidFill>
            <a:prstDash val="solid"/>
            <a:headEnd type="none" w="sm" len="sm"/>
            <a:tailEnd type="none" w="sm" len="sm"/>
          </a:ln>
        </p:spPr>
      </p:sp>
      <p:sp>
        <p:nvSpPr>
          <p:cNvPr id="50" name="TextBox 29">
            <a:extLst>
              <a:ext uri="{FF2B5EF4-FFF2-40B4-BE49-F238E27FC236}">
                <a16:creationId xmlns:a16="http://schemas.microsoft.com/office/drawing/2014/main" id="{2C30A1D1-0FBC-6CE6-0A87-A865D5BD75E8}"/>
              </a:ext>
            </a:extLst>
          </p:cNvPr>
          <p:cNvSpPr txBox="1"/>
          <p:nvPr/>
        </p:nvSpPr>
        <p:spPr>
          <a:xfrm>
            <a:off x="6867293" y="14256714"/>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51" name="TextBox 30">
            <a:extLst>
              <a:ext uri="{FF2B5EF4-FFF2-40B4-BE49-F238E27FC236}">
                <a16:creationId xmlns:a16="http://schemas.microsoft.com/office/drawing/2014/main" id="{CF639B99-44CE-E1CE-FA30-E594C6113572}"/>
              </a:ext>
            </a:extLst>
          </p:cNvPr>
          <p:cNvSpPr txBox="1"/>
          <p:nvPr/>
        </p:nvSpPr>
        <p:spPr>
          <a:xfrm>
            <a:off x="12673790" y="12780880"/>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52" name="AutoShape 31">
            <a:extLst>
              <a:ext uri="{FF2B5EF4-FFF2-40B4-BE49-F238E27FC236}">
                <a16:creationId xmlns:a16="http://schemas.microsoft.com/office/drawing/2014/main" id="{902E24C4-F194-F161-97F5-2AE8C451DCE7}"/>
              </a:ext>
            </a:extLst>
          </p:cNvPr>
          <p:cNvSpPr/>
          <p:nvPr/>
        </p:nvSpPr>
        <p:spPr>
          <a:xfrm flipV="1">
            <a:off x="12673790" y="13961965"/>
            <a:ext cx="4030397" cy="0"/>
          </a:xfrm>
          <a:prstGeom prst="line">
            <a:avLst/>
          </a:prstGeom>
          <a:ln w="38100" cap="flat">
            <a:solidFill>
              <a:srgbClr val="FFFFFF"/>
            </a:solidFill>
            <a:prstDash val="solid"/>
            <a:headEnd type="none" w="sm" len="sm"/>
            <a:tailEnd type="none" w="sm" len="sm"/>
          </a:ln>
        </p:spPr>
      </p:sp>
      <p:sp>
        <p:nvSpPr>
          <p:cNvPr id="53" name="TextBox 32">
            <a:extLst>
              <a:ext uri="{FF2B5EF4-FFF2-40B4-BE49-F238E27FC236}">
                <a16:creationId xmlns:a16="http://schemas.microsoft.com/office/drawing/2014/main" id="{C359ECF2-B3A8-CFE0-2745-D86CC031A91B}"/>
              </a:ext>
            </a:extLst>
          </p:cNvPr>
          <p:cNvSpPr txBox="1"/>
          <p:nvPr/>
        </p:nvSpPr>
        <p:spPr>
          <a:xfrm>
            <a:off x="12397254" y="14286183"/>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sp>
        <p:nvSpPr>
          <p:cNvPr id="54" name="Freeform 5">
            <a:extLst>
              <a:ext uri="{FF2B5EF4-FFF2-40B4-BE49-F238E27FC236}">
                <a16:creationId xmlns:a16="http://schemas.microsoft.com/office/drawing/2014/main" id="{81C806F4-CA3E-C9EE-7CD6-37AA235180F2}"/>
              </a:ext>
            </a:extLst>
          </p:cNvPr>
          <p:cNvSpPr/>
          <p:nvPr/>
        </p:nvSpPr>
        <p:spPr>
          <a:xfrm>
            <a:off x="-2394013"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6"/>
            <a:stretch>
              <a:fillRect/>
            </a:stretch>
          </a:blipFill>
        </p:spPr>
      </p:sp>
      <p:sp>
        <p:nvSpPr>
          <p:cNvPr id="55" name="Freeform 18">
            <a:extLst>
              <a:ext uri="{FF2B5EF4-FFF2-40B4-BE49-F238E27FC236}">
                <a16:creationId xmlns:a16="http://schemas.microsoft.com/office/drawing/2014/main" id="{43C1B857-C870-FCA6-271F-AFBCC13BAA10}"/>
              </a:ext>
            </a:extLst>
          </p:cNvPr>
          <p:cNvSpPr/>
          <p:nvPr/>
        </p:nvSpPr>
        <p:spPr>
          <a:xfrm>
            <a:off x="-5973737"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56" name="Freeform 19">
            <a:extLst>
              <a:ext uri="{FF2B5EF4-FFF2-40B4-BE49-F238E27FC236}">
                <a16:creationId xmlns:a16="http://schemas.microsoft.com/office/drawing/2014/main" id="{C0BBE45A-62F8-9D1E-D017-605E67F2CA1A}"/>
              </a:ext>
            </a:extLst>
          </p:cNvPr>
          <p:cNvSpPr/>
          <p:nvPr/>
        </p:nvSpPr>
        <p:spPr>
          <a:xfrm>
            <a:off x="-2979819"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5"/>
            <a:stretch>
              <a:fillRect/>
            </a:stretch>
          </a:blipFill>
        </p:spPr>
      </p:sp>
      <p:sp>
        <p:nvSpPr>
          <p:cNvPr id="57" name="Freeform 20">
            <a:extLst>
              <a:ext uri="{FF2B5EF4-FFF2-40B4-BE49-F238E27FC236}">
                <a16:creationId xmlns:a16="http://schemas.microsoft.com/office/drawing/2014/main" id="{EAAF0898-D509-234C-232A-DC74FD9C3034}"/>
              </a:ext>
            </a:extLst>
          </p:cNvPr>
          <p:cNvSpPr/>
          <p:nvPr/>
        </p:nvSpPr>
        <p:spPr>
          <a:xfrm>
            <a:off x="-9081594"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9"/>
            <a:stretch>
              <a:fillRect/>
            </a:stretch>
          </a:blipFill>
        </p:spPr>
      </p:sp>
      <p:sp>
        <p:nvSpPr>
          <p:cNvPr id="58" name="Freeform 21">
            <a:extLst>
              <a:ext uri="{FF2B5EF4-FFF2-40B4-BE49-F238E27FC236}">
                <a16:creationId xmlns:a16="http://schemas.microsoft.com/office/drawing/2014/main" id="{0FD2280B-C6B3-7E9F-BD95-0001848433C8}"/>
              </a:ext>
            </a:extLst>
          </p:cNvPr>
          <p:cNvSpPr/>
          <p:nvPr/>
        </p:nvSpPr>
        <p:spPr>
          <a:xfrm>
            <a:off x="-4894753"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6"/>
            <a:stretch>
              <a:fillRect/>
            </a:stretch>
          </a:blipFill>
        </p:spPr>
      </p:sp>
      <p:sp>
        <p:nvSpPr>
          <p:cNvPr id="59" name="Freeform 23">
            <a:extLst>
              <a:ext uri="{FF2B5EF4-FFF2-40B4-BE49-F238E27FC236}">
                <a16:creationId xmlns:a16="http://schemas.microsoft.com/office/drawing/2014/main" id="{7B9ACF2A-4D14-3EFB-AA86-DEC886B22EAA}"/>
              </a:ext>
            </a:extLst>
          </p:cNvPr>
          <p:cNvSpPr/>
          <p:nvPr/>
        </p:nvSpPr>
        <p:spPr>
          <a:xfrm>
            <a:off x="-7508842"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10"/>
            <a:stretch>
              <a:fillRect/>
            </a:stretch>
          </a:blipFill>
        </p:spPr>
      </p:sp>
      <p:sp>
        <p:nvSpPr>
          <p:cNvPr id="60" name="Freeform 24">
            <a:extLst>
              <a:ext uri="{FF2B5EF4-FFF2-40B4-BE49-F238E27FC236}">
                <a16:creationId xmlns:a16="http://schemas.microsoft.com/office/drawing/2014/main" id="{7330A0D5-88F2-E7ED-935A-35DC386A6371}"/>
              </a:ext>
            </a:extLst>
          </p:cNvPr>
          <p:cNvSpPr/>
          <p:nvPr/>
        </p:nvSpPr>
        <p:spPr>
          <a:xfrm rot="16200000">
            <a:off x="20425880"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11"/>
            <a:stretch>
              <a:fillRect/>
            </a:stretch>
          </a:blipFill>
        </p:spPr>
      </p:sp>
      <p:sp>
        <p:nvSpPr>
          <p:cNvPr id="61" name="Freeform 25">
            <a:extLst>
              <a:ext uri="{FF2B5EF4-FFF2-40B4-BE49-F238E27FC236}">
                <a16:creationId xmlns:a16="http://schemas.microsoft.com/office/drawing/2014/main" id="{B8C13974-0451-6C30-1E6F-45AB58520E84}"/>
              </a:ext>
            </a:extLst>
          </p:cNvPr>
          <p:cNvSpPr/>
          <p:nvPr/>
        </p:nvSpPr>
        <p:spPr>
          <a:xfrm rot="16200000" flipV="1">
            <a:off x="-6940952" y="-424948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11"/>
            <a:stretch>
              <a:fillRect/>
            </a:stretch>
          </a:blipFill>
        </p:spPr>
      </p:sp>
      <p:grpSp>
        <p:nvGrpSpPr>
          <p:cNvPr id="69" name="Group 9">
            <a:extLst>
              <a:ext uri="{FF2B5EF4-FFF2-40B4-BE49-F238E27FC236}">
                <a16:creationId xmlns:a16="http://schemas.microsoft.com/office/drawing/2014/main" id="{E611989B-2638-79F5-134A-EEF7C34134FA}"/>
              </a:ext>
            </a:extLst>
          </p:cNvPr>
          <p:cNvGrpSpPr/>
          <p:nvPr/>
        </p:nvGrpSpPr>
        <p:grpSpPr>
          <a:xfrm>
            <a:off x="6505343" y="10470559"/>
            <a:ext cx="5240412" cy="6197473"/>
            <a:chOff x="0" y="0"/>
            <a:chExt cx="1059993" cy="1253581"/>
          </a:xfrm>
        </p:grpSpPr>
        <p:sp>
          <p:nvSpPr>
            <p:cNvPr id="70" name="Freeform 10">
              <a:extLst>
                <a:ext uri="{FF2B5EF4-FFF2-40B4-BE49-F238E27FC236}">
                  <a16:creationId xmlns:a16="http://schemas.microsoft.com/office/drawing/2014/main" id="{E19C6F43-1A4C-4A47-7CAE-222911CDC3F5}"/>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1" name="TextBox 11">
              <a:extLst>
                <a:ext uri="{FF2B5EF4-FFF2-40B4-BE49-F238E27FC236}">
                  <a16:creationId xmlns:a16="http://schemas.microsoft.com/office/drawing/2014/main" id="{E9CAD155-8D60-8C1B-4129-CA22BE71E3FE}"/>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72" name="Group 9">
            <a:extLst>
              <a:ext uri="{FF2B5EF4-FFF2-40B4-BE49-F238E27FC236}">
                <a16:creationId xmlns:a16="http://schemas.microsoft.com/office/drawing/2014/main" id="{46788123-0243-47CA-FB6E-8CDFFB9830C3}"/>
              </a:ext>
            </a:extLst>
          </p:cNvPr>
          <p:cNvGrpSpPr/>
          <p:nvPr/>
        </p:nvGrpSpPr>
        <p:grpSpPr>
          <a:xfrm>
            <a:off x="6350183" y="10554855"/>
            <a:ext cx="5240412" cy="6197473"/>
            <a:chOff x="0" y="0"/>
            <a:chExt cx="1059993" cy="1253581"/>
          </a:xfrm>
        </p:grpSpPr>
        <p:sp>
          <p:nvSpPr>
            <p:cNvPr id="73" name="Freeform 10">
              <a:extLst>
                <a:ext uri="{FF2B5EF4-FFF2-40B4-BE49-F238E27FC236}">
                  <a16:creationId xmlns:a16="http://schemas.microsoft.com/office/drawing/2014/main" id="{FF2D274D-04DD-3782-B3E5-9B81CA39D871}"/>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4" name="TextBox 11">
              <a:extLst>
                <a:ext uri="{FF2B5EF4-FFF2-40B4-BE49-F238E27FC236}">
                  <a16:creationId xmlns:a16="http://schemas.microsoft.com/office/drawing/2014/main" id="{24A6D735-22A9-E0E9-38E1-DB5EEFC03A83}"/>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75" name="Group 9">
            <a:extLst>
              <a:ext uri="{FF2B5EF4-FFF2-40B4-BE49-F238E27FC236}">
                <a16:creationId xmlns:a16="http://schemas.microsoft.com/office/drawing/2014/main" id="{3FA9D6B2-8454-51C9-1E60-372A442A3928}"/>
              </a:ext>
            </a:extLst>
          </p:cNvPr>
          <p:cNvGrpSpPr/>
          <p:nvPr/>
        </p:nvGrpSpPr>
        <p:grpSpPr>
          <a:xfrm>
            <a:off x="6505343" y="10736643"/>
            <a:ext cx="5240412" cy="6197473"/>
            <a:chOff x="0" y="0"/>
            <a:chExt cx="1059993" cy="1253581"/>
          </a:xfrm>
        </p:grpSpPr>
        <p:sp>
          <p:nvSpPr>
            <p:cNvPr id="76" name="Freeform 10">
              <a:extLst>
                <a:ext uri="{FF2B5EF4-FFF2-40B4-BE49-F238E27FC236}">
                  <a16:creationId xmlns:a16="http://schemas.microsoft.com/office/drawing/2014/main" id="{5FFE322D-936D-6D00-6F03-C0409A64E2AA}"/>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7" name="TextBox 11">
              <a:extLst>
                <a:ext uri="{FF2B5EF4-FFF2-40B4-BE49-F238E27FC236}">
                  <a16:creationId xmlns:a16="http://schemas.microsoft.com/office/drawing/2014/main" id="{3F1A2AD6-FA01-65C8-4E4F-5688A9143FD3}"/>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836538" y="108690"/>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4" name="Freeform 4"/>
          <p:cNvSpPr/>
          <p:nvPr/>
        </p:nvSpPr>
        <p:spPr>
          <a:xfrm>
            <a:off x="-2661362" y="301511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5" name="Freeform 5"/>
          <p:cNvSpPr/>
          <p:nvPr/>
        </p:nvSpPr>
        <p:spPr>
          <a:xfrm>
            <a:off x="4723807"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5"/>
            <a:stretch>
              <a:fillRect/>
            </a:stretch>
          </a:blipFill>
        </p:spPr>
      </p:sp>
      <p:grpSp>
        <p:nvGrpSpPr>
          <p:cNvPr id="6" name="Group 6"/>
          <p:cNvGrpSpPr/>
          <p:nvPr/>
        </p:nvGrpSpPr>
        <p:grpSpPr>
          <a:xfrm>
            <a:off x="6133105" y="592438"/>
            <a:ext cx="11468964" cy="9102125"/>
            <a:chOff x="0" y="0"/>
            <a:chExt cx="801609" cy="636181"/>
          </a:xfrm>
        </p:grpSpPr>
        <p:sp>
          <p:nvSpPr>
            <p:cNvPr id="7" name="Freeform 7"/>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 name="TextBox 8"/>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9" name="Group 9"/>
          <p:cNvGrpSpPr/>
          <p:nvPr/>
        </p:nvGrpSpPr>
        <p:grpSpPr>
          <a:xfrm>
            <a:off x="6505343" y="3199155"/>
            <a:ext cx="5240412" cy="6197473"/>
            <a:chOff x="0" y="0"/>
            <a:chExt cx="1059993" cy="1253581"/>
          </a:xfrm>
        </p:grpSpPr>
        <p:sp>
          <p:nvSpPr>
            <p:cNvPr id="10" name="Freeform 10"/>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11" name="TextBox 11"/>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12" name="Group 12"/>
          <p:cNvGrpSpPr/>
          <p:nvPr/>
        </p:nvGrpSpPr>
        <p:grpSpPr>
          <a:xfrm>
            <a:off x="12148147" y="3199155"/>
            <a:ext cx="5081685" cy="6197473"/>
            <a:chOff x="0" y="0"/>
            <a:chExt cx="1027887" cy="1253581"/>
          </a:xfrm>
        </p:grpSpPr>
        <p:sp>
          <p:nvSpPr>
            <p:cNvPr id="13" name="Freeform 13"/>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14" name="TextBox 14"/>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15" name="Group 15"/>
          <p:cNvGrpSpPr/>
          <p:nvPr/>
        </p:nvGrpSpPr>
        <p:grpSpPr>
          <a:xfrm rot="-10800000">
            <a:off x="6505343" y="959248"/>
            <a:ext cx="10724489" cy="1957584"/>
            <a:chOff x="0" y="0"/>
            <a:chExt cx="1363463" cy="248878"/>
          </a:xfrm>
        </p:grpSpPr>
        <p:sp>
          <p:nvSpPr>
            <p:cNvPr id="16" name="Freeform 16"/>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17" name="TextBox 17"/>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18" name="Freeform 18"/>
          <p:cNvSpPr/>
          <p:nvPr/>
        </p:nvSpPr>
        <p:spPr>
          <a:xfrm>
            <a:off x="1144083"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6"/>
            <a:stretch>
              <a:fillRect/>
            </a:stretch>
          </a:blipFill>
        </p:spPr>
      </p:sp>
      <p:sp>
        <p:nvSpPr>
          <p:cNvPr id="19" name="Freeform 19"/>
          <p:cNvSpPr/>
          <p:nvPr/>
        </p:nvSpPr>
        <p:spPr>
          <a:xfrm>
            <a:off x="4138001"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6"/>
            <a:stretch>
              <a:fillRect/>
            </a:stretch>
          </a:blipFill>
        </p:spPr>
      </p:sp>
      <p:sp>
        <p:nvSpPr>
          <p:cNvPr id="20" name="Freeform 20"/>
          <p:cNvSpPr/>
          <p:nvPr/>
        </p:nvSpPr>
        <p:spPr>
          <a:xfrm>
            <a:off x="-1963774"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7"/>
            <a:stretch>
              <a:fillRect/>
            </a:stretch>
          </a:blipFill>
        </p:spPr>
      </p:sp>
      <p:sp>
        <p:nvSpPr>
          <p:cNvPr id="21" name="Freeform 21"/>
          <p:cNvSpPr/>
          <p:nvPr/>
        </p:nvSpPr>
        <p:spPr>
          <a:xfrm>
            <a:off x="2223067"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5"/>
            <a:stretch>
              <a:fillRect/>
            </a:stretch>
          </a:blipFill>
        </p:spPr>
      </p:sp>
      <p:sp>
        <p:nvSpPr>
          <p:cNvPr id="22" name="Freeform 22"/>
          <p:cNvSpPr/>
          <p:nvPr/>
        </p:nvSpPr>
        <p:spPr>
          <a:xfrm>
            <a:off x="16557873" y="7244510"/>
            <a:ext cx="1402854" cy="3753456"/>
          </a:xfrm>
          <a:custGeom>
            <a:avLst/>
            <a:gdLst/>
            <a:ahLst/>
            <a:cxnLst/>
            <a:rect l="l" t="t" r="r" b="b"/>
            <a:pathLst>
              <a:path w="1402854" h="3753456">
                <a:moveTo>
                  <a:pt x="0" y="0"/>
                </a:moveTo>
                <a:lnTo>
                  <a:pt x="1402854" y="0"/>
                </a:lnTo>
                <a:lnTo>
                  <a:pt x="1402854" y="3753456"/>
                </a:lnTo>
                <a:lnTo>
                  <a:pt x="0" y="3753456"/>
                </a:lnTo>
                <a:lnTo>
                  <a:pt x="0" y="0"/>
                </a:lnTo>
                <a:close/>
              </a:path>
            </a:pathLst>
          </a:custGeom>
          <a:blipFill>
            <a:blip r:embed="rId8"/>
            <a:stretch>
              <a:fillRect/>
            </a:stretch>
          </a:blipFill>
        </p:spPr>
      </p:sp>
      <p:sp>
        <p:nvSpPr>
          <p:cNvPr id="23" name="Freeform 23"/>
          <p:cNvSpPr/>
          <p:nvPr/>
        </p:nvSpPr>
        <p:spPr>
          <a:xfrm>
            <a:off x="-391022"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9"/>
            <a:stretch>
              <a:fillRect/>
            </a:stretch>
          </a:blipFill>
        </p:spPr>
      </p:sp>
      <p:sp>
        <p:nvSpPr>
          <p:cNvPr id="24" name="Freeform 24"/>
          <p:cNvSpPr/>
          <p:nvPr/>
        </p:nvSpPr>
        <p:spPr>
          <a:xfrm rot="-5400000">
            <a:off x="15050082"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10"/>
            <a:stretch>
              <a:fillRect/>
            </a:stretch>
          </a:blipFill>
        </p:spPr>
      </p:sp>
      <p:sp>
        <p:nvSpPr>
          <p:cNvPr id="25" name="Freeform 25"/>
          <p:cNvSpPr/>
          <p:nvPr/>
        </p:nvSpPr>
        <p:spPr>
          <a:xfrm rot="-5400000" flipV="1">
            <a:off x="-2207131" y="-424948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10"/>
            <a:stretch>
              <a:fillRect/>
            </a:stretch>
          </a:blipFill>
        </p:spPr>
      </p:sp>
      <p:sp>
        <p:nvSpPr>
          <p:cNvPr id="26" name="TextBox 26"/>
          <p:cNvSpPr txBox="1"/>
          <p:nvPr/>
        </p:nvSpPr>
        <p:spPr>
          <a:xfrm>
            <a:off x="7370398" y="1269162"/>
            <a:ext cx="8994379" cy="108182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 Lợi ích &amp; Thách thức</a:t>
            </a:r>
          </a:p>
        </p:txBody>
      </p:sp>
      <p:sp>
        <p:nvSpPr>
          <p:cNvPr id="27" name="TextBox 27"/>
          <p:cNvSpPr txBox="1"/>
          <p:nvPr/>
        </p:nvSpPr>
        <p:spPr>
          <a:xfrm>
            <a:off x="7110350" y="3086100"/>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28" name="AutoShape 28"/>
          <p:cNvSpPr/>
          <p:nvPr/>
        </p:nvSpPr>
        <p:spPr>
          <a:xfrm flipV="1">
            <a:off x="7110350" y="4276711"/>
            <a:ext cx="4030397" cy="0"/>
          </a:xfrm>
          <a:prstGeom prst="line">
            <a:avLst/>
          </a:prstGeom>
          <a:ln w="38100" cap="flat">
            <a:solidFill>
              <a:srgbClr val="FFFFFF"/>
            </a:solidFill>
            <a:prstDash val="solid"/>
            <a:headEnd type="none" w="sm" len="sm"/>
            <a:tailEnd type="none" w="sm" len="sm"/>
          </a:ln>
        </p:spPr>
      </p:sp>
      <p:sp>
        <p:nvSpPr>
          <p:cNvPr id="29" name="TextBox 29"/>
          <p:cNvSpPr txBox="1"/>
          <p:nvPr/>
        </p:nvSpPr>
        <p:spPr>
          <a:xfrm>
            <a:off x="6867293" y="4638661"/>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30" name="TextBox 30"/>
          <p:cNvSpPr txBox="1"/>
          <p:nvPr/>
        </p:nvSpPr>
        <p:spPr>
          <a:xfrm>
            <a:off x="12673790" y="3162827"/>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31" name="AutoShape 31"/>
          <p:cNvSpPr/>
          <p:nvPr/>
        </p:nvSpPr>
        <p:spPr>
          <a:xfrm flipV="1">
            <a:off x="12673790" y="4343912"/>
            <a:ext cx="4030397" cy="0"/>
          </a:xfrm>
          <a:prstGeom prst="line">
            <a:avLst/>
          </a:prstGeom>
          <a:ln w="38100" cap="flat">
            <a:solidFill>
              <a:srgbClr val="FFFFFF"/>
            </a:solidFill>
            <a:prstDash val="solid"/>
            <a:headEnd type="none" w="sm" len="sm"/>
            <a:tailEnd type="none" w="sm" len="sm"/>
          </a:ln>
        </p:spPr>
      </p:sp>
      <p:sp>
        <p:nvSpPr>
          <p:cNvPr id="32" name="TextBox 32"/>
          <p:cNvSpPr txBox="1"/>
          <p:nvPr/>
        </p:nvSpPr>
        <p:spPr>
          <a:xfrm>
            <a:off x="12397254" y="4668130"/>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grpSp>
        <p:nvGrpSpPr>
          <p:cNvPr id="33" name="Group 13">
            <a:extLst>
              <a:ext uri="{FF2B5EF4-FFF2-40B4-BE49-F238E27FC236}">
                <a16:creationId xmlns:a16="http://schemas.microsoft.com/office/drawing/2014/main" id="{64E295B9-E5BD-FAE9-B80D-4C23438ECA67}"/>
              </a:ext>
            </a:extLst>
          </p:cNvPr>
          <p:cNvGrpSpPr/>
          <p:nvPr/>
        </p:nvGrpSpPr>
        <p:grpSpPr>
          <a:xfrm>
            <a:off x="466121" y="-10114539"/>
            <a:ext cx="17355758" cy="9173192"/>
            <a:chOff x="0" y="0"/>
            <a:chExt cx="23141010" cy="12230923"/>
          </a:xfrm>
        </p:grpSpPr>
        <p:grpSp>
          <p:nvGrpSpPr>
            <p:cNvPr id="34" name="Group 14">
              <a:extLst>
                <a:ext uri="{FF2B5EF4-FFF2-40B4-BE49-F238E27FC236}">
                  <a16:creationId xmlns:a16="http://schemas.microsoft.com/office/drawing/2014/main" id="{ABCF33FC-03FB-480E-F483-04FC98731FDE}"/>
                </a:ext>
              </a:extLst>
            </p:cNvPr>
            <p:cNvGrpSpPr/>
            <p:nvPr/>
          </p:nvGrpSpPr>
          <p:grpSpPr>
            <a:xfrm>
              <a:off x="0" y="0"/>
              <a:ext cx="23141010" cy="12230923"/>
              <a:chOff x="0" y="0"/>
              <a:chExt cx="4571064" cy="2415985"/>
            </a:xfrm>
          </p:grpSpPr>
          <p:sp>
            <p:nvSpPr>
              <p:cNvPr id="38" name="Freeform 15">
                <a:extLst>
                  <a:ext uri="{FF2B5EF4-FFF2-40B4-BE49-F238E27FC236}">
                    <a16:creationId xmlns:a16="http://schemas.microsoft.com/office/drawing/2014/main" id="{06E7B675-41B4-4114-3064-C21734D32B15}"/>
                  </a:ext>
                </a:extLst>
              </p:cNvPr>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39" name="TextBox 16">
                <a:extLst>
                  <a:ext uri="{FF2B5EF4-FFF2-40B4-BE49-F238E27FC236}">
                    <a16:creationId xmlns:a16="http://schemas.microsoft.com/office/drawing/2014/main" id="{AAFD217E-8404-A95B-896D-6835005C54B3}"/>
                  </a:ext>
                </a:extLst>
              </p:cNvPr>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35" name="Group 17">
              <a:extLst>
                <a:ext uri="{FF2B5EF4-FFF2-40B4-BE49-F238E27FC236}">
                  <a16:creationId xmlns:a16="http://schemas.microsoft.com/office/drawing/2014/main" id="{FC10EB23-326B-A8FF-BFE9-823C4814E9C5}"/>
                </a:ext>
              </a:extLst>
            </p:cNvPr>
            <p:cNvGrpSpPr/>
            <p:nvPr/>
          </p:nvGrpSpPr>
          <p:grpSpPr>
            <a:xfrm>
              <a:off x="428632" y="352698"/>
              <a:ext cx="22283747" cy="11525527"/>
              <a:chOff x="0" y="0"/>
              <a:chExt cx="4401728" cy="2276647"/>
            </a:xfrm>
          </p:grpSpPr>
          <p:sp>
            <p:nvSpPr>
              <p:cNvPr id="36" name="Freeform 18">
                <a:extLst>
                  <a:ext uri="{FF2B5EF4-FFF2-40B4-BE49-F238E27FC236}">
                    <a16:creationId xmlns:a16="http://schemas.microsoft.com/office/drawing/2014/main" id="{D1C32B32-B2B8-D15E-4708-253C48F42920}"/>
                  </a:ext>
                </a:extLst>
              </p:cNvPr>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37" name="TextBox 19">
                <a:extLst>
                  <a:ext uri="{FF2B5EF4-FFF2-40B4-BE49-F238E27FC236}">
                    <a16:creationId xmlns:a16="http://schemas.microsoft.com/office/drawing/2014/main" id="{CE13257C-608F-4AFE-08D6-A020CC5F6407}"/>
                  </a:ext>
                </a:extLst>
              </p:cNvPr>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grpSp>
        <p:nvGrpSpPr>
          <p:cNvPr id="40" name="Group 22">
            <a:extLst>
              <a:ext uri="{FF2B5EF4-FFF2-40B4-BE49-F238E27FC236}">
                <a16:creationId xmlns:a16="http://schemas.microsoft.com/office/drawing/2014/main" id="{BE39795A-B22B-F1E1-C9DF-88C06356F734}"/>
              </a:ext>
            </a:extLst>
          </p:cNvPr>
          <p:cNvGrpSpPr/>
          <p:nvPr/>
        </p:nvGrpSpPr>
        <p:grpSpPr>
          <a:xfrm>
            <a:off x="491601" y="-1523041"/>
            <a:ext cx="17355758" cy="1427913"/>
            <a:chOff x="0" y="0"/>
            <a:chExt cx="4571064" cy="376076"/>
          </a:xfrm>
        </p:grpSpPr>
        <p:sp>
          <p:nvSpPr>
            <p:cNvPr id="41" name="Freeform 23">
              <a:extLst>
                <a:ext uri="{FF2B5EF4-FFF2-40B4-BE49-F238E27FC236}">
                  <a16:creationId xmlns:a16="http://schemas.microsoft.com/office/drawing/2014/main" id="{5126D35E-2AF0-5C87-6219-A82E3B61E603}"/>
                </a:ext>
              </a:extLst>
            </p:cNvPr>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42" name="TextBox 24">
              <a:extLst>
                <a:ext uri="{FF2B5EF4-FFF2-40B4-BE49-F238E27FC236}">
                  <a16:creationId xmlns:a16="http://schemas.microsoft.com/office/drawing/2014/main" id="{62A81BF5-E42F-41A6-67F9-17A780F78BED}"/>
                </a:ext>
              </a:extLst>
            </p:cNvPr>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43" name="Freeform 9">
            <a:extLst>
              <a:ext uri="{FF2B5EF4-FFF2-40B4-BE49-F238E27FC236}">
                <a16:creationId xmlns:a16="http://schemas.microsoft.com/office/drawing/2014/main" id="{D67FD51F-3956-618F-7AB1-167FED65D727}"/>
              </a:ext>
            </a:extLst>
          </p:cNvPr>
          <p:cNvSpPr/>
          <p:nvPr/>
        </p:nvSpPr>
        <p:spPr>
          <a:xfrm flipH="1">
            <a:off x="19166534" y="6076372"/>
            <a:ext cx="3003989" cy="2726120"/>
          </a:xfrm>
          <a:custGeom>
            <a:avLst/>
            <a:gdLst/>
            <a:ahLst/>
            <a:cxnLst/>
            <a:rect l="l" t="t" r="r" b="b"/>
            <a:pathLst>
              <a:path w="3003989" h="2726120">
                <a:moveTo>
                  <a:pt x="3003989" y="0"/>
                </a:moveTo>
                <a:lnTo>
                  <a:pt x="0" y="0"/>
                </a:lnTo>
                <a:lnTo>
                  <a:pt x="0" y="2726120"/>
                </a:lnTo>
                <a:lnTo>
                  <a:pt x="3003989" y="2726120"/>
                </a:lnTo>
                <a:lnTo>
                  <a:pt x="3003989" y="0"/>
                </a:lnTo>
                <a:close/>
              </a:path>
            </a:pathLst>
          </a:custGeom>
          <a:blipFill>
            <a:blip r:embed="rId5"/>
            <a:stretch>
              <a:fillRect/>
            </a:stretch>
          </a:blipFill>
        </p:spPr>
      </p:sp>
      <p:sp>
        <p:nvSpPr>
          <p:cNvPr id="101" name="Freeform 6">
            <a:extLst>
              <a:ext uri="{FF2B5EF4-FFF2-40B4-BE49-F238E27FC236}">
                <a16:creationId xmlns:a16="http://schemas.microsoft.com/office/drawing/2014/main" id="{DE3DC6AC-B96D-B3AE-C7A0-7D6915A5E32D}"/>
              </a:ext>
            </a:extLst>
          </p:cNvPr>
          <p:cNvSpPr/>
          <p:nvPr/>
        </p:nvSpPr>
        <p:spPr>
          <a:xfrm rot="1081101" flipH="1">
            <a:off x="21083077" y="1611177"/>
            <a:ext cx="10716964" cy="1888865"/>
          </a:xfrm>
          <a:custGeom>
            <a:avLst/>
            <a:gdLst/>
            <a:ahLst/>
            <a:cxnLst/>
            <a:rect l="l" t="t" r="r" b="b"/>
            <a:pathLst>
              <a:path w="10716964" h="1888865">
                <a:moveTo>
                  <a:pt x="10716964" y="0"/>
                </a:moveTo>
                <a:lnTo>
                  <a:pt x="0" y="0"/>
                </a:lnTo>
                <a:lnTo>
                  <a:pt x="0" y="1888865"/>
                </a:lnTo>
                <a:lnTo>
                  <a:pt x="10716964" y="1888865"/>
                </a:lnTo>
                <a:lnTo>
                  <a:pt x="10716964" y="0"/>
                </a:lnTo>
                <a:close/>
              </a:path>
            </a:pathLst>
          </a:custGeom>
          <a:blipFill>
            <a:blip r:embed="rId11"/>
            <a:stretch>
              <a:fillRect/>
            </a:stretch>
          </a:blipFill>
        </p:spPr>
      </p:sp>
      <p:sp>
        <p:nvSpPr>
          <p:cNvPr id="102" name="Freeform 7">
            <a:extLst>
              <a:ext uri="{FF2B5EF4-FFF2-40B4-BE49-F238E27FC236}">
                <a16:creationId xmlns:a16="http://schemas.microsoft.com/office/drawing/2014/main" id="{CF394429-E928-3B59-D27C-552F0A9E6B03}"/>
              </a:ext>
            </a:extLst>
          </p:cNvPr>
          <p:cNvSpPr/>
          <p:nvPr/>
        </p:nvSpPr>
        <p:spPr>
          <a:xfrm flipH="1">
            <a:off x="18288000"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12"/>
            <a:stretch>
              <a:fillRect/>
            </a:stretch>
          </a:blipFill>
        </p:spPr>
      </p:sp>
      <p:sp>
        <p:nvSpPr>
          <p:cNvPr id="103" name="Freeform 17">
            <a:extLst>
              <a:ext uri="{FF2B5EF4-FFF2-40B4-BE49-F238E27FC236}">
                <a16:creationId xmlns:a16="http://schemas.microsoft.com/office/drawing/2014/main" id="{67BD1F48-472E-2309-7D03-B842CCB738DA}"/>
              </a:ext>
            </a:extLst>
          </p:cNvPr>
          <p:cNvSpPr/>
          <p:nvPr/>
        </p:nvSpPr>
        <p:spPr>
          <a:xfrm rot="20709537">
            <a:off x="20225607"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3"/>
            <a:stretch>
              <a:fillRect/>
            </a:stretch>
          </a:blipFill>
        </p:spPr>
      </p:sp>
      <p:sp>
        <p:nvSpPr>
          <p:cNvPr id="125" name="Freeform 5">
            <a:extLst>
              <a:ext uri="{FF2B5EF4-FFF2-40B4-BE49-F238E27FC236}">
                <a16:creationId xmlns:a16="http://schemas.microsoft.com/office/drawing/2014/main" id="{1551A1A6-216C-5F51-6E2E-C295CB63FB15}"/>
              </a:ext>
            </a:extLst>
          </p:cNvPr>
          <p:cNvSpPr/>
          <p:nvPr/>
        </p:nvSpPr>
        <p:spPr>
          <a:xfrm>
            <a:off x="19192861" y="-1219382"/>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3"/>
            <a:stretch>
              <a:fillRect/>
            </a:stretch>
          </a:blipFill>
        </p:spPr>
      </p:sp>
      <p:grpSp>
        <p:nvGrpSpPr>
          <p:cNvPr id="151" name="Group 8">
            <a:extLst>
              <a:ext uri="{FF2B5EF4-FFF2-40B4-BE49-F238E27FC236}">
                <a16:creationId xmlns:a16="http://schemas.microsoft.com/office/drawing/2014/main" id="{A3446946-66F8-2B0A-105E-6BAAD664298D}"/>
              </a:ext>
            </a:extLst>
          </p:cNvPr>
          <p:cNvGrpSpPr/>
          <p:nvPr/>
        </p:nvGrpSpPr>
        <p:grpSpPr>
          <a:xfrm>
            <a:off x="-13361266" y="-306974"/>
            <a:ext cx="12806608" cy="10918374"/>
            <a:chOff x="0" y="0"/>
            <a:chExt cx="1145018" cy="976194"/>
          </a:xfrm>
        </p:grpSpPr>
        <p:sp>
          <p:nvSpPr>
            <p:cNvPr id="152" name="Freeform 9">
              <a:extLst>
                <a:ext uri="{FF2B5EF4-FFF2-40B4-BE49-F238E27FC236}">
                  <a16:creationId xmlns:a16="http://schemas.microsoft.com/office/drawing/2014/main" id="{6C726F38-0B93-18CF-B240-0E7B3CE066C0}"/>
                </a:ext>
              </a:extLst>
            </p:cNvPr>
            <p:cNvSpPr/>
            <p:nvPr/>
          </p:nvSpPr>
          <p:spPr>
            <a:xfrm>
              <a:off x="0" y="0"/>
              <a:ext cx="1145018" cy="976194"/>
            </a:xfrm>
            <a:custGeom>
              <a:avLst/>
              <a:gdLst/>
              <a:ahLst/>
              <a:cxnLst/>
              <a:rect l="l" t="t" r="r" b="b"/>
              <a:pathLst>
                <a:path w="1145018" h="976194">
                  <a:moveTo>
                    <a:pt x="11807" y="0"/>
                  </a:moveTo>
                  <a:lnTo>
                    <a:pt x="1133211" y="0"/>
                  </a:lnTo>
                  <a:cubicBezTo>
                    <a:pt x="1136343" y="0"/>
                    <a:pt x="1139346" y="1244"/>
                    <a:pt x="1141560" y="3458"/>
                  </a:cubicBezTo>
                  <a:cubicBezTo>
                    <a:pt x="1143774" y="5672"/>
                    <a:pt x="1145018" y="8676"/>
                    <a:pt x="1145018" y="11807"/>
                  </a:cubicBezTo>
                  <a:lnTo>
                    <a:pt x="1145018" y="964387"/>
                  </a:lnTo>
                  <a:cubicBezTo>
                    <a:pt x="1145018" y="970908"/>
                    <a:pt x="1139732" y="976194"/>
                    <a:pt x="1133211" y="976194"/>
                  </a:cubicBezTo>
                  <a:lnTo>
                    <a:pt x="11807" y="976194"/>
                  </a:lnTo>
                  <a:cubicBezTo>
                    <a:pt x="5286" y="976194"/>
                    <a:pt x="0" y="970908"/>
                    <a:pt x="0" y="964387"/>
                  </a:cubicBezTo>
                  <a:lnTo>
                    <a:pt x="0" y="11807"/>
                  </a:lnTo>
                  <a:cubicBezTo>
                    <a:pt x="0" y="5286"/>
                    <a:pt x="5286" y="0"/>
                    <a:pt x="11807" y="0"/>
                  </a:cubicBezTo>
                  <a:close/>
                </a:path>
              </a:pathLst>
            </a:custGeom>
            <a:gradFill rotWithShape="1">
              <a:gsLst>
                <a:gs pos="0">
                  <a:srgbClr val="FFFCFC">
                    <a:alpha val="69000"/>
                  </a:srgbClr>
                </a:gs>
                <a:gs pos="100000">
                  <a:srgbClr val="FFFFFF">
                    <a:alpha val="40000"/>
                  </a:srgbClr>
                </a:gs>
              </a:gsLst>
              <a:lin ang="0"/>
            </a:gradFill>
          </p:spPr>
        </p:sp>
        <p:sp>
          <p:nvSpPr>
            <p:cNvPr id="153" name="TextBox 10">
              <a:extLst>
                <a:ext uri="{FF2B5EF4-FFF2-40B4-BE49-F238E27FC236}">
                  <a16:creationId xmlns:a16="http://schemas.microsoft.com/office/drawing/2014/main" id="{0055CDEF-2A71-724C-DBB1-1CE35CED3431}"/>
                </a:ext>
              </a:extLst>
            </p:cNvPr>
            <p:cNvSpPr txBox="1"/>
            <p:nvPr/>
          </p:nvSpPr>
          <p:spPr>
            <a:xfrm>
              <a:off x="0" y="-38100"/>
              <a:ext cx="1145018" cy="1014294"/>
            </a:xfrm>
            <a:prstGeom prst="rect">
              <a:avLst/>
            </a:prstGeom>
          </p:spPr>
          <p:txBody>
            <a:bodyPr lIns="50800" tIns="50800" rIns="50800" bIns="50800" rtlCol="0" anchor="ctr"/>
            <a:lstStyle/>
            <a:p>
              <a:pPr algn="ctr">
                <a:lnSpc>
                  <a:spcPts val="3360"/>
                </a:lnSpc>
              </a:pPr>
              <a:endParaRPr/>
            </a:p>
          </p:txBody>
        </p:sp>
      </p:grpSp>
      <p:grpSp>
        <p:nvGrpSpPr>
          <p:cNvPr id="154" name="Group 14">
            <a:extLst>
              <a:ext uri="{FF2B5EF4-FFF2-40B4-BE49-F238E27FC236}">
                <a16:creationId xmlns:a16="http://schemas.microsoft.com/office/drawing/2014/main" id="{19692A36-F89C-A618-C1D1-330160FA7F55}"/>
              </a:ext>
            </a:extLst>
          </p:cNvPr>
          <p:cNvGrpSpPr/>
          <p:nvPr/>
        </p:nvGrpSpPr>
        <p:grpSpPr>
          <a:xfrm rot="-10800000">
            <a:off x="-13010388" y="-306974"/>
            <a:ext cx="12048217" cy="10918374"/>
            <a:chOff x="0" y="0"/>
            <a:chExt cx="1702907" cy="1543214"/>
          </a:xfrm>
        </p:grpSpPr>
        <p:sp>
          <p:nvSpPr>
            <p:cNvPr id="155" name="Freeform 15">
              <a:extLst>
                <a:ext uri="{FF2B5EF4-FFF2-40B4-BE49-F238E27FC236}">
                  <a16:creationId xmlns:a16="http://schemas.microsoft.com/office/drawing/2014/main" id="{1BAD7254-7A48-2071-330B-FBF9578DF877}"/>
                </a:ext>
              </a:extLst>
            </p:cNvPr>
            <p:cNvSpPr/>
            <p:nvPr/>
          </p:nvSpPr>
          <p:spPr>
            <a:xfrm>
              <a:off x="0" y="0"/>
              <a:ext cx="1702907" cy="1543214"/>
            </a:xfrm>
            <a:custGeom>
              <a:avLst/>
              <a:gdLst/>
              <a:ahLst/>
              <a:cxnLst/>
              <a:rect l="l" t="t" r="r" b="b"/>
              <a:pathLst>
                <a:path w="1702907" h="1543214">
                  <a:moveTo>
                    <a:pt x="12550" y="0"/>
                  </a:moveTo>
                  <a:lnTo>
                    <a:pt x="1690356" y="0"/>
                  </a:lnTo>
                  <a:cubicBezTo>
                    <a:pt x="1693685" y="0"/>
                    <a:pt x="1696877" y="1322"/>
                    <a:pt x="1699231" y="3676"/>
                  </a:cubicBezTo>
                  <a:cubicBezTo>
                    <a:pt x="1701584" y="6030"/>
                    <a:pt x="1702907" y="9222"/>
                    <a:pt x="1702907" y="12550"/>
                  </a:cubicBezTo>
                  <a:lnTo>
                    <a:pt x="1702907" y="1530663"/>
                  </a:lnTo>
                  <a:cubicBezTo>
                    <a:pt x="1702907" y="1537595"/>
                    <a:pt x="1697287" y="1543214"/>
                    <a:pt x="1690356" y="1543214"/>
                  </a:cubicBezTo>
                  <a:lnTo>
                    <a:pt x="12550" y="1543214"/>
                  </a:lnTo>
                  <a:cubicBezTo>
                    <a:pt x="5619" y="1543214"/>
                    <a:pt x="0" y="1537595"/>
                    <a:pt x="0" y="1530663"/>
                  </a:cubicBezTo>
                  <a:lnTo>
                    <a:pt x="0" y="12550"/>
                  </a:lnTo>
                  <a:cubicBezTo>
                    <a:pt x="0" y="5619"/>
                    <a:pt x="5619" y="0"/>
                    <a:pt x="12550" y="0"/>
                  </a:cubicBezTo>
                  <a:close/>
                </a:path>
              </a:pathLst>
            </a:custGeom>
            <a:gradFill rotWithShape="1">
              <a:gsLst>
                <a:gs pos="0">
                  <a:srgbClr val="FFFCFC">
                    <a:alpha val="69000"/>
                  </a:srgbClr>
                </a:gs>
                <a:gs pos="100000">
                  <a:srgbClr val="FFFFFF">
                    <a:alpha val="40000"/>
                  </a:srgbClr>
                </a:gs>
              </a:gsLst>
              <a:lin ang="0"/>
            </a:gradFill>
          </p:spPr>
        </p:sp>
        <p:sp>
          <p:nvSpPr>
            <p:cNvPr id="156" name="TextBox 16">
              <a:extLst>
                <a:ext uri="{FF2B5EF4-FFF2-40B4-BE49-F238E27FC236}">
                  <a16:creationId xmlns:a16="http://schemas.microsoft.com/office/drawing/2014/main" id="{59556478-4DE8-1142-5CDE-4DECB7530862}"/>
                </a:ext>
              </a:extLst>
            </p:cNvPr>
            <p:cNvSpPr txBox="1"/>
            <p:nvPr/>
          </p:nvSpPr>
          <p:spPr>
            <a:xfrm>
              <a:off x="0" y="-38100"/>
              <a:ext cx="1702907" cy="1581314"/>
            </a:xfrm>
            <a:prstGeom prst="rect">
              <a:avLst/>
            </a:prstGeom>
          </p:spPr>
          <p:txBody>
            <a:bodyPr lIns="50800" tIns="50800" rIns="50800" bIns="50800" rtlCol="0" anchor="ctr"/>
            <a:lstStyle/>
            <a:p>
              <a:pPr algn="ctr">
                <a:lnSpc>
                  <a:spcPts val="3360"/>
                </a:lnSpc>
              </a:pPr>
              <a:endParaRPr/>
            </a:p>
          </p:txBody>
        </p:sp>
      </p:grpSp>
      <p:sp>
        <p:nvSpPr>
          <p:cNvPr id="157" name="TextBox 18">
            <a:extLst>
              <a:ext uri="{FF2B5EF4-FFF2-40B4-BE49-F238E27FC236}">
                <a16:creationId xmlns:a16="http://schemas.microsoft.com/office/drawing/2014/main" id="{840B4A0C-3868-3824-DD40-2DCF964088D8}"/>
              </a:ext>
            </a:extLst>
          </p:cNvPr>
          <p:cNvSpPr txBox="1"/>
          <p:nvPr/>
        </p:nvSpPr>
        <p:spPr>
          <a:xfrm>
            <a:off x="-10699744" y="-15135"/>
            <a:ext cx="7753498" cy="2199748"/>
          </a:xfrm>
          <a:prstGeom prst="rect">
            <a:avLst/>
          </a:prstGeom>
        </p:spPr>
        <p:txBody>
          <a:bodyPr wrap="square"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Mô hình Nhà máy điện tương lai</a:t>
            </a:r>
          </a:p>
        </p:txBody>
      </p:sp>
      <p:grpSp>
        <p:nvGrpSpPr>
          <p:cNvPr id="158" name="Group 19">
            <a:extLst>
              <a:ext uri="{FF2B5EF4-FFF2-40B4-BE49-F238E27FC236}">
                <a16:creationId xmlns:a16="http://schemas.microsoft.com/office/drawing/2014/main" id="{3C59CB04-D026-3D02-04C9-60CD67142DB8}"/>
              </a:ext>
            </a:extLst>
          </p:cNvPr>
          <p:cNvGrpSpPr/>
          <p:nvPr/>
        </p:nvGrpSpPr>
        <p:grpSpPr>
          <a:xfrm>
            <a:off x="-11939691" y="2364760"/>
            <a:ext cx="10282676" cy="2265719"/>
            <a:chOff x="0" y="0"/>
            <a:chExt cx="2079907" cy="458294"/>
          </a:xfrm>
        </p:grpSpPr>
        <p:sp>
          <p:nvSpPr>
            <p:cNvPr id="159" name="Freeform 20">
              <a:extLst>
                <a:ext uri="{FF2B5EF4-FFF2-40B4-BE49-F238E27FC236}">
                  <a16:creationId xmlns:a16="http://schemas.microsoft.com/office/drawing/2014/main" id="{50257D15-00A1-9728-1219-A65F69B18C15}"/>
                </a:ext>
              </a:extLst>
            </p:cNvPr>
            <p:cNvSpPr/>
            <p:nvPr/>
          </p:nvSpPr>
          <p:spPr>
            <a:xfrm>
              <a:off x="0" y="0"/>
              <a:ext cx="2079907" cy="458294"/>
            </a:xfrm>
            <a:custGeom>
              <a:avLst/>
              <a:gdLst/>
              <a:ahLst/>
              <a:cxnLst/>
              <a:rect l="l" t="t" r="r" b="b"/>
              <a:pathLst>
                <a:path w="2079907" h="458294">
                  <a:moveTo>
                    <a:pt x="14705" y="0"/>
                  </a:moveTo>
                  <a:lnTo>
                    <a:pt x="2065202" y="0"/>
                  </a:lnTo>
                  <a:cubicBezTo>
                    <a:pt x="2069102" y="0"/>
                    <a:pt x="2072842" y="1549"/>
                    <a:pt x="2075600" y="4307"/>
                  </a:cubicBezTo>
                  <a:cubicBezTo>
                    <a:pt x="2078358" y="7065"/>
                    <a:pt x="2079907" y="10805"/>
                    <a:pt x="2079907" y="14705"/>
                  </a:cubicBezTo>
                  <a:lnTo>
                    <a:pt x="2079907" y="443588"/>
                  </a:lnTo>
                  <a:cubicBezTo>
                    <a:pt x="2079907" y="451710"/>
                    <a:pt x="2073323" y="458294"/>
                    <a:pt x="2065202" y="458294"/>
                  </a:cubicBezTo>
                  <a:lnTo>
                    <a:pt x="14705" y="458294"/>
                  </a:lnTo>
                  <a:cubicBezTo>
                    <a:pt x="10805" y="458294"/>
                    <a:pt x="7065" y="456744"/>
                    <a:pt x="4307" y="453987"/>
                  </a:cubicBezTo>
                  <a:cubicBezTo>
                    <a:pt x="1549" y="451229"/>
                    <a:pt x="0" y="447488"/>
                    <a:pt x="0" y="443588"/>
                  </a:cubicBezTo>
                  <a:lnTo>
                    <a:pt x="0" y="14705"/>
                  </a:lnTo>
                  <a:cubicBezTo>
                    <a:pt x="0" y="6584"/>
                    <a:pt x="6584" y="0"/>
                    <a:pt x="14705" y="0"/>
                  </a:cubicBezTo>
                  <a:close/>
                </a:path>
              </a:pathLst>
            </a:custGeom>
            <a:solidFill>
              <a:srgbClr val="8BB94F"/>
            </a:solidFill>
          </p:spPr>
        </p:sp>
        <p:sp>
          <p:nvSpPr>
            <p:cNvPr id="160" name="TextBox 21">
              <a:extLst>
                <a:ext uri="{FF2B5EF4-FFF2-40B4-BE49-F238E27FC236}">
                  <a16:creationId xmlns:a16="http://schemas.microsoft.com/office/drawing/2014/main" id="{B2070063-C08B-7F35-F934-AA9065E19578}"/>
                </a:ext>
              </a:extLst>
            </p:cNvPr>
            <p:cNvSpPr txBox="1"/>
            <p:nvPr/>
          </p:nvSpPr>
          <p:spPr>
            <a:xfrm>
              <a:off x="0" y="-38100"/>
              <a:ext cx="2079907" cy="496394"/>
            </a:xfrm>
            <a:prstGeom prst="rect">
              <a:avLst/>
            </a:prstGeom>
          </p:spPr>
          <p:txBody>
            <a:bodyPr lIns="56476" tIns="56476" rIns="56476" bIns="56476" rtlCol="0" anchor="ctr"/>
            <a:lstStyle/>
            <a:p>
              <a:pPr algn="ctr">
                <a:lnSpc>
                  <a:spcPts val="3360"/>
                </a:lnSpc>
              </a:pPr>
              <a:endParaRPr/>
            </a:p>
          </p:txBody>
        </p:sp>
      </p:grpSp>
      <p:grpSp>
        <p:nvGrpSpPr>
          <p:cNvPr id="161" name="Group 22">
            <a:extLst>
              <a:ext uri="{FF2B5EF4-FFF2-40B4-BE49-F238E27FC236}">
                <a16:creationId xmlns:a16="http://schemas.microsoft.com/office/drawing/2014/main" id="{58EFE85F-DCDC-1741-A695-FB6984321EF8}"/>
              </a:ext>
            </a:extLst>
          </p:cNvPr>
          <p:cNvGrpSpPr/>
          <p:nvPr/>
        </p:nvGrpSpPr>
        <p:grpSpPr>
          <a:xfrm>
            <a:off x="-6694681" y="4856106"/>
            <a:ext cx="5076935" cy="5068055"/>
            <a:chOff x="0" y="0"/>
            <a:chExt cx="1026927" cy="1025130"/>
          </a:xfrm>
        </p:grpSpPr>
        <p:sp>
          <p:nvSpPr>
            <p:cNvPr id="162" name="Freeform 23">
              <a:extLst>
                <a:ext uri="{FF2B5EF4-FFF2-40B4-BE49-F238E27FC236}">
                  <a16:creationId xmlns:a16="http://schemas.microsoft.com/office/drawing/2014/main" id="{BDDDE042-FF39-8F69-851F-EA8291DE6ED7}"/>
                </a:ext>
              </a:extLst>
            </p:cNvPr>
            <p:cNvSpPr/>
            <p:nvPr/>
          </p:nvSpPr>
          <p:spPr>
            <a:xfrm>
              <a:off x="0" y="0"/>
              <a:ext cx="1026927" cy="1025130"/>
            </a:xfrm>
            <a:custGeom>
              <a:avLst/>
              <a:gdLst/>
              <a:ahLst/>
              <a:cxnLst/>
              <a:rect l="l" t="t" r="r" b="b"/>
              <a:pathLst>
                <a:path w="1026927" h="1025130">
                  <a:moveTo>
                    <a:pt x="29784" y="0"/>
                  </a:moveTo>
                  <a:lnTo>
                    <a:pt x="997143" y="0"/>
                  </a:lnTo>
                  <a:cubicBezTo>
                    <a:pt x="1013592" y="0"/>
                    <a:pt x="1026927" y="13335"/>
                    <a:pt x="1026927" y="29784"/>
                  </a:cubicBezTo>
                  <a:lnTo>
                    <a:pt x="1026927" y="995347"/>
                  </a:lnTo>
                  <a:cubicBezTo>
                    <a:pt x="1026927" y="1003246"/>
                    <a:pt x="1023789" y="1010821"/>
                    <a:pt x="1018203" y="1016407"/>
                  </a:cubicBezTo>
                  <a:cubicBezTo>
                    <a:pt x="1012618" y="1021992"/>
                    <a:pt x="1005042" y="1025130"/>
                    <a:pt x="997143" y="1025130"/>
                  </a:cubicBezTo>
                  <a:lnTo>
                    <a:pt x="29784" y="1025130"/>
                  </a:lnTo>
                  <a:cubicBezTo>
                    <a:pt x="13335" y="1025130"/>
                    <a:pt x="0" y="1011796"/>
                    <a:pt x="0" y="995347"/>
                  </a:cubicBezTo>
                  <a:lnTo>
                    <a:pt x="0" y="29784"/>
                  </a:lnTo>
                  <a:cubicBezTo>
                    <a:pt x="0" y="21884"/>
                    <a:pt x="3138" y="14309"/>
                    <a:pt x="8723" y="8723"/>
                  </a:cubicBezTo>
                  <a:cubicBezTo>
                    <a:pt x="14309" y="3138"/>
                    <a:pt x="21884" y="0"/>
                    <a:pt x="29784" y="0"/>
                  </a:cubicBezTo>
                  <a:close/>
                </a:path>
              </a:pathLst>
            </a:custGeom>
            <a:solidFill>
              <a:srgbClr val="8BB94F"/>
            </a:solidFill>
          </p:spPr>
        </p:sp>
        <p:sp>
          <p:nvSpPr>
            <p:cNvPr id="163" name="TextBox 24">
              <a:extLst>
                <a:ext uri="{FF2B5EF4-FFF2-40B4-BE49-F238E27FC236}">
                  <a16:creationId xmlns:a16="http://schemas.microsoft.com/office/drawing/2014/main" id="{55EFF5C4-0CC4-CD37-3949-DDF2817D7255}"/>
                </a:ext>
              </a:extLst>
            </p:cNvPr>
            <p:cNvSpPr txBox="1"/>
            <p:nvPr/>
          </p:nvSpPr>
          <p:spPr>
            <a:xfrm>
              <a:off x="0" y="-38100"/>
              <a:ext cx="1026927" cy="1063230"/>
            </a:xfrm>
            <a:prstGeom prst="rect">
              <a:avLst/>
            </a:prstGeom>
          </p:spPr>
          <p:txBody>
            <a:bodyPr lIns="56476" tIns="56476" rIns="56476" bIns="56476" rtlCol="0" anchor="ctr"/>
            <a:lstStyle/>
            <a:p>
              <a:pPr algn="ctr">
                <a:lnSpc>
                  <a:spcPts val="3360"/>
                </a:lnSpc>
              </a:pPr>
              <a:endParaRPr/>
            </a:p>
          </p:txBody>
        </p:sp>
      </p:grpSp>
      <p:grpSp>
        <p:nvGrpSpPr>
          <p:cNvPr id="164" name="Group 25">
            <a:extLst>
              <a:ext uri="{FF2B5EF4-FFF2-40B4-BE49-F238E27FC236}">
                <a16:creationId xmlns:a16="http://schemas.microsoft.com/office/drawing/2014/main" id="{2746422B-E36E-E305-6980-3116934F05BA}"/>
              </a:ext>
            </a:extLst>
          </p:cNvPr>
          <p:cNvGrpSpPr/>
          <p:nvPr/>
        </p:nvGrpSpPr>
        <p:grpSpPr>
          <a:xfrm>
            <a:off x="-6620835" y="4811454"/>
            <a:ext cx="4963820" cy="5068055"/>
            <a:chOff x="0" y="0"/>
            <a:chExt cx="1004046" cy="1025130"/>
          </a:xfrm>
        </p:grpSpPr>
        <p:sp>
          <p:nvSpPr>
            <p:cNvPr id="165" name="Freeform 26">
              <a:extLst>
                <a:ext uri="{FF2B5EF4-FFF2-40B4-BE49-F238E27FC236}">
                  <a16:creationId xmlns:a16="http://schemas.microsoft.com/office/drawing/2014/main" id="{00373302-9D41-0BD1-00D0-8C32CDB893F1}"/>
                </a:ext>
              </a:extLst>
            </p:cNvPr>
            <p:cNvSpPr/>
            <p:nvPr/>
          </p:nvSpPr>
          <p:spPr>
            <a:xfrm>
              <a:off x="0" y="0"/>
              <a:ext cx="1004046" cy="1025130"/>
            </a:xfrm>
            <a:custGeom>
              <a:avLst/>
              <a:gdLst/>
              <a:ahLst/>
              <a:cxnLst/>
              <a:rect l="l" t="t" r="r" b="b"/>
              <a:pathLst>
                <a:path w="1004046" h="1025130">
                  <a:moveTo>
                    <a:pt x="30462" y="0"/>
                  </a:moveTo>
                  <a:lnTo>
                    <a:pt x="973584" y="0"/>
                  </a:lnTo>
                  <a:cubicBezTo>
                    <a:pt x="981663" y="0"/>
                    <a:pt x="989411" y="3209"/>
                    <a:pt x="995124" y="8922"/>
                  </a:cubicBezTo>
                  <a:cubicBezTo>
                    <a:pt x="1000837" y="14635"/>
                    <a:pt x="1004046" y="22383"/>
                    <a:pt x="1004046" y="30462"/>
                  </a:cubicBezTo>
                  <a:lnTo>
                    <a:pt x="1004046" y="994668"/>
                  </a:lnTo>
                  <a:cubicBezTo>
                    <a:pt x="1004046" y="1002747"/>
                    <a:pt x="1000837" y="1010495"/>
                    <a:pt x="995124" y="1016208"/>
                  </a:cubicBezTo>
                  <a:cubicBezTo>
                    <a:pt x="989411" y="1021921"/>
                    <a:pt x="981663" y="1025130"/>
                    <a:pt x="973584" y="1025130"/>
                  </a:cubicBezTo>
                  <a:lnTo>
                    <a:pt x="30462" y="1025130"/>
                  </a:lnTo>
                  <a:cubicBezTo>
                    <a:pt x="22383" y="1025130"/>
                    <a:pt x="14635" y="1021921"/>
                    <a:pt x="8922" y="1016208"/>
                  </a:cubicBezTo>
                  <a:cubicBezTo>
                    <a:pt x="3209" y="1010495"/>
                    <a:pt x="0" y="1002747"/>
                    <a:pt x="0" y="994668"/>
                  </a:cubicBezTo>
                  <a:lnTo>
                    <a:pt x="0" y="30462"/>
                  </a:lnTo>
                  <a:cubicBezTo>
                    <a:pt x="0" y="22383"/>
                    <a:pt x="3209" y="14635"/>
                    <a:pt x="8922" y="8922"/>
                  </a:cubicBezTo>
                  <a:cubicBezTo>
                    <a:pt x="14635" y="3209"/>
                    <a:pt x="22383" y="0"/>
                    <a:pt x="30462" y="0"/>
                  </a:cubicBezTo>
                  <a:close/>
                </a:path>
              </a:pathLst>
            </a:custGeom>
            <a:solidFill>
              <a:srgbClr val="8BB94F"/>
            </a:solidFill>
          </p:spPr>
        </p:sp>
        <p:sp>
          <p:nvSpPr>
            <p:cNvPr id="166" name="TextBox 27">
              <a:extLst>
                <a:ext uri="{FF2B5EF4-FFF2-40B4-BE49-F238E27FC236}">
                  <a16:creationId xmlns:a16="http://schemas.microsoft.com/office/drawing/2014/main" id="{0DD81F45-2832-ACFC-F26E-EA0963B7A288}"/>
                </a:ext>
              </a:extLst>
            </p:cNvPr>
            <p:cNvSpPr txBox="1"/>
            <p:nvPr/>
          </p:nvSpPr>
          <p:spPr>
            <a:xfrm>
              <a:off x="0" y="-38100"/>
              <a:ext cx="1004046" cy="1063230"/>
            </a:xfrm>
            <a:prstGeom prst="rect">
              <a:avLst/>
            </a:prstGeom>
          </p:spPr>
          <p:txBody>
            <a:bodyPr lIns="56476" tIns="56476" rIns="56476" bIns="56476" rtlCol="0" anchor="ctr"/>
            <a:lstStyle/>
            <a:p>
              <a:pPr algn="ctr">
                <a:lnSpc>
                  <a:spcPts val="3360"/>
                </a:lnSpc>
              </a:pPr>
              <a:endParaRPr/>
            </a:p>
          </p:txBody>
        </p:sp>
      </p:grpSp>
      <p:sp>
        <p:nvSpPr>
          <p:cNvPr id="167" name="TextBox 28">
            <a:extLst>
              <a:ext uri="{FF2B5EF4-FFF2-40B4-BE49-F238E27FC236}">
                <a16:creationId xmlns:a16="http://schemas.microsoft.com/office/drawing/2014/main" id="{451FDE2D-389B-E8C8-9D5D-9E72B7FEF7C1}"/>
              </a:ext>
            </a:extLst>
          </p:cNvPr>
          <p:cNvSpPr txBox="1"/>
          <p:nvPr/>
        </p:nvSpPr>
        <p:spPr>
          <a:xfrm>
            <a:off x="-11074441" y="2638375"/>
            <a:ext cx="8552177" cy="1652642"/>
          </a:xfrm>
          <a:prstGeom prst="rect">
            <a:avLst/>
          </a:prstGeom>
        </p:spPr>
        <p:txBody>
          <a:bodyPr wrap="square" lIns="0" tIns="0" rIns="0" bIns="0" rtlCol="0" anchor="t">
            <a:spAutoFit/>
          </a:bodyPr>
          <a:lstStyle/>
          <a:p>
            <a:pPr algn="ctr">
              <a:lnSpc>
                <a:spcPts val="4445"/>
              </a:lnSpc>
              <a:spcBef>
                <a:spcPct val="0"/>
              </a:spcBef>
            </a:pPr>
            <a:r>
              <a:rPr lang="en-US" sz="3175" b="1">
                <a:solidFill>
                  <a:srgbClr val="FFFFFF"/>
                </a:solidFill>
                <a:latin typeface="Mali Bold"/>
                <a:ea typeface="Mali Bold"/>
                <a:cs typeface="Mali Bold"/>
                <a:sym typeface="Mali Bold"/>
              </a:rPr>
              <a:t>Tích hợp lưu trữ (BESS): </a:t>
            </a:r>
            <a:r>
              <a:rPr lang="en-US" sz="3175" b="1">
                <a:solidFill>
                  <a:srgbClr val="FFFFFF"/>
                </a:solidFill>
                <a:latin typeface="Mali Medium"/>
                <a:ea typeface="Mali Medium"/>
                <a:cs typeface="Mali Medium"/>
                <a:sym typeface="Mali Medium"/>
              </a:rPr>
              <a:t>Kết hợp điện mặt trời/gió với hệ thống pin lưu trữ để ổn định nguồn cấp.</a:t>
            </a:r>
          </a:p>
        </p:txBody>
      </p:sp>
      <p:sp>
        <p:nvSpPr>
          <p:cNvPr id="168" name="TextBox 29">
            <a:extLst>
              <a:ext uri="{FF2B5EF4-FFF2-40B4-BE49-F238E27FC236}">
                <a16:creationId xmlns:a16="http://schemas.microsoft.com/office/drawing/2014/main" id="{20D86755-598D-5041-CA76-02B1AABBF7CB}"/>
              </a:ext>
            </a:extLst>
          </p:cNvPr>
          <p:cNvSpPr txBox="1"/>
          <p:nvPr/>
        </p:nvSpPr>
        <p:spPr>
          <a:xfrm>
            <a:off x="-11530045" y="5984025"/>
            <a:ext cx="4337166" cy="2835263"/>
          </a:xfrm>
          <a:prstGeom prst="rect">
            <a:avLst/>
          </a:prstGeom>
        </p:spPr>
        <p:txBody>
          <a:bodyPr wrap="square"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Công nghệ thông minh: </a:t>
            </a:r>
            <a:r>
              <a:rPr lang="en-US" sz="3179" b="1">
                <a:solidFill>
                  <a:srgbClr val="FFFFFF"/>
                </a:solidFill>
                <a:latin typeface="Mali Medium"/>
                <a:ea typeface="Mali Medium"/>
                <a:cs typeface="Mali Medium"/>
                <a:sym typeface="Mali Medium"/>
              </a:rPr>
              <a:t>Ứng dụng công nghệ hiện đại trong điều hành và tối ưu hiệu suất.</a:t>
            </a:r>
          </a:p>
        </p:txBody>
      </p:sp>
      <p:sp>
        <p:nvSpPr>
          <p:cNvPr id="169" name="TextBox 30">
            <a:extLst>
              <a:ext uri="{FF2B5EF4-FFF2-40B4-BE49-F238E27FC236}">
                <a16:creationId xmlns:a16="http://schemas.microsoft.com/office/drawing/2014/main" id="{89BBEEDB-8866-4347-371F-C518AC28D51F}"/>
              </a:ext>
            </a:extLst>
          </p:cNvPr>
          <p:cNvSpPr txBox="1"/>
          <p:nvPr/>
        </p:nvSpPr>
        <p:spPr>
          <a:xfrm>
            <a:off x="-6222671" y="5703037"/>
            <a:ext cx="4167493" cy="3412344"/>
          </a:xfrm>
          <a:prstGeom prst="rect">
            <a:avLst/>
          </a:prstGeom>
        </p:spPr>
        <p:txBody>
          <a:bodyPr wrap="square"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Tăng trưởng xanh: </a:t>
            </a:r>
            <a:r>
              <a:rPr lang="en-US" sz="3179" b="1">
                <a:solidFill>
                  <a:srgbClr val="FFFFFF"/>
                </a:solidFill>
                <a:latin typeface="Mali Medium"/>
                <a:ea typeface="Mali Medium"/>
                <a:cs typeface="Mali Medium"/>
                <a:sym typeface="Mali Medium"/>
              </a:rPr>
              <a:t>Tận dụng tối đa phụ phẩm nông nghiệp, sử dụng đất hợp lý và bảo vệ môi trường.</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6">
            <a:extLst>
              <a:ext uri="{FF2B5EF4-FFF2-40B4-BE49-F238E27FC236}">
                <a16:creationId xmlns:a16="http://schemas.microsoft.com/office/drawing/2014/main" id="{2D77297B-ED02-9950-0B8F-15264691D07E}"/>
              </a:ext>
            </a:extLst>
          </p:cNvPr>
          <p:cNvGrpSpPr/>
          <p:nvPr/>
        </p:nvGrpSpPr>
        <p:grpSpPr>
          <a:xfrm>
            <a:off x="6432009" y="-9302271"/>
            <a:ext cx="11468964" cy="9102125"/>
            <a:chOff x="0" y="0"/>
            <a:chExt cx="801609" cy="636181"/>
          </a:xfrm>
        </p:grpSpPr>
        <p:sp>
          <p:nvSpPr>
            <p:cNvPr id="32" name="Freeform 7">
              <a:extLst>
                <a:ext uri="{FF2B5EF4-FFF2-40B4-BE49-F238E27FC236}">
                  <a16:creationId xmlns:a16="http://schemas.microsoft.com/office/drawing/2014/main" id="{BFCE6903-CC59-9851-7D6A-268687640BD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33" name="TextBox 8">
              <a:extLst>
                <a:ext uri="{FF2B5EF4-FFF2-40B4-BE49-F238E27FC236}">
                  <a16:creationId xmlns:a16="http://schemas.microsoft.com/office/drawing/2014/main" id="{5308511B-15AE-8FB2-50A2-6D575DC91AB1}"/>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34" name="Group 9">
            <a:extLst>
              <a:ext uri="{FF2B5EF4-FFF2-40B4-BE49-F238E27FC236}">
                <a16:creationId xmlns:a16="http://schemas.microsoft.com/office/drawing/2014/main" id="{03C7D995-6E56-53FC-B95C-9949B3C2B641}"/>
              </a:ext>
            </a:extLst>
          </p:cNvPr>
          <p:cNvGrpSpPr/>
          <p:nvPr/>
        </p:nvGrpSpPr>
        <p:grpSpPr>
          <a:xfrm>
            <a:off x="6505343" y="-7071944"/>
            <a:ext cx="5240412" cy="6197473"/>
            <a:chOff x="0" y="0"/>
            <a:chExt cx="1059993" cy="1253581"/>
          </a:xfrm>
        </p:grpSpPr>
        <p:sp>
          <p:nvSpPr>
            <p:cNvPr id="35" name="Freeform 10">
              <a:extLst>
                <a:ext uri="{FF2B5EF4-FFF2-40B4-BE49-F238E27FC236}">
                  <a16:creationId xmlns:a16="http://schemas.microsoft.com/office/drawing/2014/main" id="{3A99551E-BF86-E253-99A3-DE1A53A3ABD7}"/>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36" name="TextBox 11">
              <a:extLst>
                <a:ext uri="{FF2B5EF4-FFF2-40B4-BE49-F238E27FC236}">
                  <a16:creationId xmlns:a16="http://schemas.microsoft.com/office/drawing/2014/main" id="{39CA8A4B-B53A-231C-A473-34F5C6CADF7A}"/>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37" name="Group 12">
            <a:extLst>
              <a:ext uri="{FF2B5EF4-FFF2-40B4-BE49-F238E27FC236}">
                <a16:creationId xmlns:a16="http://schemas.microsoft.com/office/drawing/2014/main" id="{7CC29118-B142-FAEA-8155-067BB3A8D56C}"/>
              </a:ext>
            </a:extLst>
          </p:cNvPr>
          <p:cNvGrpSpPr/>
          <p:nvPr/>
        </p:nvGrpSpPr>
        <p:grpSpPr>
          <a:xfrm>
            <a:off x="12148147" y="-7071944"/>
            <a:ext cx="5081685" cy="6197473"/>
            <a:chOff x="0" y="0"/>
            <a:chExt cx="1027887" cy="1253581"/>
          </a:xfrm>
        </p:grpSpPr>
        <p:sp>
          <p:nvSpPr>
            <p:cNvPr id="38" name="Freeform 13">
              <a:extLst>
                <a:ext uri="{FF2B5EF4-FFF2-40B4-BE49-F238E27FC236}">
                  <a16:creationId xmlns:a16="http://schemas.microsoft.com/office/drawing/2014/main" id="{6806F911-713C-7BCA-7118-F6FFC4023D1F}"/>
                </a:ext>
              </a:extLst>
            </p:cNvPr>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39" name="TextBox 14">
              <a:extLst>
                <a:ext uri="{FF2B5EF4-FFF2-40B4-BE49-F238E27FC236}">
                  <a16:creationId xmlns:a16="http://schemas.microsoft.com/office/drawing/2014/main" id="{775A979F-FF84-896C-7340-4FAEB8F80488}"/>
                </a:ext>
              </a:extLst>
            </p:cNvPr>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40" name="Group 15">
            <a:extLst>
              <a:ext uri="{FF2B5EF4-FFF2-40B4-BE49-F238E27FC236}">
                <a16:creationId xmlns:a16="http://schemas.microsoft.com/office/drawing/2014/main" id="{E2AB12BF-FFFE-E93A-1079-6A9F288A6A4C}"/>
              </a:ext>
            </a:extLst>
          </p:cNvPr>
          <p:cNvGrpSpPr/>
          <p:nvPr/>
        </p:nvGrpSpPr>
        <p:grpSpPr>
          <a:xfrm rot="-10800000">
            <a:off x="6348481" y="-2393142"/>
            <a:ext cx="10724489" cy="1957584"/>
            <a:chOff x="0" y="0"/>
            <a:chExt cx="1363463" cy="248878"/>
          </a:xfrm>
        </p:grpSpPr>
        <p:sp>
          <p:nvSpPr>
            <p:cNvPr id="41" name="Freeform 16">
              <a:extLst>
                <a:ext uri="{FF2B5EF4-FFF2-40B4-BE49-F238E27FC236}">
                  <a16:creationId xmlns:a16="http://schemas.microsoft.com/office/drawing/2014/main" id="{A5884C00-B7C1-1E22-DC70-BB591D9B84EF}"/>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2" name="TextBox 17">
              <a:extLst>
                <a:ext uri="{FF2B5EF4-FFF2-40B4-BE49-F238E27FC236}">
                  <a16:creationId xmlns:a16="http://schemas.microsoft.com/office/drawing/2014/main" id="{67BAB1B9-1AE7-0D00-6C7A-C2B04ABF2487}"/>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4" name="TextBox 27">
            <a:extLst>
              <a:ext uri="{FF2B5EF4-FFF2-40B4-BE49-F238E27FC236}">
                <a16:creationId xmlns:a16="http://schemas.microsoft.com/office/drawing/2014/main" id="{2ABCF306-2BBA-A17D-48E5-2C1182666518}"/>
              </a:ext>
            </a:extLst>
          </p:cNvPr>
          <p:cNvSpPr txBox="1"/>
          <p:nvPr/>
        </p:nvSpPr>
        <p:spPr>
          <a:xfrm>
            <a:off x="7110350" y="-7184999"/>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45" name="AutoShape 28">
            <a:extLst>
              <a:ext uri="{FF2B5EF4-FFF2-40B4-BE49-F238E27FC236}">
                <a16:creationId xmlns:a16="http://schemas.microsoft.com/office/drawing/2014/main" id="{EFAF8C5E-0422-07B8-ED3B-A3FDB754EA10}"/>
              </a:ext>
            </a:extLst>
          </p:cNvPr>
          <p:cNvSpPr/>
          <p:nvPr/>
        </p:nvSpPr>
        <p:spPr>
          <a:xfrm flipV="1">
            <a:off x="7110350" y="-5994388"/>
            <a:ext cx="4030397" cy="0"/>
          </a:xfrm>
          <a:prstGeom prst="line">
            <a:avLst/>
          </a:prstGeom>
          <a:ln w="38100" cap="flat">
            <a:solidFill>
              <a:srgbClr val="FFFFFF"/>
            </a:solidFill>
            <a:prstDash val="solid"/>
            <a:headEnd type="none" w="sm" len="sm"/>
            <a:tailEnd type="none" w="sm" len="sm"/>
          </a:ln>
        </p:spPr>
      </p:sp>
      <p:sp>
        <p:nvSpPr>
          <p:cNvPr id="46" name="TextBox 29">
            <a:extLst>
              <a:ext uri="{FF2B5EF4-FFF2-40B4-BE49-F238E27FC236}">
                <a16:creationId xmlns:a16="http://schemas.microsoft.com/office/drawing/2014/main" id="{B4856CF4-0EDD-1AE2-DFD0-8394DB2E4F75}"/>
              </a:ext>
            </a:extLst>
          </p:cNvPr>
          <p:cNvSpPr txBox="1"/>
          <p:nvPr/>
        </p:nvSpPr>
        <p:spPr>
          <a:xfrm>
            <a:off x="6867293" y="-5632438"/>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47" name="TextBox 30">
            <a:extLst>
              <a:ext uri="{FF2B5EF4-FFF2-40B4-BE49-F238E27FC236}">
                <a16:creationId xmlns:a16="http://schemas.microsoft.com/office/drawing/2014/main" id="{1C3CD79F-7CDE-DCD4-DEEE-B3FF6456E3E8}"/>
              </a:ext>
            </a:extLst>
          </p:cNvPr>
          <p:cNvSpPr txBox="1"/>
          <p:nvPr/>
        </p:nvSpPr>
        <p:spPr>
          <a:xfrm>
            <a:off x="12673790" y="-7108272"/>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48" name="AutoShape 31">
            <a:extLst>
              <a:ext uri="{FF2B5EF4-FFF2-40B4-BE49-F238E27FC236}">
                <a16:creationId xmlns:a16="http://schemas.microsoft.com/office/drawing/2014/main" id="{5C46ABE3-D41F-EB12-851E-95958F9F4D00}"/>
              </a:ext>
            </a:extLst>
          </p:cNvPr>
          <p:cNvSpPr/>
          <p:nvPr/>
        </p:nvSpPr>
        <p:spPr>
          <a:xfrm flipV="1">
            <a:off x="12673790" y="-5927187"/>
            <a:ext cx="4030397" cy="0"/>
          </a:xfrm>
          <a:prstGeom prst="line">
            <a:avLst/>
          </a:prstGeom>
          <a:ln w="38100" cap="flat">
            <a:solidFill>
              <a:srgbClr val="FFFFFF"/>
            </a:solidFill>
            <a:prstDash val="solid"/>
            <a:headEnd type="none" w="sm" len="sm"/>
            <a:tailEnd type="none" w="sm" len="sm"/>
          </a:ln>
        </p:spPr>
      </p:sp>
      <p:sp>
        <p:nvSpPr>
          <p:cNvPr id="49" name="TextBox 32">
            <a:extLst>
              <a:ext uri="{FF2B5EF4-FFF2-40B4-BE49-F238E27FC236}">
                <a16:creationId xmlns:a16="http://schemas.microsoft.com/office/drawing/2014/main" id="{806C5E9E-CF5A-D22A-92DD-85945AA79BC8}"/>
              </a:ext>
            </a:extLst>
          </p:cNvPr>
          <p:cNvSpPr txBox="1"/>
          <p:nvPr/>
        </p:nvSpPr>
        <p:spPr>
          <a:xfrm>
            <a:off x="12397254" y="-5602969"/>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4206400" y="108690"/>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4"/>
            <a:stretch>
              <a:fillRect/>
            </a:stretch>
          </a:blipFill>
        </p:spPr>
      </p:sp>
      <p:sp>
        <p:nvSpPr>
          <p:cNvPr id="5" name="Freeform 5"/>
          <p:cNvSpPr/>
          <p:nvPr/>
        </p:nvSpPr>
        <p:spPr>
          <a:xfrm>
            <a:off x="13982787" y="-1219382"/>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4"/>
            <a:stretch>
              <a:fillRect/>
            </a:stretch>
          </a:blipFill>
        </p:spPr>
      </p:sp>
      <p:sp>
        <p:nvSpPr>
          <p:cNvPr id="6" name="Freeform 6"/>
          <p:cNvSpPr/>
          <p:nvPr/>
        </p:nvSpPr>
        <p:spPr>
          <a:xfrm rot="1081101" flipH="1">
            <a:off x="11900818" y="1611177"/>
            <a:ext cx="10716964" cy="1888865"/>
          </a:xfrm>
          <a:custGeom>
            <a:avLst/>
            <a:gdLst/>
            <a:ahLst/>
            <a:cxnLst/>
            <a:rect l="l" t="t" r="r" b="b"/>
            <a:pathLst>
              <a:path w="10716964" h="1888865">
                <a:moveTo>
                  <a:pt x="10716964" y="0"/>
                </a:moveTo>
                <a:lnTo>
                  <a:pt x="0" y="0"/>
                </a:lnTo>
                <a:lnTo>
                  <a:pt x="0" y="1888865"/>
                </a:lnTo>
                <a:lnTo>
                  <a:pt x="10716964" y="1888865"/>
                </a:lnTo>
                <a:lnTo>
                  <a:pt x="10716964" y="0"/>
                </a:lnTo>
                <a:close/>
              </a:path>
            </a:pathLst>
          </a:custGeom>
          <a:blipFill>
            <a:blip r:embed="rId5"/>
            <a:stretch>
              <a:fillRect/>
            </a:stretch>
          </a:blipFill>
        </p:spPr>
      </p:sp>
      <p:sp>
        <p:nvSpPr>
          <p:cNvPr id="7" name="Freeform 7"/>
          <p:cNvSpPr/>
          <p:nvPr/>
        </p:nvSpPr>
        <p:spPr>
          <a:xfrm flipH="1">
            <a:off x="9105741"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6"/>
            <a:stretch>
              <a:fillRect/>
            </a:stretch>
          </a:blipFill>
        </p:spPr>
      </p:sp>
      <p:grpSp>
        <p:nvGrpSpPr>
          <p:cNvPr id="8" name="Group 8"/>
          <p:cNvGrpSpPr/>
          <p:nvPr/>
        </p:nvGrpSpPr>
        <p:grpSpPr>
          <a:xfrm>
            <a:off x="-935130" y="-306974"/>
            <a:ext cx="12806608" cy="10918374"/>
            <a:chOff x="0" y="0"/>
            <a:chExt cx="1145018" cy="976194"/>
          </a:xfrm>
        </p:grpSpPr>
        <p:sp>
          <p:nvSpPr>
            <p:cNvPr id="9" name="Freeform 9"/>
            <p:cNvSpPr/>
            <p:nvPr/>
          </p:nvSpPr>
          <p:spPr>
            <a:xfrm>
              <a:off x="0" y="0"/>
              <a:ext cx="1145018" cy="976194"/>
            </a:xfrm>
            <a:custGeom>
              <a:avLst/>
              <a:gdLst/>
              <a:ahLst/>
              <a:cxnLst/>
              <a:rect l="l" t="t" r="r" b="b"/>
              <a:pathLst>
                <a:path w="1145018" h="976194">
                  <a:moveTo>
                    <a:pt x="11807" y="0"/>
                  </a:moveTo>
                  <a:lnTo>
                    <a:pt x="1133211" y="0"/>
                  </a:lnTo>
                  <a:cubicBezTo>
                    <a:pt x="1136343" y="0"/>
                    <a:pt x="1139346" y="1244"/>
                    <a:pt x="1141560" y="3458"/>
                  </a:cubicBezTo>
                  <a:cubicBezTo>
                    <a:pt x="1143774" y="5672"/>
                    <a:pt x="1145018" y="8676"/>
                    <a:pt x="1145018" y="11807"/>
                  </a:cubicBezTo>
                  <a:lnTo>
                    <a:pt x="1145018" y="964387"/>
                  </a:lnTo>
                  <a:cubicBezTo>
                    <a:pt x="1145018" y="970908"/>
                    <a:pt x="1139732" y="976194"/>
                    <a:pt x="1133211" y="976194"/>
                  </a:cubicBezTo>
                  <a:lnTo>
                    <a:pt x="11807" y="976194"/>
                  </a:lnTo>
                  <a:cubicBezTo>
                    <a:pt x="5286" y="976194"/>
                    <a:pt x="0" y="970908"/>
                    <a:pt x="0" y="964387"/>
                  </a:cubicBezTo>
                  <a:lnTo>
                    <a:pt x="0" y="11807"/>
                  </a:lnTo>
                  <a:cubicBezTo>
                    <a:pt x="0" y="5286"/>
                    <a:pt x="5286" y="0"/>
                    <a:pt x="11807" y="0"/>
                  </a:cubicBezTo>
                  <a:close/>
                </a:path>
              </a:pathLst>
            </a:custGeom>
            <a:gradFill rotWithShape="1">
              <a:gsLst>
                <a:gs pos="0">
                  <a:srgbClr val="FFFCFC">
                    <a:alpha val="69000"/>
                  </a:srgbClr>
                </a:gs>
                <a:gs pos="100000">
                  <a:srgbClr val="FFFFFF">
                    <a:alpha val="40000"/>
                  </a:srgbClr>
                </a:gs>
              </a:gsLst>
              <a:lin ang="0"/>
            </a:gradFill>
          </p:spPr>
        </p:sp>
        <p:sp>
          <p:nvSpPr>
            <p:cNvPr id="10" name="TextBox 10"/>
            <p:cNvSpPr txBox="1"/>
            <p:nvPr/>
          </p:nvSpPr>
          <p:spPr>
            <a:xfrm>
              <a:off x="0" y="-38100"/>
              <a:ext cx="1145018" cy="1014294"/>
            </a:xfrm>
            <a:prstGeom prst="rect">
              <a:avLst/>
            </a:prstGeom>
          </p:spPr>
          <p:txBody>
            <a:bodyPr lIns="50800" tIns="50800" rIns="50800" bIns="50800" rtlCol="0" anchor="ctr"/>
            <a:lstStyle/>
            <a:p>
              <a:pPr algn="ctr">
                <a:lnSpc>
                  <a:spcPts val="3360"/>
                </a:lnSpc>
              </a:pPr>
              <a:endParaRPr/>
            </a:p>
          </p:txBody>
        </p:sp>
      </p:grpSp>
      <p:sp>
        <p:nvSpPr>
          <p:cNvPr id="11" name="Freeform 11"/>
          <p:cNvSpPr/>
          <p:nvPr/>
        </p:nvSpPr>
        <p:spPr>
          <a:xfrm>
            <a:off x="-5431787" y="6739879"/>
            <a:ext cx="9695070" cy="3871521"/>
          </a:xfrm>
          <a:custGeom>
            <a:avLst/>
            <a:gdLst/>
            <a:ahLst/>
            <a:cxnLst/>
            <a:rect l="l" t="t" r="r" b="b"/>
            <a:pathLst>
              <a:path w="9695070" h="3871521">
                <a:moveTo>
                  <a:pt x="0" y="0"/>
                </a:moveTo>
                <a:lnTo>
                  <a:pt x="9695070" y="0"/>
                </a:lnTo>
                <a:lnTo>
                  <a:pt x="9695070" y="3871521"/>
                </a:lnTo>
                <a:lnTo>
                  <a:pt x="0" y="3871521"/>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rot="-815736">
            <a:off x="813304" y="8084827"/>
            <a:ext cx="1529826" cy="2963343"/>
          </a:xfrm>
          <a:custGeom>
            <a:avLst/>
            <a:gdLst/>
            <a:ahLst/>
            <a:cxnLst/>
            <a:rect l="l" t="t" r="r" b="b"/>
            <a:pathLst>
              <a:path w="1529826" h="2963343">
                <a:moveTo>
                  <a:pt x="0" y="0"/>
                </a:moveTo>
                <a:lnTo>
                  <a:pt x="1529826" y="0"/>
                </a:lnTo>
                <a:lnTo>
                  <a:pt x="1529826" y="2963343"/>
                </a:lnTo>
                <a:lnTo>
                  <a:pt x="0" y="2963343"/>
                </a:lnTo>
                <a:lnTo>
                  <a:pt x="0" y="0"/>
                </a:lnTo>
                <a:close/>
              </a:path>
            </a:pathLst>
          </a:custGeom>
          <a:blipFill>
            <a:blip r:embed="rId8"/>
            <a:stretch>
              <a:fillRect/>
            </a:stretch>
          </a:blipFill>
        </p:spPr>
      </p:sp>
      <p:sp>
        <p:nvSpPr>
          <p:cNvPr id="13" name="Freeform 13"/>
          <p:cNvSpPr/>
          <p:nvPr/>
        </p:nvSpPr>
        <p:spPr>
          <a:xfrm rot="-5400000" flipV="1">
            <a:off x="-1191422" y="-362020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9"/>
            <a:stretch>
              <a:fillRect/>
            </a:stretch>
          </a:blipFill>
        </p:spPr>
      </p:sp>
      <p:grpSp>
        <p:nvGrpSpPr>
          <p:cNvPr id="14" name="Group 14"/>
          <p:cNvGrpSpPr/>
          <p:nvPr/>
        </p:nvGrpSpPr>
        <p:grpSpPr>
          <a:xfrm rot="-10800000">
            <a:off x="-584252" y="-306974"/>
            <a:ext cx="12048217" cy="10918374"/>
            <a:chOff x="0" y="0"/>
            <a:chExt cx="1702907" cy="1543214"/>
          </a:xfrm>
        </p:grpSpPr>
        <p:sp>
          <p:nvSpPr>
            <p:cNvPr id="15" name="Freeform 15"/>
            <p:cNvSpPr/>
            <p:nvPr/>
          </p:nvSpPr>
          <p:spPr>
            <a:xfrm>
              <a:off x="0" y="0"/>
              <a:ext cx="1702907" cy="1543214"/>
            </a:xfrm>
            <a:custGeom>
              <a:avLst/>
              <a:gdLst/>
              <a:ahLst/>
              <a:cxnLst/>
              <a:rect l="l" t="t" r="r" b="b"/>
              <a:pathLst>
                <a:path w="1702907" h="1543214">
                  <a:moveTo>
                    <a:pt x="12550" y="0"/>
                  </a:moveTo>
                  <a:lnTo>
                    <a:pt x="1690356" y="0"/>
                  </a:lnTo>
                  <a:cubicBezTo>
                    <a:pt x="1693685" y="0"/>
                    <a:pt x="1696877" y="1322"/>
                    <a:pt x="1699231" y="3676"/>
                  </a:cubicBezTo>
                  <a:cubicBezTo>
                    <a:pt x="1701584" y="6030"/>
                    <a:pt x="1702907" y="9222"/>
                    <a:pt x="1702907" y="12550"/>
                  </a:cubicBezTo>
                  <a:lnTo>
                    <a:pt x="1702907" y="1530663"/>
                  </a:lnTo>
                  <a:cubicBezTo>
                    <a:pt x="1702907" y="1537595"/>
                    <a:pt x="1697287" y="1543214"/>
                    <a:pt x="1690356" y="1543214"/>
                  </a:cubicBezTo>
                  <a:lnTo>
                    <a:pt x="12550" y="1543214"/>
                  </a:lnTo>
                  <a:cubicBezTo>
                    <a:pt x="5619" y="1543214"/>
                    <a:pt x="0" y="1537595"/>
                    <a:pt x="0" y="1530663"/>
                  </a:cubicBezTo>
                  <a:lnTo>
                    <a:pt x="0" y="12550"/>
                  </a:lnTo>
                  <a:cubicBezTo>
                    <a:pt x="0" y="5619"/>
                    <a:pt x="5619" y="0"/>
                    <a:pt x="12550" y="0"/>
                  </a:cubicBezTo>
                  <a:close/>
                </a:path>
              </a:pathLst>
            </a:custGeom>
            <a:gradFill rotWithShape="1">
              <a:gsLst>
                <a:gs pos="0">
                  <a:srgbClr val="FFFCFC">
                    <a:alpha val="69000"/>
                  </a:srgbClr>
                </a:gs>
                <a:gs pos="100000">
                  <a:srgbClr val="FFFFFF">
                    <a:alpha val="40000"/>
                  </a:srgbClr>
                </a:gs>
              </a:gsLst>
              <a:lin ang="0"/>
            </a:gradFill>
          </p:spPr>
        </p:sp>
        <p:sp>
          <p:nvSpPr>
            <p:cNvPr id="16" name="TextBox 16"/>
            <p:cNvSpPr txBox="1"/>
            <p:nvPr/>
          </p:nvSpPr>
          <p:spPr>
            <a:xfrm>
              <a:off x="0" y="-38100"/>
              <a:ext cx="1702907" cy="1581314"/>
            </a:xfrm>
            <a:prstGeom prst="rect">
              <a:avLst/>
            </a:prstGeom>
          </p:spPr>
          <p:txBody>
            <a:bodyPr lIns="50800" tIns="50800" rIns="50800" bIns="50800" rtlCol="0" anchor="ctr"/>
            <a:lstStyle/>
            <a:p>
              <a:pPr algn="ctr">
                <a:lnSpc>
                  <a:spcPts val="3360"/>
                </a:lnSpc>
              </a:pPr>
              <a:endParaRPr/>
            </a:p>
          </p:txBody>
        </p:sp>
      </p:grpSp>
      <p:sp>
        <p:nvSpPr>
          <p:cNvPr id="17" name="Freeform 17"/>
          <p:cNvSpPr/>
          <p:nvPr/>
        </p:nvSpPr>
        <p:spPr>
          <a:xfrm rot="-890463">
            <a:off x="11043348"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0"/>
            <a:stretch>
              <a:fillRect/>
            </a:stretch>
          </a:blipFill>
        </p:spPr>
      </p:sp>
      <p:sp>
        <p:nvSpPr>
          <p:cNvPr id="18" name="TextBox 18"/>
          <p:cNvSpPr txBox="1"/>
          <p:nvPr/>
        </p:nvSpPr>
        <p:spPr>
          <a:xfrm>
            <a:off x="1726392" y="-15135"/>
            <a:ext cx="7753498" cy="219974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Mô hình Nhà máy điện tương lai</a:t>
            </a:r>
          </a:p>
        </p:txBody>
      </p:sp>
      <p:grpSp>
        <p:nvGrpSpPr>
          <p:cNvPr id="19" name="Group 19"/>
          <p:cNvGrpSpPr/>
          <p:nvPr/>
        </p:nvGrpSpPr>
        <p:grpSpPr>
          <a:xfrm>
            <a:off x="486445" y="2364760"/>
            <a:ext cx="10282676" cy="2265719"/>
            <a:chOff x="0" y="0"/>
            <a:chExt cx="2079907" cy="458294"/>
          </a:xfrm>
        </p:grpSpPr>
        <p:sp>
          <p:nvSpPr>
            <p:cNvPr id="20" name="Freeform 20"/>
            <p:cNvSpPr/>
            <p:nvPr/>
          </p:nvSpPr>
          <p:spPr>
            <a:xfrm>
              <a:off x="0" y="0"/>
              <a:ext cx="2079907" cy="458294"/>
            </a:xfrm>
            <a:custGeom>
              <a:avLst/>
              <a:gdLst/>
              <a:ahLst/>
              <a:cxnLst/>
              <a:rect l="l" t="t" r="r" b="b"/>
              <a:pathLst>
                <a:path w="2079907" h="458294">
                  <a:moveTo>
                    <a:pt x="14705" y="0"/>
                  </a:moveTo>
                  <a:lnTo>
                    <a:pt x="2065202" y="0"/>
                  </a:lnTo>
                  <a:cubicBezTo>
                    <a:pt x="2069102" y="0"/>
                    <a:pt x="2072842" y="1549"/>
                    <a:pt x="2075600" y="4307"/>
                  </a:cubicBezTo>
                  <a:cubicBezTo>
                    <a:pt x="2078358" y="7065"/>
                    <a:pt x="2079907" y="10805"/>
                    <a:pt x="2079907" y="14705"/>
                  </a:cubicBezTo>
                  <a:lnTo>
                    <a:pt x="2079907" y="443588"/>
                  </a:lnTo>
                  <a:cubicBezTo>
                    <a:pt x="2079907" y="451710"/>
                    <a:pt x="2073323" y="458294"/>
                    <a:pt x="2065202" y="458294"/>
                  </a:cubicBezTo>
                  <a:lnTo>
                    <a:pt x="14705" y="458294"/>
                  </a:lnTo>
                  <a:cubicBezTo>
                    <a:pt x="10805" y="458294"/>
                    <a:pt x="7065" y="456744"/>
                    <a:pt x="4307" y="453987"/>
                  </a:cubicBezTo>
                  <a:cubicBezTo>
                    <a:pt x="1549" y="451229"/>
                    <a:pt x="0" y="447488"/>
                    <a:pt x="0" y="443588"/>
                  </a:cubicBezTo>
                  <a:lnTo>
                    <a:pt x="0" y="14705"/>
                  </a:lnTo>
                  <a:cubicBezTo>
                    <a:pt x="0" y="6584"/>
                    <a:pt x="6584" y="0"/>
                    <a:pt x="14705" y="0"/>
                  </a:cubicBezTo>
                  <a:close/>
                </a:path>
              </a:pathLst>
            </a:custGeom>
            <a:solidFill>
              <a:srgbClr val="8BB94F"/>
            </a:solidFill>
          </p:spPr>
        </p:sp>
        <p:sp>
          <p:nvSpPr>
            <p:cNvPr id="21" name="TextBox 21"/>
            <p:cNvSpPr txBox="1"/>
            <p:nvPr/>
          </p:nvSpPr>
          <p:spPr>
            <a:xfrm>
              <a:off x="0" y="-38100"/>
              <a:ext cx="2079907" cy="496394"/>
            </a:xfrm>
            <a:prstGeom prst="rect">
              <a:avLst/>
            </a:prstGeom>
          </p:spPr>
          <p:txBody>
            <a:bodyPr lIns="56476" tIns="56476" rIns="56476" bIns="56476" rtlCol="0" anchor="ctr"/>
            <a:lstStyle/>
            <a:p>
              <a:pPr algn="ctr">
                <a:lnSpc>
                  <a:spcPts val="3360"/>
                </a:lnSpc>
              </a:pPr>
              <a:endParaRPr/>
            </a:p>
          </p:txBody>
        </p:sp>
      </p:grpSp>
      <p:grpSp>
        <p:nvGrpSpPr>
          <p:cNvPr id="22" name="Group 22"/>
          <p:cNvGrpSpPr/>
          <p:nvPr/>
        </p:nvGrpSpPr>
        <p:grpSpPr>
          <a:xfrm>
            <a:off x="526206" y="4811454"/>
            <a:ext cx="5076935" cy="5068055"/>
            <a:chOff x="0" y="0"/>
            <a:chExt cx="1026927" cy="1025130"/>
          </a:xfrm>
        </p:grpSpPr>
        <p:sp>
          <p:nvSpPr>
            <p:cNvPr id="23" name="Freeform 23"/>
            <p:cNvSpPr/>
            <p:nvPr/>
          </p:nvSpPr>
          <p:spPr>
            <a:xfrm>
              <a:off x="0" y="0"/>
              <a:ext cx="1026927" cy="1025130"/>
            </a:xfrm>
            <a:custGeom>
              <a:avLst/>
              <a:gdLst/>
              <a:ahLst/>
              <a:cxnLst/>
              <a:rect l="l" t="t" r="r" b="b"/>
              <a:pathLst>
                <a:path w="1026927" h="1025130">
                  <a:moveTo>
                    <a:pt x="29784" y="0"/>
                  </a:moveTo>
                  <a:lnTo>
                    <a:pt x="997143" y="0"/>
                  </a:lnTo>
                  <a:cubicBezTo>
                    <a:pt x="1013592" y="0"/>
                    <a:pt x="1026927" y="13335"/>
                    <a:pt x="1026927" y="29784"/>
                  </a:cubicBezTo>
                  <a:lnTo>
                    <a:pt x="1026927" y="995347"/>
                  </a:lnTo>
                  <a:cubicBezTo>
                    <a:pt x="1026927" y="1003246"/>
                    <a:pt x="1023789" y="1010821"/>
                    <a:pt x="1018203" y="1016407"/>
                  </a:cubicBezTo>
                  <a:cubicBezTo>
                    <a:pt x="1012618" y="1021992"/>
                    <a:pt x="1005042" y="1025130"/>
                    <a:pt x="997143" y="1025130"/>
                  </a:cubicBezTo>
                  <a:lnTo>
                    <a:pt x="29784" y="1025130"/>
                  </a:lnTo>
                  <a:cubicBezTo>
                    <a:pt x="13335" y="1025130"/>
                    <a:pt x="0" y="1011796"/>
                    <a:pt x="0" y="995347"/>
                  </a:cubicBezTo>
                  <a:lnTo>
                    <a:pt x="0" y="29784"/>
                  </a:lnTo>
                  <a:cubicBezTo>
                    <a:pt x="0" y="21884"/>
                    <a:pt x="3138" y="14309"/>
                    <a:pt x="8723" y="8723"/>
                  </a:cubicBezTo>
                  <a:cubicBezTo>
                    <a:pt x="14309" y="3138"/>
                    <a:pt x="21884" y="0"/>
                    <a:pt x="29784" y="0"/>
                  </a:cubicBezTo>
                  <a:close/>
                </a:path>
              </a:pathLst>
            </a:custGeom>
            <a:solidFill>
              <a:srgbClr val="8BB94F"/>
            </a:solidFill>
          </p:spPr>
        </p:sp>
        <p:sp>
          <p:nvSpPr>
            <p:cNvPr id="24" name="TextBox 24"/>
            <p:cNvSpPr txBox="1"/>
            <p:nvPr/>
          </p:nvSpPr>
          <p:spPr>
            <a:xfrm>
              <a:off x="0" y="-38100"/>
              <a:ext cx="1026927" cy="1063230"/>
            </a:xfrm>
            <a:prstGeom prst="rect">
              <a:avLst/>
            </a:prstGeom>
          </p:spPr>
          <p:txBody>
            <a:bodyPr lIns="56476" tIns="56476" rIns="56476" bIns="56476" rtlCol="0" anchor="ctr"/>
            <a:lstStyle/>
            <a:p>
              <a:pPr algn="ctr">
                <a:lnSpc>
                  <a:spcPts val="3360"/>
                </a:lnSpc>
              </a:pPr>
              <a:endParaRPr/>
            </a:p>
          </p:txBody>
        </p:sp>
      </p:grpSp>
      <p:grpSp>
        <p:nvGrpSpPr>
          <p:cNvPr id="25" name="Group 25"/>
          <p:cNvGrpSpPr/>
          <p:nvPr/>
        </p:nvGrpSpPr>
        <p:grpSpPr>
          <a:xfrm>
            <a:off x="5805301" y="4811454"/>
            <a:ext cx="4963820" cy="5068055"/>
            <a:chOff x="0" y="0"/>
            <a:chExt cx="1004046" cy="1025130"/>
          </a:xfrm>
        </p:grpSpPr>
        <p:sp>
          <p:nvSpPr>
            <p:cNvPr id="26" name="Freeform 26"/>
            <p:cNvSpPr/>
            <p:nvPr/>
          </p:nvSpPr>
          <p:spPr>
            <a:xfrm>
              <a:off x="0" y="0"/>
              <a:ext cx="1004046" cy="1025130"/>
            </a:xfrm>
            <a:custGeom>
              <a:avLst/>
              <a:gdLst/>
              <a:ahLst/>
              <a:cxnLst/>
              <a:rect l="l" t="t" r="r" b="b"/>
              <a:pathLst>
                <a:path w="1004046" h="1025130">
                  <a:moveTo>
                    <a:pt x="30462" y="0"/>
                  </a:moveTo>
                  <a:lnTo>
                    <a:pt x="973584" y="0"/>
                  </a:lnTo>
                  <a:cubicBezTo>
                    <a:pt x="981663" y="0"/>
                    <a:pt x="989411" y="3209"/>
                    <a:pt x="995124" y="8922"/>
                  </a:cubicBezTo>
                  <a:cubicBezTo>
                    <a:pt x="1000837" y="14635"/>
                    <a:pt x="1004046" y="22383"/>
                    <a:pt x="1004046" y="30462"/>
                  </a:cubicBezTo>
                  <a:lnTo>
                    <a:pt x="1004046" y="994668"/>
                  </a:lnTo>
                  <a:cubicBezTo>
                    <a:pt x="1004046" y="1002747"/>
                    <a:pt x="1000837" y="1010495"/>
                    <a:pt x="995124" y="1016208"/>
                  </a:cubicBezTo>
                  <a:cubicBezTo>
                    <a:pt x="989411" y="1021921"/>
                    <a:pt x="981663" y="1025130"/>
                    <a:pt x="973584" y="1025130"/>
                  </a:cubicBezTo>
                  <a:lnTo>
                    <a:pt x="30462" y="1025130"/>
                  </a:lnTo>
                  <a:cubicBezTo>
                    <a:pt x="22383" y="1025130"/>
                    <a:pt x="14635" y="1021921"/>
                    <a:pt x="8922" y="1016208"/>
                  </a:cubicBezTo>
                  <a:cubicBezTo>
                    <a:pt x="3209" y="1010495"/>
                    <a:pt x="0" y="1002747"/>
                    <a:pt x="0" y="994668"/>
                  </a:cubicBezTo>
                  <a:lnTo>
                    <a:pt x="0" y="30462"/>
                  </a:lnTo>
                  <a:cubicBezTo>
                    <a:pt x="0" y="22383"/>
                    <a:pt x="3209" y="14635"/>
                    <a:pt x="8922" y="8922"/>
                  </a:cubicBezTo>
                  <a:cubicBezTo>
                    <a:pt x="14635" y="3209"/>
                    <a:pt x="22383" y="0"/>
                    <a:pt x="30462" y="0"/>
                  </a:cubicBezTo>
                  <a:close/>
                </a:path>
              </a:pathLst>
            </a:custGeom>
            <a:solidFill>
              <a:srgbClr val="8BB94F"/>
            </a:solidFill>
          </p:spPr>
        </p:sp>
        <p:sp>
          <p:nvSpPr>
            <p:cNvPr id="27" name="TextBox 27"/>
            <p:cNvSpPr txBox="1"/>
            <p:nvPr/>
          </p:nvSpPr>
          <p:spPr>
            <a:xfrm>
              <a:off x="0" y="-38100"/>
              <a:ext cx="1004046" cy="1063230"/>
            </a:xfrm>
            <a:prstGeom prst="rect">
              <a:avLst/>
            </a:prstGeom>
          </p:spPr>
          <p:txBody>
            <a:bodyPr lIns="56476" tIns="56476" rIns="56476" bIns="56476" rtlCol="0" anchor="ctr"/>
            <a:lstStyle/>
            <a:p>
              <a:pPr algn="ctr">
                <a:lnSpc>
                  <a:spcPts val="3360"/>
                </a:lnSpc>
              </a:pPr>
              <a:endParaRPr/>
            </a:p>
          </p:txBody>
        </p:sp>
      </p:grpSp>
      <p:sp>
        <p:nvSpPr>
          <p:cNvPr id="28" name="TextBox 28"/>
          <p:cNvSpPr txBox="1"/>
          <p:nvPr/>
        </p:nvSpPr>
        <p:spPr>
          <a:xfrm>
            <a:off x="1351695" y="2638375"/>
            <a:ext cx="8552177" cy="1652642"/>
          </a:xfrm>
          <a:prstGeom prst="rect">
            <a:avLst/>
          </a:prstGeom>
        </p:spPr>
        <p:txBody>
          <a:bodyPr lIns="0" tIns="0" rIns="0" bIns="0" rtlCol="0" anchor="t">
            <a:spAutoFit/>
          </a:bodyPr>
          <a:lstStyle/>
          <a:p>
            <a:pPr algn="ctr">
              <a:lnSpc>
                <a:spcPts val="4445"/>
              </a:lnSpc>
              <a:spcBef>
                <a:spcPct val="0"/>
              </a:spcBef>
            </a:pPr>
            <a:r>
              <a:rPr lang="en-US" sz="3175" b="1">
                <a:solidFill>
                  <a:srgbClr val="FFFFFF"/>
                </a:solidFill>
                <a:latin typeface="Mali Bold"/>
                <a:ea typeface="Mali Bold"/>
                <a:cs typeface="Mali Bold"/>
                <a:sym typeface="Mali Bold"/>
              </a:rPr>
              <a:t>Tích hợp lưu trữ (BESS): </a:t>
            </a:r>
            <a:r>
              <a:rPr lang="en-US" sz="3175" b="1">
                <a:solidFill>
                  <a:srgbClr val="FFFFFF"/>
                </a:solidFill>
                <a:latin typeface="Mali Medium"/>
                <a:ea typeface="Mali Medium"/>
                <a:cs typeface="Mali Medium"/>
                <a:sym typeface="Mali Medium"/>
              </a:rPr>
              <a:t>Kết hợp điện mặt trời/gió với hệ thống pin lưu trữ để ổn định nguồn cấp.</a:t>
            </a:r>
          </a:p>
        </p:txBody>
      </p:sp>
      <p:sp>
        <p:nvSpPr>
          <p:cNvPr id="29" name="TextBox 29"/>
          <p:cNvSpPr txBox="1"/>
          <p:nvPr/>
        </p:nvSpPr>
        <p:spPr>
          <a:xfrm>
            <a:off x="896091" y="5984025"/>
            <a:ext cx="4337166" cy="2795778"/>
          </a:xfrm>
          <a:prstGeom prst="rect">
            <a:avLst/>
          </a:prstGeom>
        </p:spPr>
        <p:txBody>
          <a:bodyPr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Công nghệ thông minh: </a:t>
            </a:r>
            <a:r>
              <a:rPr lang="en-US" sz="3179" b="1">
                <a:solidFill>
                  <a:srgbClr val="FFFFFF"/>
                </a:solidFill>
                <a:latin typeface="Mali Medium"/>
                <a:ea typeface="Mali Medium"/>
                <a:cs typeface="Mali Medium"/>
                <a:sym typeface="Mali Medium"/>
              </a:rPr>
              <a:t>Ứng dụng công nghệ hiện đại trong điều hành và tối ưu hiệu suất.</a:t>
            </a:r>
          </a:p>
        </p:txBody>
      </p:sp>
      <p:sp>
        <p:nvSpPr>
          <p:cNvPr id="30" name="TextBox 30"/>
          <p:cNvSpPr txBox="1"/>
          <p:nvPr/>
        </p:nvSpPr>
        <p:spPr>
          <a:xfrm>
            <a:off x="6203465" y="5703037"/>
            <a:ext cx="4167493" cy="3357753"/>
          </a:xfrm>
          <a:prstGeom prst="rect">
            <a:avLst/>
          </a:prstGeom>
        </p:spPr>
        <p:txBody>
          <a:bodyPr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Tăng trưởng xanh: </a:t>
            </a:r>
            <a:r>
              <a:rPr lang="en-US" sz="3179" b="1">
                <a:solidFill>
                  <a:srgbClr val="FFFFFF"/>
                </a:solidFill>
                <a:latin typeface="Mali Medium"/>
                <a:ea typeface="Mali Medium"/>
                <a:cs typeface="Mali Medium"/>
                <a:sym typeface="Mali Medium"/>
              </a:rPr>
              <a:t>Tận dụng tối đa phụ phẩm nông nghiệp, sử dụng đất hợp lý và bảo vệ môi trường.</a:t>
            </a:r>
          </a:p>
        </p:txBody>
      </p:sp>
      <p:sp>
        <p:nvSpPr>
          <p:cNvPr id="43" name="TextBox 26">
            <a:extLst>
              <a:ext uri="{FF2B5EF4-FFF2-40B4-BE49-F238E27FC236}">
                <a16:creationId xmlns:a16="http://schemas.microsoft.com/office/drawing/2014/main" id="{09F22873-C6AF-D53B-9035-C4808CB41F21}"/>
              </a:ext>
            </a:extLst>
          </p:cNvPr>
          <p:cNvSpPr txBox="1"/>
          <p:nvPr/>
        </p:nvSpPr>
        <p:spPr>
          <a:xfrm>
            <a:off x="7370398" y="-9001937"/>
            <a:ext cx="8994379" cy="108182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 Lợi ích &amp; Thách thức</a:t>
            </a:r>
          </a:p>
        </p:txBody>
      </p:sp>
      <p:sp>
        <p:nvSpPr>
          <p:cNvPr id="50" name="Freeform 22">
            <a:extLst>
              <a:ext uri="{FF2B5EF4-FFF2-40B4-BE49-F238E27FC236}">
                <a16:creationId xmlns:a16="http://schemas.microsoft.com/office/drawing/2014/main" id="{1A2FBD70-EF51-4927-60A4-3299998C7596}"/>
              </a:ext>
            </a:extLst>
          </p:cNvPr>
          <p:cNvSpPr/>
          <p:nvPr/>
        </p:nvSpPr>
        <p:spPr>
          <a:xfrm>
            <a:off x="19647493" y="7244510"/>
            <a:ext cx="1402854" cy="3753456"/>
          </a:xfrm>
          <a:custGeom>
            <a:avLst/>
            <a:gdLst/>
            <a:ahLst/>
            <a:cxnLst/>
            <a:rect l="l" t="t" r="r" b="b"/>
            <a:pathLst>
              <a:path w="1402854" h="3753456">
                <a:moveTo>
                  <a:pt x="0" y="0"/>
                </a:moveTo>
                <a:lnTo>
                  <a:pt x="1402854" y="0"/>
                </a:lnTo>
                <a:lnTo>
                  <a:pt x="1402854" y="3753456"/>
                </a:lnTo>
                <a:lnTo>
                  <a:pt x="0" y="3753456"/>
                </a:lnTo>
                <a:lnTo>
                  <a:pt x="0" y="0"/>
                </a:lnTo>
                <a:close/>
              </a:path>
            </a:pathLst>
          </a:custGeom>
          <a:blipFill>
            <a:blip r:embed="rId11"/>
            <a:stretch>
              <a:fillRect/>
            </a:stretch>
          </a:blipFill>
        </p:spPr>
      </p:sp>
      <p:sp>
        <p:nvSpPr>
          <p:cNvPr id="51" name="Freeform 5">
            <a:extLst>
              <a:ext uri="{FF2B5EF4-FFF2-40B4-BE49-F238E27FC236}">
                <a16:creationId xmlns:a16="http://schemas.microsoft.com/office/drawing/2014/main" id="{69239175-EFF2-8311-AFBB-792CB6FE3857}"/>
              </a:ext>
            </a:extLst>
          </p:cNvPr>
          <p:cNvSpPr/>
          <p:nvPr/>
        </p:nvSpPr>
        <p:spPr>
          <a:xfrm>
            <a:off x="-2869520"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12"/>
            <a:stretch>
              <a:fillRect/>
            </a:stretch>
          </a:blipFill>
        </p:spPr>
      </p:sp>
      <p:sp>
        <p:nvSpPr>
          <p:cNvPr id="52" name="Freeform 18">
            <a:extLst>
              <a:ext uri="{FF2B5EF4-FFF2-40B4-BE49-F238E27FC236}">
                <a16:creationId xmlns:a16="http://schemas.microsoft.com/office/drawing/2014/main" id="{1CA3604F-5F41-FF49-E050-9C44C8D345FD}"/>
              </a:ext>
            </a:extLst>
          </p:cNvPr>
          <p:cNvSpPr/>
          <p:nvPr/>
        </p:nvSpPr>
        <p:spPr>
          <a:xfrm>
            <a:off x="-6449244"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13"/>
            <a:stretch>
              <a:fillRect/>
            </a:stretch>
          </a:blipFill>
        </p:spPr>
      </p:sp>
      <p:sp>
        <p:nvSpPr>
          <p:cNvPr id="53" name="Freeform 19">
            <a:extLst>
              <a:ext uri="{FF2B5EF4-FFF2-40B4-BE49-F238E27FC236}">
                <a16:creationId xmlns:a16="http://schemas.microsoft.com/office/drawing/2014/main" id="{EC311DAE-D16F-A107-3C19-1DEC4DAF6B2D}"/>
              </a:ext>
            </a:extLst>
          </p:cNvPr>
          <p:cNvSpPr/>
          <p:nvPr/>
        </p:nvSpPr>
        <p:spPr>
          <a:xfrm>
            <a:off x="-3455326"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13"/>
            <a:stretch>
              <a:fillRect/>
            </a:stretch>
          </a:blipFill>
        </p:spPr>
      </p:sp>
      <p:sp>
        <p:nvSpPr>
          <p:cNvPr id="54" name="Freeform 20">
            <a:extLst>
              <a:ext uri="{FF2B5EF4-FFF2-40B4-BE49-F238E27FC236}">
                <a16:creationId xmlns:a16="http://schemas.microsoft.com/office/drawing/2014/main" id="{E9D62FE3-1030-23BD-224B-2B85FFBF7F1E}"/>
              </a:ext>
            </a:extLst>
          </p:cNvPr>
          <p:cNvSpPr/>
          <p:nvPr/>
        </p:nvSpPr>
        <p:spPr>
          <a:xfrm>
            <a:off x="-9557101"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14"/>
            <a:stretch>
              <a:fillRect/>
            </a:stretch>
          </a:blipFill>
        </p:spPr>
      </p:sp>
      <p:sp>
        <p:nvSpPr>
          <p:cNvPr id="55" name="Freeform 21">
            <a:extLst>
              <a:ext uri="{FF2B5EF4-FFF2-40B4-BE49-F238E27FC236}">
                <a16:creationId xmlns:a16="http://schemas.microsoft.com/office/drawing/2014/main" id="{E8C161D0-C73C-C790-5724-B834714C0627}"/>
              </a:ext>
            </a:extLst>
          </p:cNvPr>
          <p:cNvSpPr/>
          <p:nvPr/>
        </p:nvSpPr>
        <p:spPr>
          <a:xfrm>
            <a:off x="-5370260"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12"/>
            <a:stretch>
              <a:fillRect/>
            </a:stretch>
          </a:blipFill>
        </p:spPr>
      </p:sp>
      <p:sp>
        <p:nvSpPr>
          <p:cNvPr id="56" name="Freeform 23">
            <a:extLst>
              <a:ext uri="{FF2B5EF4-FFF2-40B4-BE49-F238E27FC236}">
                <a16:creationId xmlns:a16="http://schemas.microsoft.com/office/drawing/2014/main" id="{23597E91-29A8-5037-9CC5-E1E3DC9F7DE7}"/>
              </a:ext>
            </a:extLst>
          </p:cNvPr>
          <p:cNvSpPr/>
          <p:nvPr/>
        </p:nvSpPr>
        <p:spPr>
          <a:xfrm>
            <a:off x="-7984349"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15"/>
            <a:stretch>
              <a:fillRect/>
            </a:stretch>
          </a:blipFill>
        </p:spPr>
      </p:sp>
      <p:sp>
        <p:nvSpPr>
          <p:cNvPr id="57" name="Freeform 24">
            <a:extLst>
              <a:ext uri="{FF2B5EF4-FFF2-40B4-BE49-F238E27FC236}">
                <a16:creationId xmlns:a16="http://schemas.microsoft.com/office/drawing/2014/main" id="{ABF9F617-0152-8AA0-D790-A502EC24F6D1}"/>
              </a:ext>
            </a:extLst>
          </p:cNvPr>
          <p:cNvSpPr/>
          <p:nvPr/>
        </p:nvSpPr>
        <p:spPr>
          <a:xfrm rot="16200000">
            <a:off x="19585117"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9"/>
            <a:stretch>
              <a:fillRect/>
            </a:stretch>
          </a:blipFill>
        </p:spPr>
      </p:sp>
      <p:grpSp>
        <p:nvGrpSpPr>
          <p:cNvPr id="67" name="Group 9">
            <a:extLst>
              <a:ext uri="{FF2B5EF4-FFF2-40B4-BE49-F238E27FC236}">
                <a16:creationId xmlns:a16="http://schemas.microsoft.com/office/drawing/2014/main" id="{E7E22DAA-28FF-9BFE-4306-F4802890D828}"/>
              </a:ext>
            </a:extLst>
          </p:cNvPr>
          <p:cNvGrpSpPr/>
          <p:nvPr/>
        </p:nvGrpSpPr>
        <p:grpSpPr>
          <a:xfrm>
            <a:off x="6657743" y="-6919544"/>
            <a:ext cx="5240412" cy="6197473"/>
            <a:chOff x="0" y="0"/>
            <a:chExt cx="1059993" cy="1253581"/>
          </a:xfrm>
        </p:grpSpPr>
        <p:sp>
          <p:nvSpPr>
            <p:cNvPr id="68" name="Freeform 10">
              <a:extLst>
                <a:ext uri="{FF2B5EF4-FFF2-40B4-BE49-F238E27FC236}">
                  <a16:creationId xmlns:a16="http://schemas.microsoft.com/office/drawing/2014/main" id="{7DFE9E3E-AA32-83DE-115A-BB3BD85A4190}"/>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69" name="TextBox 11">
              <a:extLst>
                <a:ext uri="{FF2B5EF4-FFF2-40B4-BE49-F238E27FC236}">
                  <a16:creationId xmlns:a16="http://schemas.microsoft.com/office/drawing/2014/main" id="{536A7B0B-6E9E-ADA0-95B1-4F5A34A3DEF7}"/>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sp>
        <p:nvSpPr>
          <p:cNvPr id="70" name="Freeform 12">
            <a:extLst>
              <a:ext uri="{FF2B5EF4-FFF2-40B4-BE49-F238E27FC236}">
                <a16:creationId xmlns:a16="http://schemas.microsoft.com/office/drawing/2014/main" id="{1330173F-9A59-56B3-31C0-9E5E16579553}"/>
              </a:ext>
            </a:extLst>
          </p:cNvPr>
          <p:cNvSpPr/>
          <p:nvPr/>
        </p:nvSpPr>
        <p:spPr>
          <a:xfrm>
            <a:off x="19296079"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16"/>
            <a:stretch>
              <a:fillRect/>
            </a:stretch>
          </a:blipFill>
        </p:spPr>
      </p:sp>
      <p:sp>
        <p:nvSpPr>
          <p:cNvPr id="71" name="Freeform 14">
            <a:extLst>
              <a:ext uri="{FF2B5EF4-FFF2-40B4-BE49-F238E27FC236}">
                <a16:creationId xmlns:a16="http://schemas.microsoft.com/office/drawing/2014/main" id="{2C9E3D12-7BD2-2EFB-18AF-BF0548DBAD27}"/>
              </a:ext>
            </a:extLst>
          </p:cNvPr>
          <p:cNvSpPr/>
          <p:nvPr/>
        </p:nvSpPr>
        <p:spPr>
          <a:xfrm rot="871131">
            <a:off x="18935833" y="855613"/>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17"/>
            <a:stretch>
              <a:fillRect/>
            </a:stretch>
          </a:blipFill>
        </p:spPr>
        <p:txBody>
          <a:bodyPr/>
          <a:lstStyle/>
          <a:p>
            <a:endParaRPr lang="en-US"/>
          </a:p>
        </p:txBody>
      </p:sp>
      <p:sp>
        <p:nvSpPr>
          <p:cNvPr id="72" name="Freeform 15">
            <a:extLst>
              <a:ext uri="{FF2B5EF4-FFF2-40B4-BE49-F238E27FC236}">
                <a16:creationId xmlns:a16="http://schemas.microsoft.com/office/drawing/2014/main" id="{1A45F935-ADCE-9FB8-BE18-5BAB0B295D1E}"/>
              </a:ext>
            </a:extLst>
          </p:cNvPr>
          <p:cNvSpPr/>
          <p:nvPr/>
        </p:nvSpPr>
        <p:spPr>
          <a:xfrm rot="871131">
            <a:off x="-12041959" y="5418436"/>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7"/>
            <a:stretch>
              <a:fillRect/>
            </a:stretch>
          </a:blipFill>
        </p:spPr>
      </p:sp>
      <p:sp>
        <p:nvSpPr>
          <p:cNvPr id="73" name="Freeform 16">
            <a:extLst>
              <a:ext uri="{FF2B5EF4-FFF2-40B4-BE49-F238E27FC236}">
                <a16:creationId xmlns:a16="http://schemas.microsoft.com/office/drawing/2014/main" id="{6B44D25D-847E-7B83-D260-95D987431892}"/>
              </a:ext>
            </a:extLst>
          </p:cNvPr>
          <p:cNvSpPr/>
          <p:nvPr/>
        </p:nvSpPr>
        <p:spPr>
          <a:xfrm rot="20119020">
            <a:off x="3799558" y="-4839923"/>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7"/>
            <a:stretch>
              <a:fillRect/>
            </a:stretch>
          </a:blipFill>
        </p:spPr>
      </p:sp>
      <p:sp>
        <p:nvSpPr>
          <p:cNvPr id="74" name="Freeform 17">
            <a:extLst>
              <a:ext uri="{FF2B5EF4-FFF2-40B4-BE49-F238E27FC236}">
                <a16:creationId xmlns:a16="http://schemas.microsoft.com/office/drawing/2014/main" id="{12F9A06F-9F8A-A406-E1D2-DC4316EF616A}"/>
              </a:ext>
            </a:extLst>
          </p:cNvPr>
          <p:cNvSpPr/>
          <p:nvPr/>
        </p:nvSpPr>
        <p:spPr>
          <a:xfrm flipH="1">
            <a:off x="9178234" y="12339153"/>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12"/>
            <a:stretch>
              <a:fillRect/>
            </a:stretch>
          </a:blipFill>
        </p:spPr>
      </p:sp>
      <p:sp>
        <p:nvSpPr>
          <p:cNvPr id="75" name="Freeform 20">
            <a:extLst>
              <a:ext uri="{FF2B5EF4-FFF2-40B4-BE49-F238E27FC236}">
                <a16:creationId xmlns:a16="http://schemas.microsoft.com/office/drawing/2014/main" id="{C3038E29-8A61-5BE2-F1E0-BFA10A8C9E51}"/>
              </a:ext>
            </a:extLst>
          </p:cNvPr>
          <p:cNvSpPr/>
          <p:nvPr/>
        </p:nvSpPr>
        <p:spPr>
          <a:xfrm rot="631944">
            <a:off x="-4961091" y="143758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15"/>
            <a:stretch>
              <a:fillRect/>
            </a:stretch>
          </a:blipFill>
        </p:spPr>
        <p:txBody>
          <a:bodyPr/>
          <a:lstStyle/>
          <a:p>
            <a:endParaRPr lang="en-US"/>
          </a:p>
        </p:txBody>
      </p:sp>
      <p:sp>
        <p:nvSpPr>
          <p:cNvPr id="76" name="Freeform 21">
            <a:extLst>
              <a:ext uri="{FF2B5EF4-FFF2-40B4-BE49-F238E27FC236}">
                <a16:creationId xmlns:a16="http://schemas.microsoft.com/office/drawing/2014/main" id="{C42DA287-DE18-F1BB-8902-BADBAEC70CD1}"/>
              </a:ext>
            </a:extLst>
          </p:cNvPr>
          <p:cNvSpPr/>
          <p:nvPr/>
        </p:nvSpPr>
        <p:spPr>
          <a:xfrm>
            <a:off x="4061973" y="10660276"/>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8"/>
            <a:stretch>
              <a:fillRect/>
            </a:stretch>
          </a:blipFill>
        </p:spPr>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3361475" y="812753"/>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3"/>
            <a:stretch>
              <a:fillRect/>
            </a:stretch>
          </a:blipFill>
        </p:spPr>
      </p:sp>
      <p:sp>
        <p:nvSpPr>
          <p:cNvPr id="4" name="Freeform 4"/>
          <p:cNvSpPr/>
          <p:nvPr/>
        </p:nvSpPr>
        <p:spPr>
          <a:xfrm>
            <a:off x="7171097" y="-491659"/>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5" name="Freeform 5"/>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grpSp>
        <p:nvGrpSpPr>
          <p:cNvPr id="6" name="Group 6"/>
          <p:cNvGrpSpPr/>
          <p:nvPr/>
        </p:nvGrpSpPr>
        <p:grpSpPr>
          <a:xfrm>
            <a:off x="1420361" y="2351235"/>
            <a:ext cx="9532834" cy="5584531"/>
            <a:chOff x="0" y="0"/>
            <a:chExt cx="852315" cy="499304"/>
          </a:xfrm>
        </p:grpSpPr>
        <p:sp>
          <p:nvSpPr>
            <p:cNvPr id="7" name="Freeform 7"/>
            <p:cNvSpPr/>
            <p:nvPr/>
          </p:nvSpPr>
          <p:spPr>
            <a:xfrm>
              <a:off x="0" y="0"/>
              <a:ext cx="852315" cy="499304"/>
            </a:xfrm>
            <a:custGeom>
              <a:avLst/>
              <a:gdLst/>
              <a:ahLst/>
              <a:cxnLst/>
              <a:rect l="l" t="t" r="r" b="b"/>
              <a:pathLst>
                <a:path w="852315" h="499304">
                  <a:moveTo>
                    <a:pt x="15862" y="0"/>
                  </a:moveTo>
                  <a:lnTo>
                    <a:pt x="836453" y="0"/>
                  </a:lnTo>
                  <a:cubicBezTo>
                    <a:pt x="840660" y="0"/>
                    <a:pt x="844695" y="1671"/>
                    <a:pt x="847670" y="4646"/>
                  </a:cubicBezTo>
                  <a:cubicBezTo>
                    <a:pt x="850644" y="7621"/>
                    <a:pt x="852315" y="11655"/>
                    <a:pt x="852315" y="15862"/>
                  </a:cubicBezTo>
                  <a:lnTo>
                    <a:pt x="852315" y="483442"/>
                  </a:lnTo>
                  <a:cubicBezTo>
                    <a:pt x="852315" y="492202"/>
                    <a:pt x="845214" y="499304"/>
                    <a:pt x="836453" y="499304"/>
                  </a:cubicBezTo>
                  <a:lnTo>
                    <a:pt x="15862" y="499304"/>
                  </a:lnTo>
                  <a:cubicBezTo>
                    <a:pt x="7102" y="499304"/>
                    <a:pt x="0" y="492202"/>
                    <a:pt x="0" y="483442"/>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8" name="TextBox 8"/>
            <p:cNvSpPr txBox="1"/>
            <p:nvPr/>
          </p:nvSpPr>
          <p:spPr>
            <a:xfrm>
              <a:off x="0" y="-38100"/>
              <a:ext cx="852315" cy="537404"/>
            </a:xfrm>
            <a:prstGeom prst="rect">
              <a:avLst/>
            </a:prstGeom>
          </p:spPr>
          <p:txBody>
            <a:bodyPr lIns="50800" tIns="50800" rIns="50800" bIns="50800" rtlCol="0" anchor="ctr"/>
            <a:lstStyle/>
            <a:p>
              <a:pPr algn="ctr">
                <a:lnSpc>
                  <a:spcPts val="3360"/>
                </a:lnSpc>
              </a:pPr>
              <a:endParaRPr/>
            </a:p>
          </p:txBody>
        </p:sp>
      </p:grpSp>
      <p:grpSp>
        <p:nvGrpSpPr>
          <p:cNvPr id="9" name="Group 9"/>
          <p:cNvGrpSpPr/>
          <p:nvPr/>
        </p:nvGrpSpPr>
        <p:grpSpPr>
          <a:xfrm rot="-10800000">
            <a:off x="1609806" y="2615619"/>
            <a:ext cx="9153945" cy="5104690"/>
            <a:chOff x="0" y="0"/>
            <a:chExt cx="1293827" cy="721502"/>
          </a:xfrm>
        </p:grpSpPr>
        <p:sp>
          <p:nvSpPr>
            <p:cNvPr id="10" name="Freeform 10"/>
            <p:cNvSpPr/>
            <p:nvPr/>
          </p:nvSpPr>
          <p:spPr>
            <a:xfrm>
              <a:off x="0" y="0"/>
              <a:ext cx="1293827" cy="721502"/>
            </a:xfrm>
            <a:custGeom>
              <a:avLst/>
              <a:gdLst/>
              <a:ahLst/>
              <a:cxnLst/>
              <a:rect l="l" t="t" r="r" b="b"/>
              <a:pathLst>
                <a:path w="1293827" h="721502">
                  <a:moveTo>
                    <a:pt x="16518" y="0"/>
                  </a:moveTo>
                  <a:lnTo>
                    <a:pt x="1277309" y="0"/>
                  </a:lnTo>
                  <a:cubicBezTo>
                    <a:pt x="1281690" y="0"/>
                    <a:pt x="1285891" y="1740"/>
                    <a:pt x="1288989" y="4838"/>
                  </a:cubicBezTo>
                  <a:cubicBezTo>
                    <a:pt x="1292087" y="7936"/>
                    <a:pt x="1293827" y="12138"/>
                    <a:pt x="1293827" y="16518"/>
                  </a:cubicBezTo>
                  <a:lnTo>
                    <a:pt x="1293827" y="704983"/>
                  </a:lnTo>
                  <a:cubicBezTo>
                    <a:pt x="1293827" y="709364"/>
                    <a:pt x="1292087" y="713566"/>
                    <a:pt x="1288989" y="716664"/>
                  </a:cubicBezTo>
                  <a:cubicBezTo>
                    <a:pt x="1285891" y="719761"/>
                    <a:pt x="1281690" y="721502"/>
                    <a:pt x="1277309" y="721502"/>
                  </a:cubicBezTo>
                  <a:lnTo>
                    <a:pt x="16518" y="721502"/>
                  </a:lnTo>
                  <a:cubicBezTo>
                    <a:pt x="7396" y="721502"/>
                    <a:pt x="0" y="714106"/>
                    <a:pt x="0" y="704983"/>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11" name="TextBox 11"/>
            <p:cNvSpPr txBox="1"/>
            <p:nvPr/>
          </p:nvSpPr>
          <p:spPr>
            <a:xfrm>
              <a:off x="0" y="-38100"/>
              <a:ext cx="1293827" cy="759602"/>
            </a:xfrm>
            <a:prstGeom prst="rect">
              <a:avLst/>
            </a:prstGeom>
          </p:spPr>
          <p:txBody>
            <a:bodyPr lIns="50800" tIns="50800" rIns="50800" bIns="50800" rtlCol="0" anchor="ctr"/>
            <a:lstStyle/>
            <a:p>
              <a:pPr algn="ctr">
                <a:lnSpc>
                  <a:spcPts val="3360"/>
                </a:lnSpc>
              </a:pPr>
              <a:endParaRPr/>
            </a:p>
          </p:txBody>
        </p:sp>
      </p:grpSp>
      <p:sp>
        <p:nvSpPr>
          <p:cNvPr id="12" name="Freeform 12"/>
          <p:cNvSpPr/>
          <p:nvPr/>
        </p:nvSpPr>
        <p:spPr>
          <a:xfrm>
            <a:off x="10953195"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5"/>
            <a:stretch>
              <a:fillRect/>
            </a:stretch>
          </a:blipFill>
        </p:spPr>
      </p:sp>
      <p:sp>
        <p:nvSpPr>
          <p:cNvPr id="13" name="TextBox 13"/>
          <p:cNvSpPr txBox="1"/>
          <p:nvPr/>
        </p:nvSpPr>
        <p:spPr>
          <a:xfrm>
            <a:off x="1609806" y="4326670"/>
            <a:ext cx="9153945" cy="2121222"/>
          </a:xfrm>
          <a:prstGeom prst="rect">
            <a:avLst/>
          </a:prstGeom>
        </p:spPr>
        <p:txBody>
          <a:bodyPr lIns="0" tIns="0" rIns="0" bIns="0" rtlCol="0" anchor="t">
            <a:spAutoFit/>
          </a:bodyPr>
          <a:lstStyle/>
          <a:p>
            <a:pPr algn="just">
              <a:lnSpc>
                <a:spcPts val="4194"/>
              </a:lnSpc>
              <a:spcBef>
                <a:spcPct val="0"/>
              </a:spcBef>
            </a:pPr>
            <a:r>
              <a:rPr lang="en-US" sz="2995">
                <a:solidFill>
                  <a:srgbClr val="000000"/>
                </a:solidFill>
                <a:latin typeface="+mj-lt"/>
                <a:ea typeface="DM Sans"/>
                <a:cs typeface="DM Sans"/>
                <a:sym typeface="DM Sans"/>
              </a:rPr>
              <a:t>Năng lượng tái tạo là trụ cột kinh tế vững chắc của tỉnh Gia Lai. Bằng việc kết hợp hài hoà giữa các nguồn lực tự nhiên dồi dào và việc ứng dụng các mô hình công nghệ,  Gia Lai tự tin hướng tới mục tiêu phát triển bền vững </a:t>
            </a:r>
          </a:p>
        </p:txBody>
      </p:sp>
      <p:sp>
        <p:nvSpPr>
          <p:cNvPr id="14" name="Freeform 14"/>
          <p:cNvSpPr/>
          <p:nvPr/>
        </p:nvSpPr>
        <p:spPr>
          <a:xfrm rot="871131">
            <a:off x="16808025" y="-2148252"/>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6"/>
            <a:stretch>
              <a:fillRect/>
            </a:stretch>
          </a:blipFill>
        </p:spPr>
      </p:sp>
      <p:sp>
        <p:nvSpPr>
          <p:cNvPr id="15" name="Freeform 15"/>
          <p:cNvSpPr/>
          <p:nvPr/>
        </p:nvSpPr>
        <p:spPr>
          <a:xfrm rot="871131">
            <a:off x="-6818885" y="7763306"/>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6"/>
            <a:stretch>
              <a:fillRect/>
            </a:stretch>
          </a:blipFill>
        </p:spPr>
        <p:txBody>
          <a:bodyPr/>
          <a:lstStyle/>
          <a:p>
            <a:endParaRPr lang="en-US"/>
          </a:p>
        </p:txBody>
      </p:sp>
      <p:sp>
        <p:nvSpPr>
          <p:cNvPr id="16" name="Freeform 16"/>
          <p:cNvSpPr/>
          <p:nvPr/>
        </p:nvSpPr>
        <p:spPr>
          <a:xfrm rot="-1480980">
            <a:off x="-5038353" y="-2394134"/>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6"/>
            <a:stretch>
              <a:fillRect/>
            </a:stretch>
          </a:blipFill>
        </p:spPr>
        <p:txBody>
          <a:bodyPr/>
          <a:lstStyle/>
          <a:p>
            <a:endParaRPr lang="en-US"/>
          </a:p>
        </p:txBody>
      </p:sp>
      <p:sp>
        <p:nvSpPr>
          <p:cNvPr id="17" name="Freeform 17"/>
          <p:cNvSpPr/>
          <p:nvPr/>
        </p:nvSpPr>
        <p:spPr>
          <a:xfrm flipH="1">
            <a:off x="9178234" y="14074571"/>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sp>
        <p:nvSpPr>
          <p:cNvPr id="18" name="Freeform 18"/>
          <p:cNvSpPr/>
          <p:nvPr/>
        </p:nvSpPr>
        <p:spPr>
          <a:xfrm>
            <a:off x="12181995" y="7720308"/>
            <a:ext cx="8571349" cy="3422787"/>
          </a:xfrm>
          <a:custGeom>
            <a:avLst/>
            <a:gdLst/>
            <a:ahLst/>
            <a:cxnLst/>
            <a:rect l="l" t="t" r="r" b="b"/>
            <a:pathLst>
              <a:path w="8571349" h="3422787">
                <a:moveTo>
                  <a:pt x="0" y="0"/>
                </a:moveTo>
                <a:lnTo>
                  <a:pt x="8571349" y="0"/>
                </a:lnTo>
                <a:lnTo>
                  <a:pt x="8571349" y="3422787"/>
                </a:lnTo>
                <a:lnTo>
                  <a:pt x="0" y="3422787"/>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9" name="Freeform 19"/>
          <p:cNvSpPr/>
          <p:nvPr/>
        </p:nvSpPr>
        <p:spPr>
          <a:xfrm flipH="1">
            <a:off x="-2114752" y="8056865"/>
            <a:ext cx="8571349" cy="3422787"/>
          </a:xfrm>
          <a:custGeom>
            <a:avLst/>
            <a:gdLst/>
            <a:ahLst/>
            <a:cxnLst/>
            <a:rect l="l" t="t" r="r" b="b"/>
            <a:pathLst>
              <a:path w="8571349" h="3422787">
                <a:moveTo>
                  <a:pt x="8571349" y="0"/>
                </a:moveTo>
                <a:lnTo>
                  <a:pt x="0" y="0"/>
                </a:lnTo>
                <a:lnTo>
                  <a:pt x="0" y="3422787"/>
                </a:lnTo>
                <a:lnTo>
                  <a:pt x="8571349" y="3422787"/>
                </a:lnTo>
                <a:lnTo>
                  <a:pt x="8571349" y="0"/>
                </a:lnTo>
                <a:close/>
              </a:path>
            </a:pathLst>
          </a:custGeom>
          <a:blipFill>
            <a:blip>
              <a:extLst>
                <a:ext uri="{96DAC541-7B7A-43D3-8B79-37D633B846F1}">
                  <asvg:svgBlip xmlns:asvg="http://schemas.microsoft.com/office/drawing/2016/SVG/main" r:embed="rId8"/>
                </a:ext>
              </a:extLst>
            </a:blip>
            <a:stretch>
              <a:fillRect/>
            </a:stretch>
          </a:blipFill>
        </p:spPr>
      </p:sp>
      <p:sp>
        <p:nvSpPr>
          <p:cNvPr id="20" name="Freeform 20"/>
          <p:cNvSpPr/>
          <p:nvPr/>
        </p:nvSpPr>
        <p:spPr>
          <a:xfrm rot="631944">
            <a:off x="390953" y="143758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9"/>
            <a:stretch>
              <a:fillRect/>
            </a:stretch>
          </a:blipFill>
        </p:spPr>
      </p:sp>
      <p:sp>
        <p:nvSpPr>
          <p:cNvPr id="21" name="Freeform 21"/>
          <p:cNvSpPr/>
          <p:nvPr/>
        </p:nvSpPr>
        <p:spPr>
          <a:xfrm>
            <a:off x="4061973" y="7394826"/>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0"/>
            <a:stretch>
              <a:fillRect/>
            </a:stretch>
          </a:blipFill>
        </p:spPr>
      </p:sp>
      <p:sp>
        <p:nvSpPr>
          <p:cNvPr id="22" name="TextBox 22"/>
          <p:cNvSpPr txBox="1"/>
          <p:nvPr/>
        </p:nvSpPr>
        <p:spPr>
          <a:xfrm>
            <a:off x="2507492" y="3078710"/>
            <a:ext cx="7358571" cy="1156969"/>
          </a:xfrm>
          <a:prstGeom prst="rect">
            <a:avLst/>
          </a:prstGeom>
        </p:spPr>
        <p:txBody>
          <a:bodyPr lIns="0" tIns="0" rIns="0" bIns="0" rtlCol="0" anchor="t">
            <a:spAutoFit/>
          </a:bodyPr>
          <a:lstStyle/>
          <a:p>
            <a:pPr algn="ctr">
              <a:lnSpc>
                <a:spcPts val="8799"/>
              </a:lnSpc>
            </a:pPr>
            <a:r>
              <a:rPr lang="en-US" sz="8799">
                <a:solidFill>
                  <a:srgbClr val="01544A"/>
                </a:solidFill>
                <a:latin typeface="Bahnschrift SemiBold" panose="020B0502040204020203" pitchFamily="34" charset="0"/>
                <a:ea typeface="Boldfat Mighty"/>
                <a:cs typeface="Boldfat Mighty"/>
                <a:sym typeface="Boldfat Mighty"/>
              </a:rPr>
              <a:t>KẾT LUẬN</a:t>
            </a:r>
          </a:p>
        </p:txBody>
      </p:sp>
      <p:sp>
        <p:nvSpPr>
          <p:cNvPr id="23" name="Freeform 7">
            <a:extLst>
              <a:ext uri="{FF2B5EF4-FFF2-40B4-BE49-F238E27FC236}">
                <a16:creationId xmlns:a16="http://schemas.microsoft.com/office/drawing/2014/main" id="{252F9342-951D-2515-19BF-27C74E2DAE34}"/>
              </a:ext>
            </a:extLst>
          </p:cNvPr>
          <p:cNvSpPr/>
          <p:nvPr/>
        </p:nvSpPr>
        <p:spPr>
          <a:xfrm flipH="1">
            <a:off x="19207703"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11"/>
            <a:stretch>
              <a:fillRect/>
            </a:stretch>
          </a:blipFill>
        </p:spPr>
      </p:sp>
      <p:sp>
        <p:nvSpPr>
          <p:cNvPr id="24" name="Freeform 12">
            <a:extLst>
              <a:ext uri="{FF2B5EF4-FFF2-40B4-BE49-F238E27FC236}">
                <a16:creationId xmlns:a16="http://schemas.microsoft.com/office/drawing/2014/main" id="{5AC90BC8-0DBF-D62B-7152-DD45025B35DA}"/>
              </a:ext>
            </a:extLst>
          </p:cNvPr>
          <p:cNvSpPr/>
          <p:nvPr/>
        </p:nvSpPr>
        <p:spPr>
          <a:xfrm rot="20784264">
            <a:off x="-5446639" y="8084827"/>
            <a:ext cx="1529826" cy="2963343"/>
          </a:xfrm>
          <a:custGeom>
            <a:avLst/>
            <a:gdLst/>
            <a:ahLst/>
            <a:cxnLst/>
            <a:rect l="l" t="t" r="r" b="b"/>
            <a:pathLst>
              <a:path w="1529826" h="2963343">
                <a:moveTo>
                  <a:pt x="0" y="0"/>
                </a:moveTo>
                <a:lnTo>
                  <a:pt x="1529826" y="0"/>
                </a:lnTo>
                <a:lnTo>
                  <a:pt x="1529826" y="2963343"/>
                </a:lnTo>
                <a:lnTo>
                  <a:pt x="0" y="2963343"/>
                </a:lnTo>
                <a:lnTo>
                  <a:pt x="0" y="0"/>
                </a:lnTo>
                <a:close/>
              </a:path>
            </a:pathLst>
          </a:custGeom>
          <a:blipFill>
            <a:blip r:embed="rId12"/>
            <a:stretch>
              <a:fillRect/>
            </a:stretch>
          </a:blipFill>
        </p:spPr>
      </p:sp>
      <p:sp>
        <p:nvSpPr>
          <p:cNvPr id="25" name="Freeform 17">
            <a:extLst>
              <a:ext uri="{FF2B5EF4-FFF2-40B4-BE49-F238E27FC236}">
                <a16:creationId xmlns:a16="http://schemas.microsoft.com/office/drawing/2014/main" id="{5081D4EA-C659-6913-66F9-27A3DFA8BFFC}"/>
              </a:ext>
            </a:extLst>
          </p:cNvPr>
          <p:cNvSpPr/>
          <p:nvPr/>
        </p:nvSpPr>
        <p:spPr>
          <a:xfrm rot="20709537">
            <a:off x="21145310"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3"/>
            <a:stretch>
              <a:fillRect/>
            </a:stretch>
          </a:blipFill>
        </p:spPr>
      </p:sp>
      <p:sp>
        <p:nvSpPr>
          <p:cNvPr id="26" name="Freeform 4">
            <a:extLst>
              <a:ext uri="{FF2B5EF4-FFF2-40B4-BE49-F238E27FC236}">
                <a16:creationId xmlns:a16="http://schemas.microsoft.com/office/drawing/2014/main" id="{5FED9C00-6DB1-8EDA-5FF4-622CF0429072}"/>
              </a:ext>
            </a:extLst>
          </p:cNvPr>
          <p:cNvSpPr/>
          <p:nvPr/>
        </p:nvSpPr>
        <p:spPr>
          <a:xfrm>
            <a:off x="-7856299" y="3520478"/>
            <a:ext cx="4664491" cy="3550843"/>
          </a:xfrm>
          <a:custGeom>
            <a:avLst/>
            <a:gdLst/>
            <a:ahLst/>
            <a:cxnLst/>
            <a:rect l="l" t="t" r="r" b="b"/>
            <a:pathLst>
              <a:path w="4664491" h="3550843">
                <a:moveTo>
                  <a:pt x="0" y="0"/>
                </a:moveTo>
                <a:lnTo>
                  <a:pt x="4664491" y="0"/>
                </a:lnTo>
                <a:lnTo>
                  <a:pt x="4664491" y="3550844"/>
                </a:lnTo>
                <a:lnTo>
                  <a:pt x="0" y="3550844"/>
                </a:lnTo>
                <a:lnTo>
                  <a:pt x="0" y="0"/>
                </a:lnTo>
                <a:close/>
              </a:path>
            </a:pathLst>
          </a:custGeom>
          <a:blipFill>
            <a:blip r:embed="rId14"/>
            <a:stretch>
              <a:fillRect/>
            </a:stretch>
          </a:blipFill>
        </p:spPr>
      </p:sp>
      <p:sp>
        <p:nvSpPr>
          <p:cNvPr id="27" name="Freeform 7">
            <a:extLst>
              <a:ext uri="{FF2B5EF4-FFF2-40B4-BE49-F238E27FC236}">
                <a16:creationId xmlns:a16="http://schemas.microsoft.com/office/drawing/2014/main" id="{0C7B28D3-5D6C-CD22-C02E-684D07FAD7B2}"/>
              </a:ext>
            </a:extLst>
          </p:cNvPr>
          <p:cNvSpPr/>
          <p:nvPr/>
        </p:nvSpPr>
        <p:spPr>
          <a:xfrm>
            <a:off x="4585301" y="13495990"/>
            <a:ext cx="4814152" cy="12837739"/>
          </a:xfrm>
          <a:custGeom>
            <a:avLst/>
            <a:gdLst/>
            <a:ahLst/>
            <a:cxnLst/>
            <a:rect l="l" t="t" r="r" b="b"/>
            <a:pathLst>
              <a:path w="4814152" h="12837739">
                <a:moveTo>
                  <a:pt x="0" y="0"/>
                </a:moveTo>
                <a:lnTo>
                  <a:pt x="4814152" y="0"/>
                </a:lnTo>
                <a:lnTo>
                  <a:pt x="4814152" y="12837739"/>
                </a:lnTo>
                <a:lnTo>
                  <a:pt x="0" y="12837739"/>
                </a:lnTo>
                <a:lnTo>
                  <a:pt x="0" y="0"/>
                </a:lnTo>
                <a:close/>
              </a:path>
            </a:pathLst>
          </a:custGeom>
          <a:blipFill>
            <a:blip r:embed="rId15"/>
            <a:stretch>
              <a:fillRect/>
            </a:stretch>
          </a:blipFill>
        </p:spPr>
      </p:sp>
      <p:sp>
        <p:nvSpPr>
          <p:cNvPr id="28" name="Freeform 8">
            <a:extLst>
              <a:ext uri="{FF2B5EF4-FFF2-40B4-BE49-F238E27FC236}">
                <a16:creationId xmlns:a16="http://schemas.microsoft.com/office/drawing/2014/main" id="{5F52D9DE-C03F-2657-F09E-64146F0922BA}"/>
              </a:ext>
            </a:extLst>
          </p:cNvPr>
          <p:cNvSpPr/>
          <p:nvPr/>
        </p:nvSpPr>
        <p:spPr>
          <a:xfrm>
            <a:off x="7749462" y="13904443"/>
            <a:ext cx="6771162" cy="14143420"/>
          </a:xfrm>
          <a:custGeom>
            <a:avLst/>
            <a:gdLst/>
            <a:ahLst/>
            <a:cxnLst/>
            <a:rect l="l" t="t" r="r" b="b"/>
            <a:pathLst>
              <a:path w="6771162" h="14143420">
                <a:moveTo>
                  <a:pt x="0" y="0"/>
                </a:moveTo>
                <a:lnTo>
                  <a:pt x="6771162" y="0"/>
                </a:lnTo>
                <a:lnTo>
                  <a:pt x="6771162" y="14143420"/>
                </a:lnTo>
                <a:lnTo>
                  <a:pt x="0" y="14143420"/>
                </a:lnTo>
                <a:lnTo>
                  <a:pt x="0" y="0"/>
                </a:lnTo>
                <a:close/>
              </a:path>
            </a:pathLst>
          </a:custGeom>
          <a:blipFill>
            <a:blip r:embed="rId16"/>
            <a:stretch>
              <a:fillRect/>
            </a:stretch>
          </a:blipFill>
        </p:spPr>
      </p:sp>
      <p:sp>
        <p:nvSpPr>
          <p:cNvPr id="29" name="Freeform 10">
            <a:extLst>
              <a:ext uri="{FF2B5EF4-FFF2-40B4-BE49-F238E27FC236}">
                <a16:creationId xmlns:a16="http://schemas.microsoft.com/office/drawing/2014/main" id="{599B0975-678F-F9F8-7894-359F8F6CFAD5}"/>
              </a:ext>
            </a:extLst>
          </p:cNvPr>
          <p:cNvSpPr/>
          <p:nvPr/>
        </p:nvSpPr>
        <p:spPr>
          <a:xfrm>
            <a:off x="2712672" y="14073261"/>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7"/>
            <a:stretch>
              <a:fillRect/>
            </a:stretch>
          </a:blipFill>
        </p:spPr>
      </p:sp>
      <p:sp>
        <p:nvSpPr>
          <p:cNvPr id="30" name="Freeform 12">
            <a:extLst>
              <a:ext uri="{FF2B5EF4-FFF2-40B4-BE49-F238E27FC236}">
                <a16:creationId xmlns:a16="http://schemas.microsoft.com/office/drawing/2014/main" id="{43D69083-8A56-8A3E-4780-6C3509A341C8}"/>
              </a:ext>
            </a:extLst>
          </p:cNvPr>
          <p:cNvSpPr/>
          <p:nvPr/>
        </p:nvSpPr>
        <p:spPr>
          <a:xfrm>
            <a:off x="-1946348" y="13581263"/>
            <a:ext cx="5110041" cy="4637362"/>
          </a:xfrm>
          <a:custGeom>
            <a:avLst/>
            <a:gdLst/>
            <a:ahLst/>
            <a:cxnLst/>
            <a:rect l="l" t="t" r="r" b="b"/>
            <a:pathLst>
              <a:path w="5110041" h="4637362">
                <a:moveTo>
                  <a:pt x="0" y="0"/>
                </a:moveTo>
                <a:lnTo>
                  <a:pt x="5110041" y="0"/>
                </a:lnTo>
                <a:lnTo>
                  <a:pt x="5110041" y="4637362"/>
                </a:lnTo>
                <a:lnTo>
                  <a:pt x="0" y="4637362"/>
                </a:lnTo>
                <a:lnTo>
                  <a:pt x="0" y="0"/>
                </a:lnTo>
                <a:close/>
              </a:path>
            </a:pathLst>
          </a:custGeom>
          <a:blipFill>
            <a:blip r:embed="rId7"/>
            <a:stretch>
              <a:fillRect/>
            </a:stretch>
          </a:blipFill>
        </p:spPr>
      </p:sp>
      <p:sp>
        <p:nvSpPr>
          <p:cNvPr id="31" name="Freeform 14">
            <a:extLst>
              <a:ext uri="{FF2B5EF4-FFF2-40B4-BE49-F238E27FC236}">
                <a16:creationId xmlns:a16="http://schemas.microsoft.com/office/drawing/2014/main" id="{22A1095B-CA2F-0F88-C64D-F248E3B72F5B}"/>
              </a:ext>
            </a:extLst>
          </p:cNvPr>
          <p:cNvSpPr/>
          <p:nvPr/>
        </p:nvSpPr>
        <p:spPr>
          <a:xfrm>
            <a:off x="23334270" y="12822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17"/>
            <a:stretch>
              <a:fillRect/>
            </a:stretch>
          </a:blipFill>
        </p:spPr>
      </p:sp>
      <p:sp>
        <p:nvSpPr>
          <p:cNvPr id="32" name="Freeform 15">
            <a:extLst>
              <a:ext uri="{FF2B5EF4-FFF2-40B4-BE49-F238E27FC236}">
                <a16:creationId xmlns:a16="http://schemas.microsoft.com/office/drawing/2014/main" id="{C748810D-F313-B133-2365-2DA28E86A364}"/>
              </a:ext>
            </a:extLst>
          </p:cNvPr>
          <p:cNvSpPr/>
          <p:nvPr/>
        </p:nvSpPr>
        <p:spPr>
          <a:xfrm flipH="1">
            <a:off x="-3491798" y="13899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18"/>
            <a:stretch>
              <a:fillRect/>
            </a:stretch>
          </a:blipFill>
        </p:spPr>
      </p:sp>
      <p:sp>
        <p:nvSpPr>
          <p:cNvPr id="33" name="Freeform 17">
            <a:extLst>
              <a:ext uri="{FF2B5EF4-FFF2-40B4-BE49-F238E27FC236}">
                <a16:creationId xmlns:a16="http://schemas.microsoft.com/office/drawing/2014/main" id="{54ED6248-8B2B-749C-010E-F8C8098CB472}"/>
              </a:ext>
            </a:extLst>
          </p:cNvPr>
          <p:cNvSpPr/>
          <p:nvPr/>
        </p:nvSpPr>
        <p:spPr>
          <a:xfrm flipH="1">
            <a:off x="18414244" y="70429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sp>
        <p:nvSpPr>
          <p:cNvPr id="34" name="Freeform 13">
            <a:extLst>
              <a:ext uri="{FF2B5EF4-FFF2-40B4-BE49-F238E27FC236}">
                <a16:creationId xmlns:a16="http://schemas.microsoft.com/office/drawing/2014/main" id="{12CB3C96-7644-33C1-688E-4DEAB3AFCA96}"/>
              </a:ext>
            </a:extLst>
          </p:cNvPr>
          <p:cNvSpPr/>
          <p:nvPr/>
        </p:nvSpPr>
        <p:spPr>
          <a:xfrm>
            <a:off x="20171186"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17"/>
            <a:stretch>
              <a:fillRect/>
            </a:stretch>
          </a:blipFill>
        </p:spPr>
      </p:sp>
      <p:sp>
        <p:nvSpPr>
          <p:cNvPr id="35" name="Freeform 10">
            <a:extLst>
              <a:ext uri="{FF2B5EF4-FFF2-40B4-BE49-F238E27FC236}">
                <a16:creationId xmlns:a16="http://schemas.microsoft.com/office/drawing/2014/main" id="{A4985BFF-50C2-6061-A4EA-E13E206A3FD8}"/>
              </a:ext>
            </a:extLst>
          </p:cNvPr>
          <p:cNvSpPr/>
          <p:nvPr/>
        </p:nvSpPr>
        <p:spPr>
          <a:xfrm>
            <a:off x="-6905321" y="10127850"/>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7"/>
            <a:stretch>
              <a:fillRect/>
            </a:stretch>
          </a:blipFill>
        </p:spPr>
      </p:sp>
      <p:sp>
        <p:nvSpPr>
          <p:cNvPr id="36" name="Freeform 13">
            <a:extLst>
              <a:ext uri="{FF2B5EF4-FFF2-40B4-BE49-F238E27FC236}">
                <a16:creationId xmlns:a16="http://schemas.microsoft.com/office/drawing/2014/main" id="{F5D060E7-638D-FB1B-947F-438809A32F09}"/>
              </a:ext>
            </a:extLst>
          </p:cNvPr>
          <p:cNvSpPr/>
          <p:nvPr/>
        </p:nvSpPr>
        <p:spPr>
          <a:xfrm>
            <a:off x="13312547"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17"/>
            <a:stretch>
              <a:fillRect/>
            </a:stretch>
          </a:blipFill>
        </p:spPr>
      </p:sp>
      <p:sp>
        <p:nvSpPr>
          <p:cNvPr id="37" name="Freeform 14">
            <a:extLst>
              <a:ext uri="{FF2B5EF4-FFF2-40B4-BE49-F238E27FC236}">
                <a16:creationId xmlns:a16="http://schemas.microsoft.com/office/drawing/2014/main" id="{293D51BE-3FC3-7C19-A7FA-10761F396328}"/>
              </a:ext>
            </a:extLst>
          </p:cNvPr>
          <p:cNvSpPr/>
          <p:nvPr/>
        </p:nvSpPr>
        <p:spPr>
          <a:xfrm>
            <a:off x="14098260" y="11298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17"/>
            <a:stretch>
              <a:fillRect/>
            </a:stretch>
          </a:blipFill>
        </p:spPr>
      </p:sp>
      <p:sp>
        <p:nvSpPr>
          <p:cNvPr id="38" name="Freeform 15">
            <a:extLst>
              <a:ext uri="{FF2B5EF4-FFF2-40B4-BE49-F238E27FC236}">
                <a16:creationId xmlns:a16="http://schemas.microsoft.com/office/drawing/2014/main" id="{41800A33-D76D-F640-A94D-EFA78B8ED7BE}"/>
              </a:ext>
            </a:extLst>
          </p:cNvPr>
          <p:cNvSpPr/>
          <p:nvPr/>
        </p:nvSpPr>
        <p:spPr>
          <a:xfrm flipH="1">
            <a:off x="1187750" y="12375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18"/>
            <a:stretch>
              <a:fillRect/>
            </a:stretch>
          </a:blipFill>
        </p:spPr>
      </p:sp>
      <p:sp>
        <p:nvSpPr>
          <p:cNvPr id="39" name="Freeform 17">
            <a:extLst>
              <a:ext uri="{FF2B5EF4-FFF2-40B4-BE49-F238E27FC236}">
                <a16:creationId xmlns:a16="http://schemas.microsoft.com/office/drawing/2014/main" id="{CA066FB2-5D3D-5E62-23BE-D6B94C21CF53}"/>
              </a:ext>
            </a:extLst>
          </p:cNvPr>
          <p:cNvSpPr/>
          <p:nvPr/>
        </p:nvSpPr>
        <p:spPr>
          <a:xfrm flipH="1">
            <a:off x="9178234" y="68905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grpSp>
        <p:nvGrpSpPr>
          <p:cNvPr id="40" name="Group 6">
            <a:extLst>
              <a:ext uri="{FF2B5EF4-FFF2-40B4-BE49-F238E27FC236}">
                <a16:creationId xmlns:a16="http://schemas.microsoft.com/office/drawing/2014/main" id="{AB194ED0-4E2E-241B-5573-6D55422EECEA}"/>
              </a:ext>
            </a:extLst>
          </p:cNvPr>
          <p:cNvGrpSpPr/>
          <p:nvPr/>
        </p:nvGrpSpPr>
        <p:grpSpPr>
          <a:xfrm>
            <a:off x="19329151" y="751682"/>
            <a:ext cx="16914157" cy="9102125"/>
            <a:chOff x="0" y="0"/>
            <a:chExt cx="801609" cy="636181"/>
          </a:xfrm>
        </p:grpSpPr>
        <p:sp>
          <p:nvSpPr>
            <p:cNvPr id="41" name="Freeform 7">
              <a:extLst>
                <a:ext uri="{FF2B5EF4-FFF2-40B4-BE49-F238E27FC236}">
                  <a16:creationId xmlns:a16="http://schemas.microsoft.com/office/drawing/2014/main" id="{F9D7EB77-62C1-BE7A-F1C6-3BE6D005B1D9}"/>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42" name="TextBox 8">
              <a:extLst>
                <a:ext uri="{FF2B5EF4-FFF2-40B4-BE49-F238E27FC236}">
                  <a16:creationId xmlns:a16="http://schemas.microsoft.com/office/drawing/2014/main" id="{F651F664-A139-3AC8-6CED-7B4FF78289F1}"/>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43" name="Group 15">
            <a:extLst>
              <a:ext uri="{FF2B5EF4-FFF2-40B4-BE49-F238E27FC236}">
                <a16:creationId xmlns:a16="http://schemas.microsoft.com/office/drawing/2014/main" id="{3ECF4C38-7678-9503-44D7-CCB964582243}"/>
              </a:ext>
            </a:extLst>
          </p:cNvPr>
          <p:cNvGrpSpPr/>
          <p:nvPr/>
        </p:nvGrpSpPr>
        <p:grpSpPr>
          <a:xfrm rot="-10800000">
            <a:off x="18702436" y="876905"/>
            <a:ext cx="16309509" cy="1957584"/>
            <a:chOff x="0" y="0"/>
            <a:chExt cx="1363463" cy="248878"/>
          </a:xfrm>
        </p:grpSpPr>
        <p:sp>
          <p:nvSpPr>
            <p:cNvPr id="44" name="Freeform 16">
              <a:extLst>
                <a:ext uri="{FF2B5EF4-FFF2-40B4-BE49-F238E27FC236}">
                  <a16:creationId xmlns:a16="http://schemas.microsoft.com/office/drawing/2014/main" id="{9756570C-EF00-D07D-38C0-7D52CD770666}"/>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5" name="TextBox 17">
              <a:extLst>
                <a:ext uri="{FF2B5EF4-FFF2-40B4-BE49-F238E27FC236}">
                  <a16:creationId xmlns:a16="http://schemas.microsoft.com/office/drawing/2014/main" id="{5F41568B-57B8-91B7-B024-B4C62431F51F}"/>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6" name="TextBox 26">
            <a:extLst>
              <a:ext uri="{FF2B5EF4-FFF2-40B4-BE49-F238E27FC236}">
                <a16:creationId xmlns:a16="http://schemas.microsoft.com/office/drawing/2014/main" id="{E92E9227-6F33-93F6-D76D-16665B25DF61}"/>
              </a:ext>
            </a:extLst>
          </p:cNvPr>
          <p:cNvSpPr txBox="1"/>
          <p:nvPr/>
        </p:nvSpPr>
        <p:spPr>
          <a:xfrm>
            <a:off x="1308476" y="-2311007"/>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Các nguồn tham khảo:</a:t>
            </a:r>
          </a:p>
        </p:txBody>
      </p:sp>
      <p:grpSp>
        <p:nvGrpSpPr>
          <p:cNvPr id="47" name="Group 9">
            <a:extLst>
              <a:ext uri="{FF2B5EF4-FFF2-40B4-BE49-F238E27FC236}">
                <a16:creationId xmlns:a16="http://schemas.microsoft.com/office/drawing/2014/main" id="{05DFF202-31C4-AC17-54CE-EBE2132D1940}"/>
              </a:ext>
            </a:extLst>
          </p:cNvPr>
          <p:cNvGrpSpPr/>
          <p:nvPr/>
        </p:nvGrpSpPr>
        <p:grpSpPr>
          <a:xfrm>
            <a:off x="-8271718" y="3368796"/>
            <a:ext cx="7009302" cy="6197473"/>
            <a:chOff x="0" y="0"/>
            <a:chExt cx="1059993" cy="1253581"/>
          </a:xfrm>
          <a:solidFill>
            <a:srgbClr val="00B050">
              <a:alpha val="23000"/>
            </a:srgbClr>
          </a:solidFill>
        </p:grpSpPr>
        <p:sp>
          <p:nvSpPr>
            <p:cNvPr id="48" name="Freeform 10">
              <a:extLst>
                <a:ext uri="{FF2B5EF4-FFF2-40B4-BE49-F238E27FC236}">
                  <a16:creationId xmlns:a16="http://schemas.microsoft.com/office/drawing/2014/main" id="{A887A085-EE4B-84EC-72FF-3411471B6206}"/>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grpFill/>
          </p:spPr>
        </p:sp>
        <p:sp>
          <p:nvSpPr>
            <p:cNvPr id="49" name="TextBox 11">
              <a:extLst>
                <a:ext uri="{FF2B5EF4-FFF2-40B4-BE49-F238E27FC236}">
                  <a16:creationId xmlns:a16="http://schemas.microsoft.com/office/drawing/2014/main" id="{65DF12D8-30C1-9375-2E60-89460CB3E2B7}"/>
                </a:ext>
              </a:extLst>
            </p:cNvPr>
            <p:cNvSpPr txBox="1"/>
            <p:nvPr/>
          </p:nvSpPr>
          <p:spPr>
            <a:xfrm>
              <a:off x="0" y="-38100"/>
              <a:ext cx="1059993" cy="1291681"/>
            </a:xfrm>
            <a:prstGeom prst="rect">
              <a:avLst/>
            </a:prstGeom>
            <a:grpFill/>
          </p:spPr>
          <p:txBody>
            <a:bodyPr lIns="56476" tIns="56476" rIns="56476" bIns="56476" rtlCol="0" anchor="ctr"/>
            <a:lstStyle/>
            <a:p>
              <a:pPr algn="ctr">
                <a:lnSpc>
                  <a:spcPts val="3360"/>
                </a:lnSpc>
              </a:pPr>
              <a:endParaRPr/>
            </a:p>
          </p:txBody>
        </p:sp>
      </p:grpSp>
      <p:sp>
        <p:nvSpPr>
          <p:cNvPr id="50" name="TextBox 29">
            <a:extLst>
              <a:ext uri="{FF2B5EF4-FFF2-40B4-BE49-F238E27FC236}">
                <a16:creationId xmlns:a16="http://schemas.microsoft.com/office/drawing/2014/main" id="{D9E3E9E9-2441-7F65-165E-2C3B8C0C395C}"/>
              </a:ext>
            </a:extLst>
          </p:cNvPr>
          <p:cNvSpPr txBox="1"/>
          <p:nvPr/>
        </p:nvSpPr>
        <p:spPr>
          <a:xfrm>
            <a:off x="-7416604" y="3930377"/>
            <a:ext cx="5374923" cy="1054841"/>
          </a:xfrm>
          <a:prstGeom prst="rect">
            <a:avLst/>
          </a:prstGeom>
        </p:spPr>
        <p:txBody>
          <a:bodyPr wrap="square" lIns="0" tIns="0" rIns="0" bIns="0" rtlCol="0" anchor="t">
            <a:spAutoFit/>
          </a:bodyPr>
          <a:lstStyle/>
          <a:p>
            <a:pPr marL="327770" lvl="1" algn="l">
              <a:lnSpc>
                <a:spcPts val="4250"/>
              </a:lnSpc>
              <a:spcBef>
                <a:spcPct val="0"/>
              </a:spcBef>
            </a:pPr>
            <a:r>
              <a:rPr lang="en-US" sz="3036">
                <a:latin typeface="Mali"/>
                <a:ea typeface="Mali"/>
                <a:cs typeface="Mali"/>
                <a:sym typeface="Mali"/>
                <a:hlinkClick r:id="rId19"/>
              </a:rPr>
              <a:t>https://www.evn.com.vn/</a:t>
            </a:r>
            <a:endParaRPr lang="en-US" sz="3036">
              <a:latin typeface="Mali"/>
              <a:ea typeface="Mali"/>
              <a:cs typeface="Mali"/>
              <a:sym typeface="Mali"/>
            </a:endParaRPr>
          </a:p>
          <a:p>
            <a:pPr marL="327770" lvl="1" algn="l">
              <a:lnSpc>
                <a:spcPts val="4250"/>
              </a:lnSpc>
              <a:spcBef>
                <a:spcPct val="0"/>
              </a:spcBef>
            </a:pPr>
            <a:endParaRPr lang="en-US" sz="3036">
              <a:latin typeface="Mali"/>
              <a:ea typeface="Mali"/>
              <a:cs typeface="Mali"/>
              <a:sym typeface="Mali"/>
            </a:endParaRPr>
          </a:p>
        </p:txBody>
      </p:sp>
      <p:sp>
        <p:nvSpPr>
          <p:cNvPr id="51" name="TextBox 29">
            <a:extLst>
              <a:ext uri="{FF2B5EF4-FFF2-40B4-BE49-F238E27FC236}">
                <a16:creationId xmlns:a16="http://schemas.microsoft.com/office/drawing/2014/main" id="{0A696F1E-B46E-F32A-8397-430B45A73D74}"/>
              </a:ext>
            </a:extLst>
          </p:cNvPr>
          <p:cNvSpPr txBox="1"/>
          <p:nvPr/>
        </p:nvSpPr>
        <p:spPr>
          <a:xfrm>
            <a:off x="-8661604" y="6000612"/>
            <a:ext cx="6442646" cy="1054841"/>
          </a:xfrm>
          <a:prstGeom prst="rect">
            <a:avLst/>
          </a:prstGeom>
        </p:spPr>
        <p:txBody>
          <a:bodyPr wrap="square" lIns="0" tIns="0" rIns="0" bIns="0" rtlCol="0" anchor="t">
            <a:spAutoFit/>
          </a:bodyPr>
          <a:lstStyle/>
          <a:p>
            <a:pPr marL="327770" lvl="1" algn="l">
              <a:lnSpc>
                <a:spcPts val="4250"/>
              </a:lnSpc>
              <a:spcBef>
                <a:spcPct val="0"/>
              </a:spcBef>
            </a:pPr>
            <a:r>
              <a:rPr lang="en-US" sz="3036">
                <a:latin typeface="Mali"/>
                <a:ea typeface="Mali"/>
                <a:cs typeface="Mali"/>
                <a:sym typeface="Mali"/>
                <a:hlinkClick r:id="rId20"/>
              </a:rPr>
              <a:t>https://www.erea.gov.vn/vi-VN</a:t>
            </a:r>
            <a:endParaRPr lang="en-US" sz="3036">
              <a:latin typeface="Mali"/>
              <a:ea typeface="Mali"/>
              <a:cs typeface="Mali"/>
              <a:sym typeface="Mali"/>
            </a:endParaRPr>
          </a:p>
          <a:p>
            <a:pPr marL="327770" lvl="1" algn="l">
              <a:lnSpc>
                <a:spcPts val="4250"/>
              </a:lnSpc>
              <a:spcBef>
                <a:spcPct val="0"/>
              </a:spcBef>
            </a:pPr>
            <a:endParaRPr lang="en-US" sz="3036">
              <a:latin typeface="Mali"/>
              <a:ea typeface="Mali"/>
              <a:cs typeface="Mali"/>
              <a:sym typeface="Mali"/>
            </a:endParaRPr>
          </a:p>
        </p:txBody>
      </p:sp>
      <p:sp>
        <p:nvSpPr>
          <p:cNvPr id="53" name="TextBox 29">
            <a:extLst>
              <a:ext uri="{FF2B5EF4-FFF2-40B4-BE49-F238E27FC236}">
                <a16:creationId xmlns:a16="http://schemas.microsoft.com/office/drawing/2014/main" id="{7C4A75DF-8743-2EDB-3553-450C9B8EFD92}"/>
              </a:ext>
            </a:extLst>
          </p:cNvPr>
          <p:cNvSpPr txBox="1"/>
          <p:nvPr/>
        </p:nvSpPr>
        <p:spPr>
          <a:xfrm>
            <a:off x="-16840200" y="3266900"/>
            <a:ext cx="15351994" cy="6550383"/>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21"/>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19"/>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22"/>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23"/>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24"/>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25"/>
              </a:rPr>
              <a:t>https://mst.gov.vn/phat-trien-nang-luong-tai-tao-mo-duong-cho-nhung-du-an-lon-197251118211650699.htm</a:t>
            </a:r>
            <a:r>
              <a:rPr lang="en-US" sz="2400">
                <a:latin typeface="Mali"/>
                <a:ea typeface="Mali"/>
                <a:cs typeface="Mali"/>
                <a:sym typeface="Mali"/>
                <a:hlinkClick r:id="rId25"/>
              </a:rPr>
              <a:t>l</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743894" y="4160629"/>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488152" y="3368078"/>
            <a:ext cx="4664491" cy="3550843"/>
          </a:xfrm>
          <a:custGeom>
            <a:avLst/>
            <a:gdLst/>
            <a:ahLst/>
            <a:cxnLst/>
            <a:rect l="l" t="t" r="r" b="b"/>
            <a:pathLst>
              <a:path w="4664491" h="3550843">
                <a:moveTo>
                  <a:pt x="0" y="0"/>
                </a:moveTo>
                <a:lnTo>
                  <a:pt x="4664491" y="0"/>
                </a:lnTo>
                <a:lnTo>
                  <a:pt x="4664491" y="3550844"/>
                </a:lnTo>
                <a:lnTo>
                  <a:pt x="0" y="3550844"/>
                </a:lnTo>
                <a:lnTo>
                  <a:pt x="0" y="0"/>
                </a:lnTo>
                <a:close/>
              </a:path>
            </a:pathLst>
          </a:custGeom>
          <a:blipFill>
            <a:blip r:embed="rId4"/>
            <a:stretch>
              <a:fillRect/>
            </a:stretch>
          </a:blipFill>
        </p:spPr>
      </p:sp>
      <p:sp>
        <p:nvSpPr>
          <p:cNvPr id="5" name="Freeform 5"/>
          <p:cNvSpPr/>
          <p:nvPr/>
        </p:nvSpPr>
        <p:spPr>
          <a:xfrm>
            <a:off x="8011468" y="423168"/>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5"/>
            <a:stretch>
              <a:fillRect/>
            </a:stretch>
          </a:blipFill>
        </p:spPr>
      </p:sp>
      <p:sp>
        <p:nvSpPr>
          <p:cNvPr id="6" name="Freeform 6"/>
          <p:cNvSpPr/>
          <p:nvPr/>
        </p:nvSpPr>
        <p:spPr>
          <a:xfrm>
            <a:off x="1428509" y="-698638"/>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5"/>
            <a:stretch>
              <a:fillRect/>
            </a:stretch>
          </a:blipFill>
        </p:spPr>
      </p:sp>
      <p:sp>
        <p:nvSpPr>
          <p:cNvPr id="10" name="Freeform 10"/>
          <p:cNvSpPr/>
          <p:nvPr/>
        </p:nvSpPr>
        <p:spPr>
          <a:xfrm>
            <a:off x="2560272" y="6736837"/>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6"/>
            <a:stretch>
              <a:fillRect/>
            </a:stretch>
          </a:blipFill>
        </p:spPr>
      </p:sp>
      <p:sp>
        <p:nvSpPr>
          <p:cNvPr id="11" name="Freeform 11"/>
          <p:cNvSpPr/>
          <p:nvPr/>
        </p:nvSpPr>
        <p:spPr>
          <a:xfrm flipH="1">
            <a:off x="102732" y="8563520"/>
            <a:ext cx="5320178" cy="2124501"/>
          </a:xfrm>
          <a:custGeom>
            <a:avLst/>
            <a:gdLst/>
            <a:ahLst/>
            <a:cxnLst/>
            <a:rect l="l" t="t" r="r" b="b"/>
            <a:pathLst>
              <a:path w="5320178" h="2124501">
                <a:moveTo>
                  <a:pt x="5320178" y="0"/>
                </a:moveTo>
                <a:lnTo>
                  <a:pt x="0" y="0"/>
                </a:lnTo>
                <a:lnTo>
                  <a:pt x="0" y="2124500"/>
                </a:lnTo>
                <a:lnTo>
                  <a:pt x="5320178" y="2124500"/>
                </a:lnTo>
                <a:lnTo>
                  <a:pt x="5320178"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a:off x="-2098748" y="6244839"/>
            <a:ext cx="5110041" cy="4637362"/>
          </a:xfrm>
          <a:custGeom>
            <a:avLst/>
            <a:gdLst/>
            <a:ahLst/>
            <a:cxnLst/>
            <a:rect l="l" t="t" r="r" b="b"/>
            <a:pathLst>
              <a:path w="5110041" h="4637362">
                <a:moveTo>
                  <a:pt x="0" y="0"/>
                </a:moveTo>
                <a:lnTo>
                  <a:pt x="5110041" y="0"/>
                </a:lnTo>
                <a:lnTo>
                  <a:pt x="5110041" y="4637362"/>
                </a:lnTo>
                <a:lnTo>
                  <a:pt x="0" y="4637362"/>
                </a:lnTo>
                <a:lnTo>
                  <a:pt x="0" y="0"/>
                </a:lnTo>
                <a:close/>
              </a:path>
            </a:pathLst>
          </a:custGeom>
          <a:blipFill>
            <a:blip r:embed="rId6"/>
            <a:stretch>
              <a:fillRect/>
            </a:stretch>
          </a:blipFill>
        </p:spPr>
      </p:sp>
      <p:sp>
        <p:nvSpPr>
          <p:cNvPr id="13" name="Freeform 13"/>
          <p:cNvSpPr/>
          <p:nvPr/>
        </p:nvSpPr>
        <p:spPr>
          <a:xfrm>
            <a:off x="13312547"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8"/>
            <a:stretch>
              <a:fillRect/>
            </a:stretch>
          </a:blipFill>
        </p:spPr>
      </p:sp>
      <p:sp>
        <p:nvSpPr>
          <p:cNvPr id="14" name="Freeform 14"/>
          <p:cNvSpPr/>
          <p:nvPr/>
        </p:nvSpPr>
        <p:spPr>
          <a:xfrm>
            <a:off x="14098260" y="11298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8"/>
            <a:stretch>
              <a:fillRect/>
            </a:stretch>
          </a:blipFill>
        </p:spPr>
      </p:sp>
      <p:sp>
        <p:nvSpPr>
          <p:cNvPr id="15" name="Freeform 15"/>
          <p:cNvSpPr/>
          <p:nvPr/>
        </p:nvSpPr>
        <p:spPr>
          <a:xfrm flipH="1">
            <a:off x="1187750" y="12375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9"/>
            <a:stretch>
              <a:fillRect/>
            </a:stretch>
          </a:blipFill>
        </p:spPr>
      </p:sp>
      <p:sp>
        <p:nvSpPr>
          <p:cNvPr id="19" name="Freeform 12">
            <a:extLst>
              <a:ext uri="{FF2B5EF4-FFF2-40B4-BE49-F238E27FC236}">
                <a16:creationId xmlns:a16="http://schemas.microsoft.com/office/drawing/2014/main" id="{C14CFF67-C386-DCE0-9C32-70CAAC1CDB07}"/>
              </a:ext>
            </a:extLst>
          </p:cNvPr>
          <p:cNvSpPr/>
          <p:nvPr/>
        </p:nvSpPr>
        <p:spPr>
          <a:xfrm>
            <a:off x="19387359"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10"/>
            <a:stretch>
              <a:fillRect/>
            </a:stretch>
          </a:blipFill>
        </p:spPr>
      </p:sp>
      <p:sp>
        <p:nvSpPr>
          <p:cNvPr id="20" name="Freeform 14">
            <a:extLst>
              <a:ext uri="{FF2B5EF4-FFF2-40B4-BE49-F238E27FC236}">
                <a16:creationId xmlns:a16="http://schemas.microsoft.com/office/drawing/2014/main" id="{DF441F29-F559-D72A-C8AE-E3F2528D58DA}"/>
              </a:ext>
            </a:extLst>
          </p:cNvPr>
          <p:cNvSpPr/>
          <p:nvPr/>
        </p:nvSpPr>
        <p:spPr>
          <a:xfrm rot="871131">
            <a:off x="22361195" y="855613"/>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11"/>
            <a:stretch>
              <a:fillRect/>
            </a:stretch>
          </a:blipFill>
        </p:spPr>
      </p:sp>
      <p:sp>
        <p:nvSpPr>
          <p:cNvPr id="21" name="Freeform 15">
            <a:extLst>
              <a:ext uri="{FF2B5EF4-FFF2-40B4-BE49-F238E27FC236}">
                <a16:creationId xmlns:a16="http://schemas.microsoft.com/office/drawing/2014/main" id="{8ACEF3B3-7671-456E-8AC4-08320BFFBB38}"/>
              </a:ext>
            </a:extLst>
          </p:cNvPr>
          <p:cNvSpPr/>
          <p:nvPr/>
        </p:nvSpPr>
        <p:spPr>
          <a:xfrm rot="871131">
            <a:off x="-6372833" y="11482581"/>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1"/>
            <a:stretch>
              <a:fillRect/>
            </a:stretch>
          </a:blipFill>
        </p:spPr>
      </p:sp>
      <p:sp>
        <p:nvSpPr>
          <p:cNvPr id="22" name="Freeform 16">
            <a:extLst>
              <a:ext uri="{FF2B5EF4-FFF2-40B4-BE49-F238E27FC236}">
                <a16:creationId xmlns:a16="http://schemas.microsoft.com/office/drawing/2014/main" id="{314A425A-57F9-F526-BACC-CB03282B176A}"/>
              </a:ext>
            </a:extLst>
          </p:cNvPr>
          <p:cNvSpPr/>
          <p:nvPr/>
        </p:nvSpPr>
        <p:spPr>
          <a:xfrm rot="20119020">
            <a:off x="3799559" y="-6605138"/>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1"/>
            <a:stretch>
              <a:fillRect/>
            </a:stretch>
          </a:blipFill>
        </p:spPr>
      </p:sp>
      <p:sp>
        <p:nvSpPr>
          <p:cNvPr id="23" name="Freeform 17">
            <a:extLst>
              <a:ext uri="{FF2B5EF4-FFF2-40B4-BE49-F238E27FC236}">
                <a16:creationId xmlns:a16="http://schemas.microsoft.com/office/drawing/2014/main" id="{19DA5847-29EA-1A65-5D9C-C42FB0B3FCA6}"/>
              </a:ext>
            </a:extLst>
          </p:cNvPr>
          <p:cNvSpPr/>
          <p:nvPr/>
        </p:nvSpPr>
        <p:spPr>
          <a:xfrm flipH="1">
            <a:off x="9178234" y="68905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6"/>
            <a:stretch>
              <a:fillRect/>
            </a:stretch>
          </a:blipFill>
        </p:spPr>
      </p:sp>
      <p:sp>
        <p:nvSpPr>
          <p:cNvPr id="24" name="Freeform 20">
            <a:extLst>
              <a:ext uri="{FF2B5EF4-FFF2-40B4-BE49-F238E27FC236}">
                <a16:creationId xmlns:a16="http://schemas.microsoft.com/office/drawing/2014/main" id="{B1812DB7-9B4A-FED0-CC24-B045DE38C0CE}"/>
              </a:ext>
            </a:extLst>
          </p:cNvPr>
          <p:cNvSpPr/>
          <p:nvPr/>
        </p:nvSpPr>
        <p:spPr>
          <a:xfrm rot="631944">
            <a:off x="390953" y="-354485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12"/>
            <a:stretch>
              <a:fillRect/>
            </a:stretch>
          </a:blipFill>
        </p:spPr>
      </p:sp>
      <p:sp>
        <p:nvSpPr>
          <p:cNvPr id="25" name="Freeform 21">
            <a:extLst>
              <a:ext uri="{FF2B5EF4-FFF2-40B4-BE49-F238E27FC236}">
                <a16:creationId xmlns:a16="http://schemas.microsoft.com/office/drawing/2014/main" id="{22E703CF-2A0D-B9DF-FF27-877DB5343738}"/>
              </a:ext>
            </a:extLst>
          </p:cNvPr>
          <p:cNvSpPr/>
          <p:nvPr/>
        </p:nvSpPr>
        <p:spPr>
          <a:xfrm>
            <a:off x="4061973" y="12858508"/>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3"/>
            <a:stretch>
              <a:fillRect/>
            </a:stretch>
          </a:blipFill>
        </p:spPr>
      </p:sp>
      <p:sp>
        <p:nvSpPr>
          <p:cNvPr id="17" name="TextBox 16">
            <a:extLst>
              <a:ext uri="{FF2B5EF4-FFF2-40B4-BE49-F238E27FC236}">
                <a16:creationId xmlns:a16="http://schemas.microsoft.com/office/drawing/2014/main" id="{1F577928-7AB1-3E5B-D312-8F1DDA7EE193}"/>
              </a:ext>
            </a:extLst>
          </p:cNvPr>
          <p:cNvSpPr txBox="1"/>
          <p:nvPr/>
        </p:nvSpPr>
        <p:spPr>
          <a:xfrm>
            <a:off x="-5976943" y="373776"/>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grpSp>
        <p:nvGrpSpPr>
          <p:cNvPr id="16" name="Group 6">
            <a:extLst>
              <a:ext uri="{FF2B5EF4-FFF2-40B4-BE49-F238E27FC236}">
                <a16:creationId xmlns:a16="http://schemas.microsoft.com/office/drawing/2014/main" id="{A779D2A5-9287-B84D-D9E2-06533DE492C7}"/>
              </a:ext>
            </a:extLst>
          </p:cNvPr>
          <p:cNvGrpSpPr/>
          <p:nvPr/>
        </p:nvGrpSpPr>
        <p:grpSpPr>
          <a:xfrm>
            <a:off x="687912" y="592438"/>
            <a:ext cx="16914157" cy="9102125"/>
            <a:chOff x="0" y="0"/>
            <a:chExt cx="801609" cy="636181"/>
          </a:xfrm>
        </p:grpSpPr>
        <p:sp>
          <p:nvSpPr>
            <p:cNvPr id="18" name="Freeform 7">
              <a:extLst>
                <a:ext uri="{FF2B5EF4-FFF2-40B4-BE49-F238E27FC236}">
                  <a16:creationId xmlns:a16="http://schemas.microsoft.com/office/drawing/2014/main" id="{662E9DFA-29A2-3ED9-6593-597A0E4C97C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26" name="TextBox 8">
              <a:extLst>
                <a:ext uri="{FF2B5EF4-FFF2-40B4-BE49-F238E27FC236}">
                  <a16:creationId xmlns:a16="http://schemas.microsoft.com/office/drawing/2014/main" id="{2C17E40B-A6B5-0C01-B4AC-B8708312038B}"/>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27" name="Group 15">
            <a:extLst>
              <a:ext uri="{FF2B5EF4-FFF2-40B4-BE49-F238E27FC236}">
                <a16:creationId xmlns:a16="http://schemas.microsoft.com/office/drawing/2014/main" id="{B93771BE-DBE1-3132-30C2-84979E9157DB}"/>
              </a:ext>
            </a:extLst>
          </p:cNvPr>
          <p:cNvGrpSpPr/>
          <p:nvPr/>
        </p:nvGrpSpPr>
        <p:grpSpPr>
          <a:xfrm rot="-10800000">
            <a:off x="920322" y="959248"/>
            <a:ext cx="16309509" cy="1957584"/>
            <a:chOff x="0" y="0"/>
            <a:chExt cx="1363463" cy="248878"/>
          </a:xfrm>
        </p:grpSpPr>
        <p:sp>
          <p:nvSpPr>
            <p:cNvPr id="28" name="Freeform 16">
              <a:extLst>
                <a:ext uri="{FF2B5EF4-FFF2-40B4-BE49-F238E27FC236}">
                  <a16:creationId xmlns:a16="http://schemas.microsoft.com/office/drawing/2014/main" id="{2A84105D-10A7-9AA5-5605-DCE05AADAAE1}"/>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29" name="TextBox 17">
              <a:extLst>
                <a:ext uri="{FF2B5EF4-FFF2-40B4-BE49-F238E27FC236}">
                  <a16:creationId xmlns:a16="http://schemas.microsoft.com/office/drawing/2014/main" id="{A93FBD76-04B8-05AC-3BA5-3FA5E2B79E9B}"/>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31" name="TextBox 26">
            <a:extLst>
              <a:ext uri="{FF2B5EF4-FFF2-40B4-BE49-F238E27FC236}">
                <a16:creationId xmlns:a16="http://schemas.microsoft.com/office/drawing/2014/main" id="{FDB6B02F-43F9-AB0E-4BAD-6FCC23630B2F}"/>
              </a:ext>
            </a:extLst>
          </p:cNvPr>
          <p:cNvSpPr txBox="1"/>
          <p:nvPr/>
        </p:nvSpPr>
        <p:spPr>
          <a:xfrm>
            <a:off x="1242464" y="1273279"/>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Các nguồn tham khảo:</a:t>
            </a:r>
          </a:p>
        </p:txBody>
      </p:sp>
      <p:grpSp>
        <p:nvGrpSpPr>
          <p:cNvPr id="34" name="Group 9">
            <a:extLst>
              <a:ext uri="{FF2B5EF4-FFF2-40B4-BE49-F238E27FC236}">
                <a16:creationId xmlns:a16="http://schemas.microsoft.com/office/drawing/2014/main" id="{606F8CC3-EFB5-7E2B-F7DD-E5CFDC52DE28}"/>
              </a:ext>
            </a:extLst>
          </p:cNvPr>
          <p:cNvGrpSpPr/>
          <p:nvPr/>
        </p:nvGrpSpPr>
        <p:grpSpPr>
          <a:xfrm>
            <a:off x="1153794" y="3154832"/>
            <a:ext cx="15610205" cy="6172921"/>
            <a:chOff x="0" y="0"/>
            <a:chExt cx="1059993" cy="1253581"/>
          </a:xfrm>
          <a:solidFill>
            <a:srgbClr val="00B050">
              <a:alpha val="23000"/>
            </a:srgbClr>
          </a:solidFill>
        </p:grpSpPr>
        <p:sp>
          <p:nvSpPr>
            <p:cNvPr id="35" name="Freeform 10">
              <a:extLst>
                <a:ext uri="{FF2B5EF4-FFF2-40B4-BE49-F238E27FC236}">
                  <a16:creationId xmlns:a16="http://schemas.microsoft.com/office/drawing/2014/main" id="{2BD9F214-1D63-9F39-AAEF-7DE87C593570}"/>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grpFill/>
          </p:spPr>
        </p:sp>
        <p:sp>
          <p:nvSpPr>
            <p:cNvPr id="36" name="TextBox 11">
              <a:extLst>
                <a:ext uri="{FF2B5EF4-FFF2-40B4-BE49-F238E27FC236}">
                  <a16:creationId xmlns:a16="http://schemas.microsoft.com/office/drawing/2014/main" id="{B6FC8BAB-4197-C982-5EEA-4F189C830956}"/>
                </a:ext>
              </a:extLst>
            </p:cNvPr>
            <p:cNvSpPr txBox="1"/>
            <p:nvPr/>
          </p:nvSpPr>
          <p:spPr>
            <a:xfrm>
              <a:off x="0" y="-38100"/>
              <a:ext cx="1059993" cy="1291681"/>
            </a:xfrm>
            <a:prstGeom prst="rect">
              <a:avLst/>
            </a:prstGeom>
            <a:grpFill/>
          </p:spPr>
          <p:txBody>
            <a:bodyPr lIns="56476" tIns="56476" rIns="56476" bIns="56476" rtlCol="0" anchor="ctr"/>
            <a:lstStyle/>
            <a:p>
              <a:pPr algn="ctr">
                <a:lnSpc>
                  <a:spcPts val="3360"/>
                </a:lnSpc>
              </a:pPr>
              <a:endParaRPr/>
            </a:p>
          </p:txBody>
        </p:sp>
      </p:grpSp>
      <p:sp>
        <p:nvSpPr>
          <p:cNvPr id="38" name="TextBox 29">
            <a:extLst>
              <a:ext uri="{FF2B5EF4-FFF2-40B4-BE49-F238E27FC236}">
                <a16:creationId xmlns:a16="http://schemas.microsoft.com/office/drawing/2014/main" id="{343E5AB7-7B51-0853-01CE-82ED85EBA678}"/>
              </a:ext>
            </a:extLst>
          </p:cNvPr>
          <p:cNvSpPr txBox="1"/>
          <p:nvPr/>
        </p:nvSpPr>
        <p:spPr>
          <a:xfrm>
            <a:off x="1187750" y="3266900"/>
            <a:ext cx="15351994" cy="6550383"/>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14"/>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15"/>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16"/>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17"/>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18"/>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19"/>
              </a:rPr>
              <a:t>https://mst.gov.vn/phat-trien-nang-luong-tai-tao-mo-duong-cho-nhung-du-an-lon-197251118211650699.htm</a:t>
            </a:r>
            <a:r>
              <a:rPr lang="en-US" sz="2400">
                <a:latin typeface="Mali"/>
                <a:ea typeface="Mali"/>
                <a:cs typeface="Mali"/>
                <a:sym typeface="Mali"/>
                <a:hlinkClick r:id="rId19"/>
              </a:rPr>
              <a:t>l</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98694-56BD-7D98-F398-9D088FB2AE0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1D4211-DAAD-07C4-69D0-C266D041D28B}"/>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1A06A24-8201-5B8A-AB8E-D9307F85B526}"/>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61353A82-90F1-96E5-1E88-577EC9D9C853}"/>
              </a:ext>
            </a:extLst>
          </p:cNvPr>
          <p:cNvSpPr txBox="1"/>
          <p:nvPr/>
        </p:nvSpPr>
        <p:spPr>
          <a:xfrm>
            <a:off x="11488646" y="1759932"/>
            <a:ext cx="6409113" cy="415498"/>
          </a:xfrm>
          <a:prstGeom prst="rect">
            <a:avLst/>
          </a:prstGeom>
          <a:noFill/>
        </p:spPr>
        <p:txBody>
          <a:bodyPr wrap="square" rtlCol="0">
            <a:spAutoFit/>
          </a:bodyPr>
          <a:lstStyle/>
          <a:p>
            <a:pPr algn="ctr"/>
            <a:r>
              <a:rPr lang="en-VN" sz="2100">
                <a:noFill/>
                <a:latin typeface="iCiel Stabile Regular" panose="02000503000000000000" pitchFamily="2" charset="77"/>
              </a:rPr>
              <a:t>ơn</a:t>
            </a:r>
          </a:p>
        </p:txBody>
      </p:sp>
    </p:spTree>
    <p:extLst>
      <p:ext uri="{BB962C8B-B14F-4D97-AF65-F5344CB8AC3E}">
        <p14:creationId xmlns:p14="http://schemas.microsoft.com/office/powerpoint/2010/main" val="9765020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DC5A0-FFBB-24CE-54CA-AB16E8DD5E2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ED32BAC-9331-858E-EFF1-AA5355546B6B}"/>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497EF81-01D9-BF89-268E-B5B47A58D0FB}"/>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0F848332-5969-99F7-3A4A-6075E5248D9D}"/>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5660338D-3416-9094-D84E-FB65AC143F4A}"/>
              </a:ext>
            </a:extLst>
          </p:cNvPr>
          <p:cNvSpPr txBox="1"/>
          <p:nvPr/>
        </p:nvSpPr>
        <p:spPr>
          <a:xfrm>
            <a:off x="-1637790" y="4912667"/>
            <a:ext cx="5730849" cy="415498"/>
          </a:xfrm>
          <a:prstGeom prst="rect">
            <a:avLst/>
          </a:prstGeom>
          <a:noFill/>
        </p:spPr>
        <p:txBody>
          <a:bodyPr wrap="square" rtlCol="0">
            <a:spAutoFit/>
          </a:bodyPr>
          <a:lstStyle/>
          <a:p>
            <a:pPr algn="ctr"/>
            <a:r>
              <a:rPr lang="en-VN" sz="2100">
                <a:noFill/>
                <a:latin typeface="iCiel Stabile Regular" panose="02000503000000000000" pitchFamily="2" charset="77"/>
              </a:rPr>
              <a:t>thầy</a:t>
            </a:r>
          </a:p>
        </p:txBody>
      </p:sp>
    </p:spTree>
    <p:extLst>
      <p:ext uri="{BB962C8B-B14F-4D97-AF65-F5344CB8AC3E}">
        <p14:creationId xmlns:p14="http://schemas.microsoft.com/office/powerpoint/2010/main" val="31281020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6FE96-963E-0F10-E0DE-E785A819AD1B}"/>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ED206222-801A-5D08-4E96-5E8D80910821}"/>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7CA30F-1DC9-B3C4-672F-FBDC218FB947}"/>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0BE07FFE-9EA1-F69B-81FA-B3E55DE4EB97}"/>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8A2F1087-F058-8ADA-BA44-A08AD356FF12}"/>
              </a:ext>
            </a:extLst>
          </p:cNvPr>
          <p:cNvSpPr txBox="1"/>
          <p:nvPr/>
        </p:nvSpPr>
        <p:spPr>
          <a:xfrm>
            <a:off x="-311408"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57DC5E16-2838-6282-67B1-F4BE00F0B904}"/>
              </a:ext>
            </a:extLst>
          </p:cNvPr>
          <p:cNvSpPr txBox="1"/>
          <p:nvPr/>
        </p:nvSpPr>
        <p:spPr>
          <a:xfrm>
            <a:off x="3662282" y="4751085"/>
            <a:ext cx="5730849" cy="738664"/>
          </a:xfrm>
          <a:prstGeom prst="rect">
            <a:avLst/>
          </a:prstGeom>
          <a:noFill/>
        </p:spPr>
        <p:txBody>
          <a:bodyPr wrap="square" rtlCol="0">
            <a:spAutoFit/>
          </a:bodyPr>
          <a:lstStyle/>
          <a:p>
            <a:pPr algn="ctr"/>
            <a:r>
              <a:rPr lang="en-VN" sz="4200">
                <a:noFill/>
                <a:latin typeface="iCiel Stabile Regular" panose="02000503000000000000" pitchFamily="2" charset="77"/>
              </a:rPr>
              <a:t>cô</a:t>
            </a:r>
          </a:p>
        </p:txBody>
      </p:sp>
    </p:spTree>
    <p:extLst>
      <p:ext uri="{BB962C8B-B14F-4D97-AF65-F5344CB8AC3E}">
        <p14:creationId xmlns:p14="http://schemas.microsoft.com/office/powerpoint/2010/main" val="767241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2585B-7138-F45B-4ACD-016B9493928F}"/>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3F4B275-15D5-6683-66A6-99865B160944}"/>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3797E7A-0D3B-DEB1-AAFE-6D5DA543876E}"/>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4F534DFE-099C-05C3-E4F1-67161947DA3D}"/>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AAE1777F-A00F-F5E6-D9FB-A401E8319B41}"/>
              </a:ext>
            </a:extLst>
          </p:cNvPr>
          <p:cNvSpPr txBox="1"/>
          <p:nvPr/>
        </p:nvSpPr>
        <p:spPr>
          <a:xfrm>
            <a:off x="-311408"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849CBC74-06E3-471F-71FA-E59DD40B3504}"/>
              </a:ext>
            </a:extLst>
          </p:cNvPr>
          <p:cNvSpPr txBox="1"/>
          <p:nvPr/>
        </p:nvSpPr>
        <p:spPr>
          <a:xfrm>
            <a:off x="3286337"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cô</a:t>
            </a:r>
          </a:p>
        </p:txBody>
      </p:sp>
      <p:sp>
        <p:nvSpPr>
          <p:cNvPr id="6" name="TextBox 5">
            <a:extLst>
              <a:ext uri="{FF2B5EF4-FFF2-40B4-BE49-F238E27FC236}">
                <a16:creationId xmlns:a16="http://schemas.microsoft.com/office/drawing/2014/main" id="{BC80F8CE-D8DB-017B-63DE-C8FF7D0DBCAE}"/>
              </a:ext>
            </a:extLst>
          </p:cNvPr>
          <p:cNvSpPr txBox="1"/>
          <p:nvPr/>
        </p:nvSpPr>
        <p:spPr>
          <a:xfrm>
            <a:off x="6278576" y="4843418"/>
            <a:ext cx="5730849" cy="553998"/>
          </a:xfrm>
          <a:prstGeom prst="rect">
            <a:avLst/>
          </a:prstGeom>
          <a:noFill/>
        </p:spPr>
        <p:txBody>
          <a:bodyPr wrap="square" rtlCol="0">
            <a:spAutoFit/>
          </a:bodyPr>
          <a:lstStyle/>
          <a:p>
            <a:pPr algn="ctr"/>
            <a:r>
              <a:rPr lang="en-VN" sz="3000">
                <a:noFill/>
                <a:latin typeface="iCiel Stabile Regular" panose="02000503000000000000" pitchFamily="2" charset="77"/>
              </a:rPr>
              <a:t>và</a:t>
            </a:r>
          </a:p>
        </p:txBody>
      </p:sp>
    </p:spTree>
    <p:extLst>
      <p:ext uri="{BB962C8B-B14F-4D97-AF65-F5344CB8AC3E}">
        <p14:creationId xmlns:p14="http://schemas.microsoft.com/office/powerpoint/2010/main" val="28445942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B1DCD-24B8-2461-2E3D-389E53A07B6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1FA08FB-3544-EFC8-23C4-3A0A6A59EA6C}"/>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EC89D9C-D113-03F9-1E16-4AF46E24F8FE}"/>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86A0A86F-639E-EC9E-E30C-1D3B95F4479F}"/>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E86DEAEA-12C0-CC34-86FF-52158DB2BB47}"/>
              </a:ext>
            </a:extLst>
          </p:cNvPr>
          <p:cNvSpPr txBox="1"/>
          <p:nvPr/>
        </p:nvSpPr>
        <p:spPr>
          <a:xfrm>
            <a:off x="-311408"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03EEE993-4051-5139-E53F-FB4F7B532A3D}"/>
              </a:ext>
            </a:extLst>
          </p:cNvPr>
          <p:cNvSpPr txBox="1"/>
          <p:nvPr/>
        </p:nvSpPr>
        <p:spPr>
          <a:xfrm>
            <a:off x="3286337"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cô</a:t>
            </a:r>
          </a:p>
        </p:txBody>
      </p:sp>
      <p:sp>
        <p:nvSpPr>
          <p:cNvPr id="6" name="TextBox 5">
            <a:extLst>
              <a:ext uri="{FF2B5EF4-FFF2-40B4-BE49-F238E27FC236}">
                <a16:creationId xmlns:a16="http://schemas.microsoft.com/office/drawing/2014/main" id="{40CF5815-6DF7-6F58-C644-D7AEEBD24C34}"/>
              </a:ext>
            </a:extLst>
          </p:cNvPr>
          <p:cNvSpPr txBox="1"/>
          <p:nvPr/>
        </p:nvSpPr>
        <p:spPr>
          <a:xfrm>
            <a:off x="6151761"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và</a:t>
            </a:r>
          </a:p>
        </p:txBody>
      </p:sp>
      <p:sp>
        <p:nvSpPr>
          <p:cNvPr id="7" name="TextBox 6">
            <a:extLst>
              <a:ext uri="{FF2B5EF4-FFF2-40B4-BE49-F238E27FC236}">
                <a16:creationId xmlns:a16="http://schemas.microsoft.com/office/drawing/2014/main" id="{4AB104C2-8DCD-4E06-CE74-DCF6DDEA7D7C}"/>
              </a:ext>
            </a:extLst>
          </p:cNvPr>
          <p:cNvSpPr txBox="1"/>
          <p:nvPr/>
        </p:nvSpPr>
        <p:spPr>
          <a:xfrm>
            <a:off x="9144000" y="4843418"/>
            <a:ext cx="5730849" cy="553998"/>
          </a:xfrm>
          <a:prstGeom prst="rect">
            <a:avLst/>
          </a:prstGeom>
          <a:noFill/>
        </p:spPr>
        <p:txBody>
          <a:bodyPr wrap="square" rtlCol="0">
            <a:spAutoFit/>
          </a:bodyPr>
          <a:lstStyle/>
          <a:p>
            <a:pPr algn="ctr"/>
            <a:r>
              <a:rPr lang="en-VN" sz="3000">
                <a:noFill/>
                <a:latin typeface="iCiel Stabile Regular" panose="02000503000000000000" pitchFamily="2" charset="77"/>
              </a:rPr>
              <a:t>các</a:t>
            </a:r>
          </a:p>
        </p:txBody>
      </p:sp>
    </p:spTree>
    <p:extLst>
      <p:ext uri="{BB962C8B-B14F-4D97-AF65-F5344CB8AC3E}">
        <p14:creationId xmlns:p14="http://schemas.microsoft.com/office/powerpoint/2010/main" val="3232131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0BCA-72D8-D90E-7603-CA89314D1E0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2C86559-A24E-F4B4-E4A1-B2145849EB7F}"/>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109F6F-AF11-16CA-BD32-5140AE43AF15}"/>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1BE1F41A-4D93-0491-6252-F79CD59F92CE}"/>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D0FCF02D-895F-25DA-9F9D-19A5CD120B0D}"/>
              </a:ext>
            </a:extLst>
          </p:cNvPr>
          <p:cNvSpPr txBox="1"/>
          <p:nvPr/>
        </p:nvSpPr>
        <p:spPr>
          <a:xfrm>
            <a:off x="-311408"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46A5BBD8-812E-0144-FF72-1020F1A66464}"/>
              </a:ext>
            </a:extLst>
          </p:cNvPr>
          <p:cNvSpPr txBox="1"/>
          <p:nvPr/>
        </p:nvSpPr>
        <p:spPr>
          <a:xfrm>
            <a:off x="3286337"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cô</a:t>
            </a:r>
          </a:p>
        </p:txBody>
      </p:sp>
      <p:sp>
        <p:nvSpPr>
          <p:cNvPr id="6" name="TextBox 5">
            <a:extLst>
              <a:ext uri="{FF2B5EF4-FFF2-40B4-BE49-F238E27FC236}">
                <a16:creationId xmlns:a16="http://schemas.microsoft.com/office/drawing/2014/main" id="{9831012B-9DD7-FB13-33A6-42D79A3FD150}"/>
              </a:ext>
            </a:extLst>
          </p:cNvPr>
          <p:cNvSpPr txBox="1"/>
          <p:nvPr/>
        </p:nvSpPr>
        <p:spPr>
          <a:xfrm>
            <a:off x="6151761"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và</a:t>
            </a:r>
          </a:p>
        </p:txBody>
      </p:sp>
      <p:sp>
        <p:nvSpPr>
          <p:cNvPr id="7" name="TextBox 6">
            <a:extLst>
              <a:ext uri="{FF2B5EF4-FFF2-40B4-BE49-F238E27FC236}">
                <a16:creationId xmlns:a16="http://schemas.microsoft.com/office/drawing/2014/main" id="{DA4669BB-21D0-3DC9-6620-EE767A5EF140}"/>
              </a:ext>
            </a:extLst>
          </p:cNvPr>
          <p:cNvSpPr txBox="1"/>
          <p:nvPr/>
        </p:nvSpPr>
        <p:spPr>
          <a:xfrm>
            <a:off x="9460614" y="3504546"/>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các</a:t>
            </a:r>
          </a:p>
        </p:txBody>
      </p:sp>
      <p:sp>
        <p:nvSpPr>
          <p:cNvPr id="8" name="TextBox 7">
            <a:extLst>
              <a:ext uri="{FF2B5EF4-FFF2-40B4-BE49-F238E27FC236}">
                <a16:creationId xmlns:a16="http://schemas.microsoft.com/office/drawing/2014/main" id="{04218527-FD12-FABE-0122-440B15DF1A90}"/>
              </a:ext>
            </a:extLst>
          </p:cNvPr>
          <p:cNvSpPr txBox="1"/>
          <p:nvPr/>
        </p:nvSpPr>
        <p:spPr>
          <a:xfrm>
            <a:off x="13266336" y="4797251"/>
            <a:ext cx="5730849" cy="646331"/>
          </a:xfrm>
          <a:prstGeom prst="rect">
            <a:avLst/>
          </a:prstGeom>
          <a:noFill/>
        </p:spPr>
        <p:txBody>
          <a:bodyPr wrap="square" rtlCol="0">
            <a:spAutoFit/>
          </a:bodyPr>
          <a:lstStyle/>
          <a:p>
            <a:pPr algn="ctr"/>
            <a:r>
              <a:rPr lang="en-VN" sz="3600">
                <a:noFill/>
                <a:latin typeface="iCiel Stabile Regular" panose="02000503000000000000" pitchFamily="2" charset="77"/>
              </a:rPr>
              <a:t>bạn</a:t>
            </a:r>
          </a:p>
        </p:txBody>
      </p:sp>
    </p:spTree>
    <p:extLst>
      <p:ext uri="{BB962C8B-B14F-4D97-AF65-F5344CB8AC3E}">
        <p14:creationId xmlns:p14="http://schemas.microsoft.com/office/powerpoint/2010/main" val="40784673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3EA0B-07CD-0C99-E03C-1055743EBDA8}"/>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4C64EBE-D199-142C-7838-A7E25C6402AE}"/>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E588D62-FE2F-2121-6588-640175270800}"/>
              </a:ext>
            </a:extLst>
          </p:cNvPr>
          <p:cNvSpPr txBox="1"/>
          <p:nvPr/>
        </p:nvSpPr>
        <p:spPr>
          <a:xfrm>
            <a:off x="3594798"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B8B02C43-7240-25F7-F65E-2EB1E32ACE30}"/>
              </a:ext>
            </a:extLst>
          </p:cNvPr>
          <p:cNvSpPr txBox="1"/>
          <p:nvPr/>
        </p:nvSpPr>
        <p:spPr>
          <a:xfrm>
            <a:off x="7635971" y="328773"/>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49B2948D-81D4-822C-74CA-8DDE69490FFE}"/>
              </a:ext>
            </a:extLst>
          </p:cNvPr>
          <p:cNvSpPr txBox="1"/>
          <p:nvPr/>
        </p:nvSpPr>
        <p:spPr>
          <a:xfrm>
            <a:off x="-311408"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5247BFD8-5EB1-A027-25E4-322C1C9DEBFD}"/>
              </a:ext>
            </a:extLst>
          </p:cNvPr>
          <p:cNvSpPr txBox="1"/>
          <p:nvPr/>
        </p:nvSpPr>
        <p:spPr>
          <a:xfrm>
            <a:off x="3286337"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cô</a:t>
            </a:r>
          </a:p>
        </p:txBody>
      </p:sp>
      <p:sp>
        <p:nvSpPr>
          <p:cNvPr id="6" name="TextBox 5">
            <a:extLst>
              <a:ext uri="{FF2B5EF4-FFF2-40B4-BE49-F238E27FC236}">
                <a16:creationId xmlns:a16="http://schemas.microsoft.com/office/drawing/2014/main" id="{A7A4AE71-3C5E-F815-E78F-5778923C71AB}"/>
              </a:ext>
            </a:extLst>
          </p:cNvPr>
          <p:cNvSpPr txBox="1"/>
          <p:nvPr/>
        </p:nvSpPr>
        <p:spPr>
          <a:xfrm>
            <a:off x="6151761" y="3652760"/>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và</a:t>
            </a:r>
          </a:p>
        </p:txBody>
      </p:sp>
      <p:sp>
        <p:nvSpPr>
          <p:cNvPr id="7" name="TextBox 6">
            <a:extLst>
              <a:ext uri="{FF2B5EF4-FFF2-40B4-BE49-F238E27FC236}">
                <a16:creationId xmlns:a16="http://schemas.microsoft.com/office/drawing/2014/main" id="{B8151B96-2866-AEA5-D872-F5C518E7E02A}"/>
              </a:ext>
            </a:extLst>
          </p:cNvPr>
          <p:cNvSpPr txBox="1"/>
          <p:nvPr/>
        </p:nvSpPr>
        <p:spPr>
          <a:xfrm>
            <a:off x="9460614" y="3504546"/>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các</a:t>
            </a:r>
          </a:p>
        </p:txBody>
      </p:sp>
      <p:sp>
        <p:nvSpPr>
          <p:cNvPr id="8" name="TextBox 7">
            <a:extLst>
              <a:ext uri="{FF2B5EF4-FFF2-40B4-BE49-F238E27FC236}">
                <a16:creationId xmlns:a16="http://schemas.microsoft.com/office/drawing/2014/main" id="{01D4E7CB-832A-CF78-40A9-CD37035D0D1B}"/>
              </a:ext>
            </a:extLst>
          </p:cNvPr>
          <p:cNvSpPr txBox="1"/>
          <p:nvPr/>
        </p:nvSpPr>
        <p:spPr>
          <a:xfrm>
            <a:off x="13266336" y="3578654"/>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bạn</a:t>
            </a:r>
          </a:p>
        </p:txBody>
      </p:sp>
      <p:sp>
        <p:nvSpPr>
          <p:cNvPr id="9" name="TextBox 8">
            <a:extLst>
              <a:ext uri="{FF2B5EF4-FFF2-40B4-BE49-F238E27FC236}">
                <a16:creationId xmlns:a16="http://schemas.microsoft.com/office/drawing/2014/main" id="{CF82AB21-C5C9-6F86-2B76-A29366F8C031}"/>
              </a:ext>
            </a:extLst>
          </p:cNvPr>
          <p:cNvSpPr txBox="1"/>
          <p:nvPr/>
        </p:nvSpPr>
        <p:spPr>
          <a:xfrm>
            <a:off x="3272909" y="-3280603"/>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Tree>
    <p:extLst>
      <p:ext uri="{BB962C8B-B14F-4D97-AF65-F5344CB8AC3E}">
        <p14:creationId xmlns:p14="http://schemas.microsoft.com/office/powerpoint/2010/main" val="25688644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BE120-282B-3A1D-1D8F-1FCBEE5F4DC7}"/>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6F633BC-E3A0-9D1C-3710-0176E0A2F05C}"/>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CE734F5-0A56-3E58-39AB-92B1D9A04B3C}"/>
              </a:ext>
            </a:extLst>
          </p:cNvPr>
          <p:cNvSpPr txBox="1"/>
          <p:nvPr/>
        </p:nvSpPr>
        <p:spPr>
          <a:xfrm>
            <a:off x="3176821" y="4419242"/>
            <a:ext cx="2301407" cy="1338828"/>
          </a:xfrm>
          <a:prstGeom prst="rect">
            <a:avLst/>
          </a:prstGeom>
          <a:noFill/>
        </p:spPr>
        <p:txBody>
          <a:bodyPr wrap="square" rtlCol="0">
            <a:spAutoFit/>
          </a:bodyPr>
          <a:lstStyle/>
          <a:p>
            <a:pPr algn="ctr"/>
            <a:r>
              <a:rPr lang="en-VN" sz="8100">
                <a:solidFill>
                  <a:schemeClr val="bg1"/>
                </a:solidFill>
                <a:latin typeface="iCiel Stabile Regular" panose="02000503000000000000" pitchFamily="2" charset="77"/>
              </a:rPr>
              <a:t>CẢM</a:t>
            </a:r>
          </a:p>
        </p:txBody>
      </p:sp>
      <p:sp>
        <p:nvSpPr>
          <p:cNvPr id="2" name="TextBox 1">
            <a:extLst>
              <a:ext uri="{FF2B5EF4-FFF2-40B4-BE49-F238E27FC236}">
                <a16:creationId xmlns:a16="http://schemas.microsoft.com/office/drawing/2014/main" id="{760622A1-42DA-5C11-3C1C-A9029654F489}"/>
              </a:ext>
            </a:extLst>
          </p:cNvPr>
          <p:cNvSpPr txBox="1"/>
          <p:nvPr/>
        </p:nvSpPr>
        <p:spPr>
          <a:xfrm>
            <a:off x="4794017" y="4349991"/>
            <a:ext cx="2301407" cy="1338828"/>
          </a:xfrm>
          <a:prstGeom prst="rect">
            <a:avLst/>
          </a:prstGeom>
          <a:noFill/>
        </p:spPr>
        <p:txBody>
          <a:bodyPr wrap="square" rtlCol="0">
            <a:spAutoFit/>
          </a:bodyPr>
          <a:lstStyle/>
          <a:p>
            <a:pPr algn="ctr"/>
            <a:r>
              <a:rPr lang="en-VN" sz="8100">
                <a:solidFill>
                  <a:schemeClr val="bg1"/>
                </a:solidFill>
                <a:latin typeface="iCiel Stabile Regular" panose="02000503000000000000" pitchFamily="2" charset="77"/>
              </a:rPr>
              <a:t>ơn</a:t>
            </a:r>
          </a:p>
        </p:txBody>
      </p:sp>
      <p:sp>
        <p:nvSpPr>
          <p:cNvPr id="3" name="TextBox 2">
            <a:extLst>
              <a:ext uri="{FF2B5EF4-FFF2-40B4-BE49-F238E27FC236}">
                <a16:creationId xmlns:a16="http://schemas.microsoft.com/office/drawing/2014/main" id="{0F3989C5-9E1B-B273-9628-A3701E5B52B1}"/>
              </a:ext>
            </a:extLst>
          </p:cNvPr>
          <p:cNvSpPr txBox="1"/>
          <p:nvPr/>
        </p:nvSpPr>
        <p:spPr>
          <a:xfrm>
            <a:off x="6582405" y="4419242"/>
            <a:ext cx="2057853" cy="1200329"/>
          </a:xfrm>
          <a:prstGeom prst="rect">
            <a:avLst/>
          </a:prstGeom>
          <a:noFill/>
        </p:spPr>
        <p:txBody>
          <a:bodyPr wrap="square" rtlCol="0">
            <a:spAutoFit/>
          </a:bodyPr>
          <a:lstStyle/>
          <a:p>
            <a:pPr algn="ctr"/>
            <a:r>
              <a:rPr lang="en-VN" sz="7200">
                <a:solidFill>
                  <a:schemeClr val="bg1"/>
                </a:solidFill>
                <a:latin typeface="iCiel Stabile Regular" panose="02000503000000000000" pitchFamily="2" charset="77"/>
              </a:rPr>
              <a:t>thầy</a:t>
            </a:r>
          </a:p>
        </p:txBody>
      </p:sp>
      <p:sp>
        <p:nvSpPr>
          <p:cNvPr id="5" name="TextBox 4">
            <a:extLst>
              <a:ext uri="{FF2B5EF4-FFF2-40B4-BE49-F238E27FC236}">
                <a16:creationId xmlns:a16="http://schemas.microsoft.com/office/drawing/2014/main" id="{794C045A-5C59-07D4-A870-8563886D4D5A}"/>
              </a:ext>
            </a:extLst>
          </p:cNvPr>
          <p:cNvSpPr txBox="1"/>
          <p:nvPr/>
        </p:nvSpPr>
        <p:spPr>
          <a:xfrm>
            <a:off x="8330274" y="4372178"/>
            <a:ext cx="2057853" cy="1200329"/>
          </a:xfrm>
          <a:prstGeom prst="rect">
            <a:avLst/>
          </a:prstGeom>
          <a:noFill/>
        </p:spPr>
        <p:txBody>
          <a:bodyPr wrap="square" rtlCol="0">
            <a:spAutoFit/>
          </a:bodyPr>
          <a:lstStyle/>
          <a:p>
            <a:pPr algn="ctr"/>
            <a:r>
              <a:rPr lang="en-VN" sz="7200">
                <a:solidFill>
                  <a:schemeClr val="bg1"/>
                </a:solidFill>
                <a:latin typeface="iCiel Stabile Regular" panose="02000503000000000000" pitchFamily="2" charset="77"/>
              </a:rPr>
              <a:t>cô</a:t>
            </a:r>
          </a:p>
        </p:txBody>
      </p:sp>
      <p:sp>
        <p:nvSpPr>
          <p:cNvPr id="6" name="TextBox 5">
            <a:extLst>
              <a:ext uri="{FF2B5EF4-FFF2-40B4-BE49-F238E27FC236}">
                <a16:creationId xmlns:a16="http://schemas.microsoft.com/office/drawing/2014/main" id="{AB903612-B84D-AB60-C06B-9CADF573FD7D}"/>
              </a:ext>
            </a:extLst>
          </p:cNvPr>
          <p:cNvSpPr txBox="1"/>
          <p:nvPr/>
        </p:nvSpPr>
        <p:spPr>
          <a:xfrm>
            <a:off x="9744437" y="4419242"/>
            <a:ext cx="2057853" cy="1200329"/>
          </a:xfrm>
          <a:prstGeom prst="rect">
            <a:avLst/>
          </a:prstGeom>
          <a:noFill/>
        </p:spPr>
        <p:txBody>
          <a:bodyPr wrap="square" rtlCol="0">
            <a:spAutoFit/>
          </a:bodyPr>
          <a:lstStyle/>
          <a:p>
            <a:pPr algn="ctr"/>
            <a:r>
              <a:rPr lang="en-VN" sz="7200">
                <a:solidFill>
                  <a:schemeClr val="bg1"/>
                </a:solidFill>
                <a:latin typeface="iCiel Stabile Regular" panose="02000503000000000000" pitchFamily="2" charset="77"/>
              </a:rPr>
              <a:t>và</a:t>
            </a:r>
          </a:p>
        </p:txBody>
      </p:sp>
      <p:sp>
        <p:nvSpPr>
          <p:cNvPr id="7" name="TextBox 6">
            <a:extLst>
              <a:ext uri="{FF2B5EF4-FFF2-40B4-BE49-F238E27FC236}">
                <a16:creationId xmlns:a16="http://schemas.microsoft.com/office/drawing/2014/main" id="{455C60EB-168D-CEE4-AFAC-8DB079337CD9}"/>
              </a:ext>
            </a:extLst>
          </p:cNvPr>
          <p:cNvSpPr txBox="1"/>
          <p:nvPr/>
        </p:nvSpPr>
        <p:spPr>
          <a:xfrm>
            <a:off x="11281586" y="4345135"/>
            <a:ext cx="2057853" cy="1200329"/>
          </a:xfrm>
          <a:prstGeom prst="rect">
            <a:avLst/>
          </a:prstGeom>
          <a:noFill/>
        </p:spPr>
        <p:txBody>
          <a:bodyPr wrap="square" rtlCol="0">
            <a:spAutoFit/>
          </a:bodyPr>
          <a:lstStyle/>
          <a:p>
            <a:pPr algn="ctr"/>
            <a:r>
              <a:rPr lang="en-VN" sz="7200">
                <a:solidFill>
                  <a:schemeClr val="bg1"/>
                </a:solidFill>
                <a:latin typeface="iCiel Stabile Regular" panose="02000503000000000000" pitchFamily="2" charset="77"/>
              </a:rPr>
              <a:t>các</a:t>
            </a:r>
          </a:p>
        </p:txBody>
      </p:sp>
      <p:sp>
        <p:nvSpPr>
          <p:cNvPr id="8" name="TextBox 7">
            <a:extLst>
              <a:ext uri="{FF2B5EF4-FFF2-40B4-BE49-F238E27FC236}">
                <a16:creationId xmlns:a16="http://schemas.microsoft.com/office/drawing/2014/main" id="{B21DF9EF-1AE6-672D-CD4B-92C23F5FB9FD}"/>
              </a:ext>
            </a:extLst>
          </p:cNvPr>
          <p:cNvSpPr txBox="1"/>
          <p:nvPr/>
        </p:nvSpPr>
        <p:spPr>
          <a:xfrm>
            <a:off x="13100444" y="4345134"/>
            <a:ext cx="2057853" cy="1200329"/>
          </a:xfrm>
          <a:prstGeom prst="rect">
            <a:avLst/>
          </a:prstGeom>
          <a:noFill/>
        </p:spPr>
        <p:txBody>
          <a:bodyPr wrap="square" rtlCol="0">
            <a:spAutoFit/>
          </a:bodyPr>
          <a:lstStyle/>
          <a:p>
            <a:pPr algn="ctr"/>
            <a:r>
              <a:rPr lang="en-VN" sz="7200">
                <a:solidFill>
                  <a:schemeClr val="bg1"/>
                </a:solidFill>
                <a:latin typeface="iCiel Stabile Regular" panose="02000503000000000000" pitchFamily="2" charset="77"/>
              </a:rPr>
              <a:t>bạn</a:t>
            </a:r>
          </a:p>
        </p:txBody>
      </p:sp>
      <p:sp>
        <p:nvSpPr>
          <p:cNvPr id="9" name="TextBox 8">
            <a:extLst>
              <a:ext uri="{FF2B5EF4-FFF2-40B4-BE49-F238E27FC236}">
                <a16:creationId xmlns:a16="http://schemas.microsoft.com/office/drawing/2014/main" id="{D4495764-C022-F422-B581-819221052B5B}"/>
              </a:ext>
            </a:extLst>
          </p:cNvPr>
          <p:cNvSpPr txBox="1"/>
          <p:nvPr/>
        </p:nvSpPr>
        <p:spPr>
          <a:xfrm>
            <a:off x="3272909" y="-3280603"/>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Tree>
    <p:extLst>
      <p:ext uri="{BB962C8B-B14F-4D97-AF65-F5344CB8AC3E}">
        <p14:creationId xmlns:p14="http://schemas.microsoft.com/office/powerpoint/2010/main" val="2050598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BDCB1-A16B-1777-5B21-77A3C3E97BC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2FCA3DB-6615-3FC0-B581-D6648CD7BB9A}"/>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D3685F0-924E-3F86-4D06-205DF60F4F42}"/>
              </a:ext>
            </a:extLst>
          </p:cNvPr>
          <p:cNvSpPr txBox="1"/>
          <p:nvPr/>
        </p:nvSpPr>
        <p:spPr>
          <a:xfrm>
            <a:off x="3272909"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59C2EF94-7FD2-74AC-085B-E3163E79E0F3}"/>
              </a:ext>
            </a:extLst>
          </p:cNvPr>
          <p:cNvSpPr txBox="1"/>
          <p:nvPr/>
        </p:nvSpPr>
        <p:spPr>
          <a:xfrm>
            <a:off x="8867328" y="-2858572"/>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nghe</a:t>
            </a:r>
          </a:p>
        </p:txBody>
      </p:sp>
    </p:spTree>
    <p:extLst>
      <p:ext uri="{BB962C8B-B14F-4D97-AF65-F5344CB8AC3E}">
        <p14:creationId xmlns:p14="http://schemas.microsoft.com/office/powerpoint/2010/main" val="4161056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0DB02-D76E-0CB1-4B28-E488C8B825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7D4B3A8-987A-FF05-37F5-92C22B688A2F}"/>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917C903-96A3-AA93-3E7C-B22F9B286211}"/>
              </a:ext>
            </a:extLst>
          </p:cNvPr>
          <p:cNvSpPr txBox="1"/>
          <p:nvPr/>
        </p:nvSpPr>
        <p:spPr>
          <a:xfrm>
            <a:off x="3272909"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05D25B71-F40F-8136-007B-778136365956}"/>
              </a:ext>
            </a:extLst>
          </p:cNvPr>
          <p:cNvSpPr txBox="1"/>
          <p:nvPr/>
        </p:nvSpPr>
        <p:spPr>
          <a:xfrm>
            <a:off x="8867328"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B6501185-0B91-0C7B-B4E6-B508D46C7035}"/>
              </a:ext>
            </a:extLst>
          </p:cNvPr>
          <p:cNvSpPr txBox="1"/>
          <p:nvPr/>
        </p:nvSpPr>
        <p:spPr>
          <a:xfrm>
            <a:off x="-3403129" y="4958834"/>
            <a:ext cx="25094258" cy="323165"/>
          </a:xfrm>
          <a:prstGeom prst="rect">
            <a:avLst/>
          </a:prstGeom>
          <a:noFill/>
        </p:spPr>
        <p:txBody>
          <a:bodyPr wrap="square" rtlCol="0">
            <a:spAutoFit/>
          </a:bodyPr>
          <a:lstStyle/>
          <a:p>
            <a:pPr algn="ctr"/>
            <a:r>
              <a:rPr lang="en-US" sz="1500">
                <a:noFill/>
                <a:latin typeface="iCiel Stabile Regular" panose="02000503000000000000" pitchFamily="2" charset="77"/>
              </a:rPr>
              <a:t>B</a:t>
            </a:r>
            <a:r>
              <a:rPr lang="en-VN" sz="1500">
                <a:noFill/>
                <a:latin typeface="iCiel Stabile Regular" panose="02000503000000000000" pitchFamily="2" charset="77"/>
              </a:rPr>
              <a:t>ài thuyết trình nhóm em</a:t>
            </a:r>
          </a:p>
        </p:txBody>
      </p:sp>
    </p:spTree>
    <p:extLst>
      <p:ext uri="{BB962C8B-B14F-4D97-AF65-F5344CB8AC3E}">
        <p14:creationId xmlns:p14="http://schemas.microsoft.com/office/powerpoint/2010/main" val="29020543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082DA-9E10-C3D8-C0B1-F30601B0EB9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66BE6EF-2660-495E-5D75-0DE4D4C6B961}"/>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62C54FC-D6AA-4FFD-5212-D5DCBD7D9166}"/>
              </a:ext>
            </a:extLst>
          </p:cNvPr>
          <p:cNvSpPr txBox="1"/>
          <p:nvPr/>
        </p:nvSpPr>
        <p:spPr>
          <a:xfrm>
            <a:off x="3272909"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6E4C1826-6993-F3F2-9C1D-E615B593214C}"/>
              </a:ext>
            </a:extLst>
          </p:cNvPr>
          <p:cNvSpPr txBox="1"/>
          <p:nvPr/>
        </p:nvSpPr>
        <p:spPr>
          <a:xfrm>
            <a:off x="8867328"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B7386728-B0D9-70C4-C77B-44C9F05DD16B}"/>
              </a:ext>
            </a:extLst>
          </p:cNvPr>
          <p:cNvSpPr txBox="1"/>
          <p:nvPr/>
        </p:nvSpPr>
        <p:spPr>
          <a:xfrm>
            <a:off x="-3403129" y="4704919"/>
            <a:ext cx="25094258" cy="830997"/>
          </a:xfrm>
          <a:prstGeom prst="rect">
            <a:avLst/>
          </a:prstGeom>
          <a:noFill/>
        </p:spPr>
        <p:txBody>
          <a:bodyPr wrap="square" rtlCol="0">
            <a:spAutoFit/>
          </a:bodyPr>
          <a:lstStyle/>
          <a:p>
            <a:pPr algn="ctr"/>
            <a:r>
              <a:rPr lang="en-US" sz="4800">
                <a:solidFill>
                  <a:schemeClr val="bg1"/>
                </a:solidFill>
                <a:latin typeface="iCiel Stabile Regular" panose="02000503000000000000" pitchFamily="2" charset="77"/>
              </a:rPr>
              <a:t>B</a:t>
            </a:r>
            <a:r>
              <a:rPr lang="en-VN" sz="4800">
                <a:solidFill>
                  <a:schemeClr val="bg1"/>
                </a:solidFill>
                <a:latin typeface="iCiel Stabile Regular" panose="02000503000000000000" pitchFamily="2" charset="77"/>
              </a:rPr>
              <a:t>ài thuyết trình nhóm em</a:t>
            </a:r>
          </a:p>
        </p:txBody>
      </p:sp>
    </p:spTree>
    <p:extLst>
      <p:ext uri="{BB962C8B-B14F-4D97-AF65-F5344CB8AC3E}">
        <p14:creationId xmlns:p14="http://schemas.microsoft.com/office/powerpoint/2010/main" val="4000962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F382D-34D0-E660-9182-E7B93B42018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DF14FF3-5811-F2C0-1B50-DA5B557FC060}"/>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5D84F11-E9DB-D25A-D667-05D4AD05B9F3}"/>
              </a:ext>
            </a:extLst>
          </p:cNvPr>
          <p:cNvSpPr txBox="1"/>
          <p:nvPr/>
        </p:nvSpPr>
        <p:spPr>
          <a:xfrm>
            <a:off x="3272909"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3935F68A-EAB9-B238-0F9E-29720FE33F1C}"/>
              </a:ext>
            </a:extLst>
          </p:cNvPr>
          <p:cNvSpPr txBox="1"/>
          <p:nvPr/>
        </p:nvSpPr>
        <p:spPr>
          <a:xfrm>
            <a:off x="8867328" y="834197"/>
            <a:ext cx="5730849" cy="2746906"/>
          </a:xfrm>
          <a:prstGeom prst="rect">
            <a:avLst/>
          </a:prstGeom>
          <a:noFill/>
        </p:spPr>
        <p:txBody>
          <a:bodyPr wrap="square" rtlCol="0">
            <a:spAutoFit/>
          </a:bodyPr>
          <a:lstStyle/>
          <a:p>
            <a:pPr algn="ctr"/>
            <a:r>
              <a:rPr lang="en-VN" sz="172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345D4D45-4ADE-1DD7-0502-7AA4C942DF91}"/>
              </a:ext>
            </a:extLst>
          </p:cNvPr>
          <p:cNvSpPr txBox="1"/>
          <p:nvPr/>
        </p:nvSpPr>
        <p:spPr>
          <a:xfrm>
            <a:off x="-3403129" y="4058588"/>
            <a:ext cx="25094258" cy="2123658"/>
          </a:xfrm>
          <a:prstGeom prst="rect">
            <a:avLst/>
          </a:prstGeom>
          <a:noFill/>
        </p:spPr>
        <p:txBody>
          <a:bodyPr wrap="square" rtlCol="0">
            <a:spAutoFit/>
          </a:bodyPr>
          <a:lstStyle/>
          <a:p>
            <a:pPr algn="ctr"/>
            <a:r>
              <a:rPr lang="en-US" sz="13200">
                <a:solidFill>
                  <a:schemeClr val="bg1"/>
                </a:solidFill>
                <a:latin typeface="iCiel Stabile Regular" panose="02000503000000000000" pitchFamily="2" charset="77"/>
              </a:rPr>
              <a:t>B</a:t>
            </a:r>
            <a:r>
              <a:rPr lang="en-VN" sz="13200">
                <a:solidFill>
                  <a:schemeClr val="bg1"/>
                </a:solidFill>
                <a:latin typeface="iCiel Stabile Regular" panose="02000503000000000000" pitchFamily="2" charset="77"/>
              </a:rPr>
              <a:t>ài thuyết trình nhóm em</a:t>
            </a:r>
          </a:p>
        </p:txBody>
      </p:sp>
    </p:spTree>
    <p:extLst>
      <p:ext uri="{BB962C8B-B14F-4D97-AF65-F5344CB8AC3E}">
        <p14:creationId xmlns:p14="http://schemas.microsoft.com/office/powerpoint/2010/main" val="3812863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017DA-4F84-1A14-0FA1-D81958829C0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7E68C08-A017-9447-8FD9-0422545D72B8}"/>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B858D21-CAB9-D338-7A35-7F08514452E7}"/>
              </a:ext>
            </a:extLst>
          </p:cNvPr>
          <p:cNvSpPr txBox="1"/>
          <p:nvPr/>
        </p:nvSpPr>
        <p:spPr>
          <a:xfrm>
            <a:off x="0" y="411436"/>
            <a:ext cx="9218070" cy="4685898"/>
          </a:xfrm>
          <a:prstGeom prst="rect">
            <a:avLst/>
          </a:prstGeom>
          <a:noFill/>
        </p:spPr>
        <p:txBody>
          <a:bodyPr wrap="square" rtlCol="0">
            <a:spAutoFit/>
          </a:bodyPr>
          <a:lstStyle/>
          <a:p>
            <a:pPr algn="ctr"/>
            <a:r>
              <a:rPr lang="en-VN" sz="2985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D1BD6583-0CC1-584C-ACA5-C0DF9B28E87E}"/>
              </a:ext>
            </a:extLst>
          </p:cNvPr>
          <p:cNvSpPr txBox="1"/>
          <p:nvPr/>
        </p:nvSpPr>
        <p:spPr>
          <a:xfrm>
            <a:off x="7395716" y="3783472"/>
            <a:ext cx="5730849" cy="1015663"/>
          </a:xfrm>
          <a:prstGeom prst="rect">
            <a:avLst/>
          </a:prstGeom>
          <a:noFill/>
        </p:spPr>
        <p:txBody>
          <a:bodyPr wrap="square" rtlCol="0">
            <a:spAutoFit/>
          </a:bodyPr>
          <a:lstStyle/>
          <a:p>
            <a:pPr algn="ctr"/>
            <a:r>
              <a:rPr lang="en-VN" sz="600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2BCF979E-E50E-A600-48B8-DC345BE3AE01}"/>
              </a:ext>
            </a:extLst>
          </p:cNvPr>
          <p:cNvSpPr txBox="1"/>
          <p:nvPr/>
        </p:nvSpPr>
        <p:spPr>
          <a:xfrm>
            <a:off x="-3403129" y="4843418"/>
            <a:ext cx="25094258" cy="553998"/>
          </a:xfrm>
          <a:prstGeom prst="rect">
            <a:avLst/>
          </a:prstGeom>
          <a:noFill/>
        </p:spPr>
        <p:txBody>
          <a:bodyPr wrap="square" rtlCol="0">
            <a:spAutoFit/>
          </a:bodyPr>
          <a:lstStyle/>
          <a:p>
            <a:pPr algn="ctr"/>
            <a:r>
              <a:rPr lang="en-US" sz="3000">
                <a:solidFill>
                  <a:schemeClr val="bg1"/>
                </a:solidFill>
                <a:latin typeface="iCiel Stabile Regular" panose="02000503000000000000" pitchFamily="2" charset="77"/>
              </a:rPr>
              <a:t>B</a:t>
            </a:r>
            <a:r>
              <a:rPr lang="en-VN" sz="3000">
                <a:solidFill>
                  <a:schemeClr val="bg1"/>
                </a:solidFill>
                <a:latin typeface="iCiel Stabile Regular" panose="02000503000000000000" pitchFamily="2" charset="77"/>
              </a:rPr>
              <a:t>ài thuyết trình nhóm em</a:t>
            </a:r>
          </a:p>
        </p:txBody>
      </p:sp>
    </p:spTree>
    <p:extLst>
      <p:ext uri="{BB962C8B-B14F-4D97-AF65-F5344CB8AC3E}">
        <p14:creationId xmlns:p14="http://schemas.microsoft.com/office/powerpoint/2010/main" val="830575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A2AB0-AEAB-1A88-6419-3404D2274FB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D90416F-1E60-026C-586A-A1E346E9FF74}"/>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904EF8B-5C1D-6DC8-7035-E94B525FB239}"/>
              </a:ext>
            </a:extLst>
          </p:cNvPr>
          <p:cNvSpPr txBox="1"/>
          <p:nvPr/>
        </p:nvSpPr>
        <p:spPr>
          <a:xfrm>
            <a:off x="6943725" y="4014303"/>
            <a:ext cx="2200275" cy="553998"/>
          </a:xfrm>
          <a:prstGeom prst="rect">
            <a:avLst/>
          </a:prstGeom>
          <a:noFill/>
        </p:spPr>
        <p:txBody>
          <a:bodyPr wrap="square" rtlCol="0">
            <a:spAutoFit/>
          </a:bodyPr>
          <a:lstStyle/>
          <a:p>
            <a:pPr algn="ctr"/>
            <a:r>
              <a:rPr lang="en-VN" sz="300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57ABB851-D90A-930A-A820-29C0A6A384F0}"/>
              </a:ext>
            </a:extLst>
          </p:cNvPr>
          <p:cNvSpPr txBox="1"/>
          <p:nvPr/>
        </p:nvSpPr>
        <p:spPr>
          <a:xfrm>
            <a:off x="7924353" y="411436"/>
            <a:ext cx="10363647" cy="4685898"/>
          </a:xfrm>
          <a:prstGeom prst="rect">
            <a:avLst/>
          </a:prstGeom>
          <a:noFill/>
        </p:spPr>
        <p:txBody>
          <a:bodyPr wrap="square" rtlCol="0">
            <a:spAutoFit/>
          </a:bodyPr>
          <a:lstStyle/>
          <a:p>
            <a:pPr algn="ctr"/>
            <a:r>
              <a:rPr lang="en-VN" sz="298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58473556-FE5B-A51C-C18D-8E537C36C7F4}"/>
              </a:ext>
            </a:extLst>
          </p:cNvPr>
          <p:cNvSpPr txBox="1"/>
          <p:nvPr/>
        </p:nvSpPr>
        <p:spPr>
          <a:xfrm>
            <a:off x="-5603404" y="4843418"/>
            <a:ext cx="25094258" cy="553998"/>
          </a:xfrm>
          <a:prstGeom prst="rect">
            <a:avLst/>
          </a:prstGeom>
          <a:noFill/>
        </p:spPr>
        <p:txBody>
          <a:bodyPr wrap="square" rtlCol="0">
            <a:spAutoFit/>
          </a:bodyPr>
          <a:lstStyle/>
          <a:p>
            <a:pPr algn="ctr"/>
            <a:r>
              <a:rPr lang="en-US" sz="3000">
                <a:solidFill>
                  <a:schemeClr val="bg1"/>
                </a:solidFill>
                <a:latin typeface="iCiel Stabile Regular" panose="02000503000000000000" pitchFamily="2" charset="77"/>
              </a:rPr>
              <a:t>B</a:t>
            </a:r>
            <a:r>
              <a:rPr lang="en-VN" sz="3000">
                <a:solidFill>
                  <a:schemeClr val="bg1"/>
                </a:solidFill>
                <a:latin typeface="iCiel Stabile Regular" panose="02000503000000000000" pitchFamily="2" charset="77"/>
              </a:rPr>
              <a:t>ài thuyết trình nhóm em</a:t>
            </a:r>
          </a:p>
        </p:txBody>
      </p:sp>
    </p:spTree>
    <p:extLst>
      <p:ext uri="{BB962C8B-B14F-4D97-AF65-F5344CB8AC3E}">
        <p14:creationId xmlns:p14="http://schemas.microsoft.com/office/powerpoint/2010/main" val="4165537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31C92-6100-31B0-4EAC-936C23B94A6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7046FBB-2314-471E-85A9-AFCA662FFBE0}"/>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D465384-433F-43DB-5F31-CD1651BB46EA}"/>
              </a:ext>
            </a:extLst>
          </p:cNvPr>
          <p:cNvSpPr txBox="1"/>
          <p:nvPr/>
        </p:nvSpPr>
        <p:spPr>
          <a:xfrm>
            <a:off x="-3914775" y="4014303"/>
            <a:ext cx="2200275" cy="553998"/>
          </a:xfrm>
          <a:prstGeom prst="rect">
            <a:avLst/>
          </a:prstGeom>
          <a:noFill/>
        </p:spPr>
        <p:txBody>
          <a:bodyPr wrap="square" rtlCol="0">
            <a:spAutoFit/>
          </a:bodyPr>
          <a:lstStyle/>
          <a:p>
            <a:pPr algn="ctr"/>
            <a:r>
              <a:rPr lang="en-VN" sz="300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B5F3483E-C999-B432-54AE-2CAE1D40AAC0}"/>
              </a:ext>
            </a:extLst>
          </p:cNvPr>
          <p:cNvSpPr txBox="1"/>
          <p:nvPr/>
        </p:nvSpPr>
        <p:spPr>
          <a:xfrm>
            <a:off x="18439953" y="411436"/>
            <a:ext cx="10363647" cy="4685898"/>
          </a:xfrm>
          <a:prstGeom prst="rect">
            <a:avLst/>
          </a:prstGeom>
          <a:noFill/>
        </p:spPr>
        <p:txBody>
          <a:bodyPr wrap="square" rtlCol="0">
            <a:spAutoFit/>
          </a:bodyPr>
          <a:lstStyle/>
          <a:p>
            <a:pPr algn="ctr"/>
            <a:r>
              <a:rPr lang="en-VN" sz="298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82CE97E8-A220-5941-AC48-E0DB0731D9BA}"/>
              </a:ext>
            </a:extLst>
          </p:cNvPr>
          <p:cNvSpPr txBox="1"/>
          <p:nvPr/>
        </p:nvSpPr>
        <p:spPr>
          <a:xfrm>
            <a:off x="-3403129" y="4518372"/>
            <a:ext cx="25094258" cy="1107996"/>
          </a:xfrm>
          <a:prstGeom prst="rect">
            <a:avLst/>
          </a:prstGeom>
          <a:noFill/>
        </p:spPr>
        <p:txBody>
          <a:bodyPr wrap="square" rtlCol="0">
            <a:spAutoFit/>
          </a:bodyPr>
          <a:lstStyle/>
          <a:p>
            <a:pPr algn="ctr"/>
            <a:r>
              <a:rPr lang="en-US" sz="6600">
                <a:solidFill>
                  <a:schemeClr val="bg1"/>
                </a:solidFill>
                <a:latin typeface="iCiel Stabile Regular" panose="02000503000000000000" pitchFamily="2" charset="77"/>
              </a:rPr>
              <a:t>B</a:t>
            </a:r>
            <a:r>
              <a:rPr lang="en-VN" sz="6600">
                <a:solidFill>
                  <a:schemeClr val="bg1"/>
                </a:solidFill>
                <a:latin typeface="iCiel Stabile Regular" panose="02000503000000000000" pitchFamily="2" charset="77"/>
              </a:rPr>
              <a:t>ài thuyết trình nhóm em</a:t>
            </a:r>
          </a:p>
        </p:txBody>
      </p:sp>
    </p:spTree>
    <p:extLst>
      <p:ext uri="{BB962C8B-B14F-4D97-AF65-F5344CB8AC3E}">
        <p14:creationId xmlns:p14="http://schemas.microsoft.com/office/powerpoint/2010/main" val="20748723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AAF8E-037A-E81E-6502-20E1CF42C175}"/>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F592550B-C0AC-5193-B65F-D843FA758524}"/>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013EA35-C311-6F9C-7B34-E129B27CD2A8}"/>
              </a:ext>
            </a:extLst>
          </p:cNvPr>
          <p:cNvSpPr txBox="1"/>
          <p:nvPr/>
        </p:nvSpPr>
        <p:spPr>
          <a:xfrm>
            <a:off x="-3914775" y="4014303"/>
            <a:ext cx="2200275" cy="553998"/>
          </a:xfrm>
          <a:prstGeom prst="rect">
            <a:avLst/>
          </a:prstGeom>
          <a:noFill/>
        </p:spPr>
        <p:txBody>
          <a:bodyPr wrap="square" rtlCol="0">
            <a:spAutoFit/>
          </a:bodyPr>
          <a:lstStyle/>
          <a:p>
            <a:pPr algn="ctr"/>
            <a:r>
              <a:rPr lang="en-VN" sz="3000">
                <a:solidFill>
                  <a:schemeClr val="bg1"/>
                </a:solidFill>
                <a:latin typeface="iCiel Stabile Regular" panose="02000503000000000000" pitchFamily="2" charset="77"/>
              </a:rPr>
              <a:t>lắng</a:t>
            </a:r>
          </a:p>
        </p:txBody>
      </p:sp>
      <p:sp>
        <p:nvSpPr>
          <p:cNvPr id="10" name="TextBox 9">
            <a:extLst>
              <a:ext uri="{FF2B5EF4-FFF2-40B4-BE49-F238E27FC236}">
                <a16:creationId xmlns:a16="http://schemas.microsoft.com/office/drawing/2014/main" id="{E6D55324-8421-4691-D8BC-03EE89863885}"/>
              </a:ext>
            </a:extLst>
          </p:cNvPr>
          <p:cNvSpPr txBox="1"/>
          <p:nvPr/>
        </p:nvSpPr>
        <p:spPr>
          <a:xfrm>
            <a:off x="18439953" y="411436"/>
            <a:ext cx="10363647" cy="4685898"/>
          </a:xfrm>
          <a:prstGeom prst="rect">
            <a:avLst/>
          </a:prstGeom>
          <a:noFill/>
        </p:spPr>
        <p:txBody>
          <a:bodyPr wrap="square" rtlCol="0">
            <a:spAutoFit/>
          </a:bodyPr>
          <a:lstStyle/>
          <a:p>
            <a:pPr algn="ctr"/>
            <a:r>
              <a:rPr lang="en-VN" sz="29850">
                <a:solidFill>
                  <a:schemeClr val="bg1"/>
                </a:solidFill>
                <a:latin typeface="iCiel Stabile Regular" panose="02000503000000000000" pitchFamily="2" charset="77"/>
              </a:rPr>
              <a:t>nghe</a:t>
            </a:r>
          </a:p>
        </p:txBody>
      </p:sp>
      <p:sp>
        <p:nvSpPr>
          <p:cNvPr id="2" name="TextBox 1">
            <a:extLst>
              <a:ext uri="{FF2B5EF4-FFF2-40B4-BE49-F238E27FC236}">
                <a16:creationId xmlns:a16="http://schemas.microsoft.com/office/drawing/2014/main" id="{743656CC-B598-A46C-C295-B38883D138E6}"/>
              </a:ext>
            </a:extLst>
          </p:cNvPr>
          <p:cNvSpPr txBox="1"/>
          <p:nvPr/>
        </p:nvSpPr>
        <p:spPr>
          <a:xfrm>
            <a:off x="-3403129" y="3789710"/>
            <a:ext cx="25094258" cy="2123658"/>
          </a:xfrm>
          <a:prstGeom prst="rect">
            <a:avLst/>
          </a:prstGeom>
          <a:noFill/>
        </p:spPr>
        <p:txBody>
          <a:bodyPr wrap="square" rtlCol="0">
            <a:spAutoFit/>
          </a:bodyPr>
          <a:lstStyle/>
          <a:p>
            <a:pPr algn="ctr"/>
            <a:r>
              <a:rPr lang="en-US" sz="13200">
                <a:solidFill>
                  <a:schemeClr val="bg1"/>
                </a:solidFill>
                <a:latin typeface="iCiel Stabile Regular" panose="02000503000000000000" pitchFamily="2" charset="77"/>
              </a:rPr>
              <a:t>B</a:t>
            </a:r>
            <a:r>
              <a:rPr lang="en-VN" sz="13200">
                <a:solidFill>
                  <a:schemeClr val="bg1"/>
                </a:solidFill>
                <a:latin typeface="iCiel Stabile Regular" panose="02000503000000000000" pitchFamily="2" charset="77"/>
              </a:rPr>
              <a:t>ài thuyết trình nhóm em</a:t>
            </a:r>
          </a:p>
        </p:txBody>
      </p:sp>
      <p:sp>
        <p:nvSpPr>
          <p:cNvPr id="3" name="TextBox 2">
            <a:extLst>
              <a:ext uri="{FF2B5EF4-FFF2-40B4-BE49-F238E27FC236}">
                <a16:creationId xmlns:a16="http://schemas.microsoft.com/office/drawing/2014/main" id="{51A61348-14C7-AF35-8BDF-F9E201F0CAE6}"/>
              </a:ext>
            </a:extLst>
          </p:cNvPr>
          <p:cNvSpPr txBox="1"/>
          <p:nvPr/>
        </p:nvSpPr>
        <p:spPr>
          <a:xfrm>
            <a:off x="1613010" y="-1999485"/>
            <a:ext cx="5118867" cy="2123658"/>
          </a:xfrm>
          <a:prstGeom prst="rect">
            <a:avLst/>
          </a:prstGeom>
          <a:noFill/>
        </p:spPr>
        <p:txBody>
          <a:bodyPr wrap="square">
            <a:spAutoFit/>
          </a:bodyPr>
          <a:lstStyle/>
          <a:p>
            <a:pPr algn="ctr"/>
            <a:r>
              <a:rPr lang="en-VN" sz="13200">
                <a:solidFill>
                  <a:schemeClr val="bg1"/>
                </a:solidFill>
                <a:latin typeface="iCiel Stabile Regular" panose="02000503000000000000" pitchFamily="2" charset="77"/>
              </a:rPr>
              <a:t>thế</a:t>
            </a:r>
          </a:p>
        </p:txBody>
      </p:sp>
      <p:sp>
        <p:nvSpPr>
          <p:cNvPr id="5" name="TextBox 4">
            <a:extLst>
              <a:ext uri="{FF2B5EF4-FFF2-40B4-BE49-F238E27FC236}">
                <a16:creationId xmlns:a16="http://schemas.microsoft.com/office/drawing/2014/main" id="{E54E6E62-0179-42F7-3B73-C3F1B9C016B3}"/>
              </a:ext>
            </a:extLst>
          </p:cNvPr>
          <p:cNvSpPr txBox="1"/>
          <p:nvPr/>
        </p:nvSpPr>
        <p:spPr>
          <a:xfrm>
            <a:off x="-8841500" y="3010858"/>
            <a:ext cx="9853449" cy="3924151"/>
          </a:xfrm>
          <a:prstGeom prst="rect">
            <a:avLst/>
          </a:prstGeom>
          <a:noFill/>
        </p:spPr>
        <p:txBody>
          <a:bodyPr wrap="square">
            <a:spAutoFit/>
          </a:bodyPr>
          <a:lstStyle/>
          <a:p>
            <a:pPr algn="ctr"/>
            <a:r>
              <a:rPr lang="en-US" sz="24900">
                <a:latin typeface="iCiel Stabile Regular" panose="02000503000000000000" pitchFamily="2" charset="77"/>
              </a:rPr>
              <a:t>H</a:t>
            </a:r>
            <a:r>
              <a:rPr lang="en-VN" sz="24900">
                <a:latin typeface="iCiel Stabile Regular" panose="02000503000000000000" pitchFamily="2" charset="77"/>
              </a:rPr>
              <a:t>ẹ hẹ</a:t>
            </a:r>
          </a:p>
        </p:txBody>
      </p:sp>
    </p:spTree>
    <p:extLst>
      <p:ext uri="{BB962C8B-B14F-4D97-AF65-F5344CB8AC3E}">
        <p14:creationId xmlns:p14="http://schemas.microsoft.com/office/powerpoint/2010/main" val="36505923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06340-2582-18BE-9BA7-335FFFD7053C}"/>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753C42A-8AF2-B278-D293-8129E409C291}"/>
              </a:ext>
            </a:extLst>
          </p:cNvPr>
          <p:cNvSpPr txBox="1"/>
          <p:nvPr/>
        </p:nvSpPr>
        <p:spPr>
          <a:xfrm>
            <a:off x="2114156" y="634598"/>
            <a:ext cx="7450469" cy="3924151"/>
          </a:xfrm>
          <a:prstGeom prst="rect">
            <a:avLst/>
          </a:prstGeom>
          <a:noFill/>
        </p:spPr>
        <p:txBody>
          <a:bodyPr wrap="square">
            <a:spAutoFit/>
          </a:bodyPr>
          <a:lstStyle/>
          <a:p>
            <a:pPr algn="ctr"/>
            <a:r>
              <a:rPr lang="en-US" sz="24900">
                <a:latin typeface="iCiel Stabile Regular" panose="02000503000000000000" pitchFamily="2" charset="77"/>
              </a:rPr>
              <a:t>xứng</a:t>
            </a:r>
            <a:endParaRPr lang="en-VN" sz="24900">
              <a:latin typeface="iCiel Stabile Regular" panose="02000503000000000000" pitchFamily="2" charset="77"/>
            </a:endParaRPr>
          </a:p>
        </p:txBody>
      </p:sp>
      <p:sp>
        <p:nvSpPr>
          <p:cNvPr id="9" name="Oval 8">
            <a:extLst>
              <a:ext uri="{FF2B5EF4-FFF2-40B4-BE49-F238E27FC236}">
                <a16:creationId xmlns:a16="http://schemas.microsoft.com/office/drawing/2014/main" id="{CC11A5ED-2F62-BF84-A846-C770B1D6ED30}"/>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458C4427-7FD2-4B7F-EF1F-3C1E1DA21E46}"/>
              </a:ext>
            </a:extLst>
          </p:cNvPr>
          <p:cNvSpPr txBox="1"/>
          <p:nvPr/>
        </p:nvSpPr>
        <p:spPr>
          <a:xfrm>
            <a:off x="19094564" y="634598"/>
            <a:ext cx="7450469" cy="3924151"/>
          </a:xfrm>
          <a:prstGeom prst="rect">
            <a:avLst/>
          </a:prstGeom>
          <a:noFill/>
        </p:spPr>
        <p:txBody>
          <a:bodyPr wrap="square">
            <a:spAutoFit/>
          </a:bodyPr>
          <a:lstStyle/>
          <a:p>
            <a:pPr algn="ctr"/>
            <a:r>
              <a:rPr lang="en-US" sz="24900">
                <a:latin typeface="iCiel Stabile Regular" panose="02000503000000000000" pitchFamily="2" charset="77"/>
              </a:rPr>
              <a:t>đáng</a:t>
            </a:r>
            <a:endParaRPr lang="en-VN" sz="24900">
              <a:latin typeface="iCiel Stabile Regular" panose="02000503000000000000" pitchFamily="2" charset="77"/>
            </a:endParaRPr>
          </a:p>
        </p:txBody>
      </p:sp>
    </p:spTree>
    <p:extLst>
      <p:ext uri="{BB962C8B-B14F-4D97-AF65-F5344CB8AC3E}">
        <p14:creationId xmlns:p14="http://schemas.microsoft.com/office/powerpoint/2010/main" val="22008675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66E49-8DB1-17AC-BC22-20E2B9022F7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FA5BE50-0B55-97FE-6DFC-4898343F6CC8}"/>
              </a:ext>
            </a:extLst>
          </p:cNvPr>
          <p:cNvSpPr txBox="1"/>
          <p:nvPr/>
        </p:nvSpPr>
        <p:spPr>
          <a:xfrm>
            <a:off x="2114156" y="634598"/>
            <a:ext cx="7450469" cy="3924151"/>
          </a:xfrm>
          <a:prstGeom prst="rect">
            <a:avLst/>
          </a:prstGeom>
          <a:noFill/>
        </p:spPr>
        <p:txBody>
          <a:bodyPr wrap="square">
            <a:spAutoFit/>
          </a:bodyPr>
          <a:lstStyle/>
          <a:p>
            <a:pPr algn="ctr"/>
            <a:r>
              <a:rPr lang="en-US" sz="24900">
                <a:latin typeface="iCiel Stabile Regular" panose="02000503000000000000" pitchFamily="2" charset="77"/>
              </a:rPr>
              <a:t>xứng</a:t>
            </a:r>
            <a:endParaRPr lang="en-VN" sz="24900">
              <a:latin typeface="iCiel Stabile Regular" panose="02000503000000000000" pitchFamily="2" charset="77"/>
            </a:endParaRPr>
          </a:p>
        </p:txBody>
      </p:sp>
      <p:sp>
        <p:nvSpPr>
          <p:cNvPr id="9" name="Oval 8">
            <a:extLst>
              <a:ext uri="{FF2B5EF4-FFF2-40B4-BE49-F238E27FC236}">
                <a16:creationId xmlns:a16="http://schemas.microsoft.com/office/drawing/2014/main" id="{F2F92911-B0BA-9419-4293-D1D7B553523B}"/>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94247F07-4D1C-EF9B-21D9-5125380C9623}"/>
              </a:ext>
            </a:extLst>
          </p:cNvPr>
          <p:cNvSpPr txBox="1"/>
          <p:nvPr/>
        </p:nvSpPr>
        <p:spPr>
          <a:xfrm>
            <a:off x="9292196" y="634598"/>
            <a:ext cx="7450469" cy="3924151"/>
          </a:xfrm>
          <a:prstGeom prst="rect">
            <a:avLst/>
          </a:prstGeom>
          <a:noFill/>
        </p:spPr>
        <p:txBody>
          <a:bodyPr wrap="square">
            <a:spAutoFit/>
          </a:bodyPr>
          <a:lstStyle/>
          <a:p>
            <a:pPr algn="ctr"/>
            <a:r>
              <a:rPr lang="en-US" sz="24900">
                <a:latin typeface="iCiel Stabile Regular" panose="02000503000000000000" pitchFamily="2" charset="77"/>
              </a:rPr>
              <a:t>đáng</a:t>
            </a:r>
            <a:endParaRPr lang="en-VN" sz="24900">
              <a:latin typeface="iCiel Stabile Regular" panose="02000503000000000000" pitchFamily="2" charset="77"/>
            </a:endParaRPr>
          </a:p>
        </p:txBody>
      </p:sp>
      <p:sp>
        <p:nvSpPr>
          <p:cNvPr id="3" name="TextBox 2">
            <a:extLst>
              <a:ext uri="{FF2B5EF4-FFF2-40B4-BE49-F238E27FC236}">
                <a16:creationId xmlns:a16="http://schemas.microsoft.com/office/drawing/2014/main" id="{2060552A-DD07-484E-DAE0-939F3508F284}"/>
              </a:ext>
            </a:extLst>
          </p:cNvPr>
          <p:cNvSpPr txBox="1"/>
          <p:nvPr/>
        </p:nvSpPr>
        <p:spPr>
          <a:xfrm>
            <a:off x="5418766" y="4604915"/>
            <a:ext cx="7450469" cy="830997"/>
          </a:xfrm>
          <a:prstGeom prst="rect">
            <a:avLst/>
          </a:prstGeom>
          <a:noFill/>
        </p:spPr>
        <p:txBody>
          <a:bodyPr wrap="square">
            <a:spAutoFit/>
          </a:bodyPr>
          <a:lstStyle/>
          <a:p>
            <a:pPr algn="ctr"/>
            <a:r>
              <a:rPr lang="en-US" sz="4800">
                <a:noFill/>
                <a:latin typeface="iCiel Stabile Regular" panose="02000503000000000000" pitchFamily="2" charset="77"/>
              </a:rPr>
              <a:t>được</a:t>
            </a:r>
            <a:endParaRPr lang="en-VN" sz="4800">
              <a:noFill/>
              <a:latin typeface="iCiel Stabile Regular" panose="02000503000000000000" pitchFamily="2" charset="77"/>
            </a:endParaRPr>
          </a:p>
        </p:txBody>
      </p:sp>
    </p:spTree>
    <p:extLst>
      <p:ext uri="{BB962C8B-B14F-4D97-AF65-F5344CB8AC3E}">
        <p14:creationId xmlns:p14="http://schemas.microsoft.com/office/powerpoint/2010/main" val="16267627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4F28D-7187-F2D1-DDCF-2E94408A31F4}"/>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DF0F37F-81F3-EC10-786B-FC740664D380}"/>
              </a:ext>
            </a:extLst>
          </p:cNvPr>
          <p:cNvSpPr txBox="1"/>
          <p:nvPr/>
        </p:nvSpPr>
        <p:spPr>
          <a:xfrm>
            <a:off x="2114156" y="1"/>
            <a:ext cx="7450469" cy="3924151"/>
          </a:xfrm>
          <a:prstGeom prst="rect">
            <a:avLst/>
          </a:prstGeom>
          <a:noFill/>
        </p:spPr>
        <p:txBody>
          <a:bodyPr wrap="square">
            <a:spAutoFit/>
          </a:bodyPr>
          <a:lstStyle/>
          <a:p>
            <a:pPr algn="ctr"/>
            <a:r>
              <a:rPr lang="en-US" sz="24900">
                <a:latin typeface="iCiel Stabile Regular" panose="02000503000000000000" pitchFamily="2" charset="77"/>
              </a:rPr>
              <a:t>xứng</a:t>
            </a:r>
            <a:endParaRPr lang="en-VN" sz="24900">
              <a:latin typeface="iCiel Stabile Regular" panose="02000503000000000000" pitchFamily="2" charset="77"/>
            </a:endParaRPr>
          </a:p>
        </p:txBody>
      </p:sp>
      <p:sp>
        <p:nvSpPr>
          <p:cNvPr id="9" name="Oval 8">
            <a:extLst>
              <a:ext uri="{FF2B5EF4-FFF2-40B4-BE49-F238E27FC236}">
                <a16:creationId xmlns:a16="http://schemas.microsoft.com/office/drawing/2014/main" id="{21DFA5F6-901A-76B1-49F9-D291DEEFAF25}"/>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89F553D0-4BBB-3E05-B208-F47982C0736C}"/>
              </a:ext>
            </a:extLst>
          </p:cNvPr>
          <p:cNvSpPr txBox="1"/>
          <p:nvPr/>
        </p:nvSpPr>
        <p:spPr>
          <a:xfrm>
            <a:off x="9292196" y="1"/>
            <a:ext cx="7450469" cy="3924151"/>
          </a:xfrm>
          <a:prstGeom prst="rect">
            <a:avLst/>
          </a:prstGeom>
          <a:noFill/>
        </p:spPr>
        <p:txBody>
          <a:bodyPr wrap="square">
            <a:spAutoFit/>
          </a:bodyPr>
          <a:lstStyle/>
          <a:p>
            <a:pPr algn="ctr"/>
            <a:r>
              <a:rPr lang="en-US" sz="24900">
                <a:latin typeface="iCiel Stabile Regular" panose="02000503000000000000" pitchFamily="2" charset="77"/>
              </a:rPr>
              <a:t>đáng</a:t>
            </a:r>
            <a:endParaRPr lang="en-VN" sz="24900">
              <a:latin typeface="iCiel Stabile Regular" panose="02000503000000000000" pitchFamily="2" charset="77"/>
            </a:endParaRPr>
          </a:p>
        </p:txBody>
      </p:sp>
      <p:sp>
        <p:nvSpPr>
          <p:cNvPr id="3" name="TextBox 2">
            <a:extLst>
              <a:ext uri="{FF2B5EF4-FFF2-40B4-BE49-F238E27FC236}">
                <a16:creationId xmlns:a16="http://schemas.microsoft.com/office/drawing/2014/main" id="{9E016972-0526-83A3-B963-3EE1F6163A48}"/>
              </a:ext>
            </a:extLst>
          </p:cNvPr>
          <p:cNvSpPr txBox="1"/>
          <p:nvPr/>
        </p:nvSpPr>
        <p:spPr>
          <a:xfrm>
            <a:off x="5099672" y="2523745"/>
            <a:ext cx="7450469" cy="3924151"/>
          </a:xfrm>
          <a:prstGeom prst="rect">
            <a:avLst/>
          </a:prstGeom>
          <a:noFill/>
        </p:spPr>
        <p:txBody>
          <a:bodyPr wrap="square">
            <a:spAutoFit/>
          </a:bodyPr>
          <a:lstStyle/>
          <a:p>
            <a:pPr algn="ctr"/>
            <a:r>
              <a:rPr lang="en-US" sz="24900">
                <a:latin typeface="iCiel Stabile Regular" panose="02000503000000000000" pitchFamily="2" charset="77"/>
              </a:rPr>
              <a:t>được</a:t>
            </a:r>
            <a:endParaRPr lang="en-VN" sz="24900">
              <a:latin typeface="iCiel Stabile Regular" panose="02000503000000000000" pitchFamily="2" charset="77"/>
            </a:endParaRPr>
          </a:p>
        </p:txBody>
      </p:sp>
      <p:sp>
        <p:nvSpPr>
          <p:cNvPr id="4" name="TextBox 3">
            <a:extLst>
              <a:ext uri="{FF2B5EF4-FFF2-40B4-BE49-F238E27FC236}">
                <a16:creationId xmlns:a16="http://schemas.microsoft.com/office/drawing/2014/main" id="{F6A661F2-4E56-A521-F186-D70711EB3338}"/>
              </a:ext>
            </a:extLst>
          </p:cNvPr>
          <p:cNvSpPr txBox="1"/>
          <p:nvPr/>
        </p:nvSpPr>
        <p:spPr>
          <a:xfrm>
            <a:off x="-6211851" y="4631606"/>
            <a:ext cx="7450469" cy="5609228"/>
          </a:xfrm>
          <a:prstGeom prst="rect">
            <a:avLst/>
          </a:prstGeom>
          <a:noFill/>
        </p:spPr>
        <p:txBody>
          <a:bodyPr wrap="square">
            <a:spAutoFit/>
          </a:bodyPr>
          <a:lstStyle/>
          <a:p>
            <a:pPr algn="ctr"/>
            <a:r>
              <a:rPr lang="en-US" sz="35850">
                <a:noFill/>
                <a:latin typeface="iCiel Stabile Regular" panose="02000503000000000000" pitchFamily="2" charset="77"/>
              </a:rPr>
              <a:t>10</a:t>
            </a:r>
            <a:endParaRPr lang="en-VN" sz="35850">
              <a:noFill/>
              <a:latin typeface="iCiel Stabile Regular" panose="02000503000000000000" pitchFamily="2" charset="77"/>
            </a:endParaRPr>
          </a:p>
        </p:txBody>
      </p:sp>
    </p:spTree>
    <p:extLst>
      <p:ext uri="{BB962C8B-B14F-4D97-AF65-F5344CB8AC3E}">
        <p14:creationId xmlns:p14="http://schemas.microsoft.com/office/powerpoint/2010/main" val="22245620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F77D7-57BC-E38D-6E83-2DC4E4D1475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C256F87-E4E8-A8E5-D444-3E95FB3EF986}"/>
              </a:ext>
            </a:extLst>
          </p:cNvPr>
          <p:cNvSpPr txBox="1"/>
          <p:nvPr/>
        </p:nvSpPr>
        <p:spPr>
          <a:xfrm>
            <a:off x="2114156" y="1"/>
            <a:ext cx="7450469" cy="3924151"/>
          </a:xfrm>
          <a:prstGeom prst="rect">
            <a:avLst/>
          </a:prstGeom>
          <a:noFill/>
        </p:spPr>
        <p:txBody>
          <a:bodyPr wrap="square">
            <a:spAutoFit/>
          </a:bodyPr>
          <a:lstStyle/>
          <a:p>
            <a:pPr algn="ctr"/>
            <a:r>
              <a:rPr lang="en-US" sz="24900">
                <a:latin typeface="iCiel Stabile Regular" panose="02000503000000000000" pitchFamily="2" charset="77"/>
              </a:rPr>
              <a:t>xứng</a:t>
            </a:r>
            <a:endParaRPr lang="en-VN" sz="24900">
              <a:latin typeface="iCiel Stabile Regular" panose="02000503000000000000" pitchFamily="2" charset="77"/>
            </a:endParaRPr>
          </a:p>
        </p:txBody>
      </p:sp>
      <p:sp>
        <p:nvSpPr>
          <p:cNvPr id="9" name="Oval 8">
            <a:extLst>
              <a:ext uri="{FF2B5EF4-FFF2-40B4-BE49-F238E27FC236}">
                <a16:creationId xmlns:a16="http://schemas.microsoft.com/office/drawing/2014/main" id="{A4347E1F-3DF1-25FD-6B78-BE6240BA60A2}"/>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D9F90DC3-58AD-948C-E72D-922AFD3B66F8}"/>
              </a:ext>
            </a:extLst>
          </p:cNvPr>
          <p:cNvSpPr txBox="1"/>
          <p:nvPr/>
        </p:nvSpPr>
        <p:spPr>
          <a:xfrm>
            <a:off x="9292196" y="1"/>
            <a:ext cx="7450469" cy="3924151"/>
          </a:xfrm>
          <a:prstGeom prst="rect">
            <a:avLst/>
          </a:prstGeom>
          <a:noFill/>
        </p:spPr>
        <p:txBody>
          <a:bodyPr wrap="square">
            <a:spAutoFit/>
          </a:bodyPr>
          <a:lstStyle/>
          <a:p>
            <a:pPr algn="ctr"/>
            <a:r>
              <a:rPr lang="en-US" sz="24900">
                <a:latin typeface="iCiel Stabile Regular" panose="02000503000000000000" pitchFamily="2" charset="77"/>
              </a:rPr>
              <a:t>đáng</a:t>
            </a:r>
            <a:endParaRPr lang="en-VN" sz="24900">
              <a:latin typeface="iCiel Stabile Regular" panose="02000503000000000000" pitchFamily="2" charset="77"/>
            </a:endParaRPr>
          </a:p>
        </p:txBody>
      </p:sp>
      <p:sp>
        <p:nvSpPr>
          <p:cNvPr id="3" name="TextBox 2">
            <a:extLst>
              <a:ext uri="{FF2B5EF4-FFF2-40B4-BE49-F238E27FC236}">
                <a16:creationId xmlns:a16="http://schemas.microsoft.com/office/drawing/2014/main" id="{B410A39C-122B-B0B5-0DCA-F92AC19EA575}"/>
              </a:ext>
            </a:extLst>
          </p:cNvPr>
          <p:cNvSpPr txBox="1"/>
          <p:nvPr/>
        </p:nvSpPr>
        <p:spPr>
          <a:xfrm>
            <a:off x="5099672" y="2523745"/>
            <a:ext cx="7450469" cy="3924151"/>
          </a:xfrm>
          <a:prstGeom prst="rect">
            <a:avLst/>
          </a:prstGeom>
          <a:noFill/>
        </p:spPr>
        <p:txBody>
          <a:bodyPr wrap="square">
            <a:spAutoFit/>
          </a:bodyPr>
          <a:lstStyle/>
          <a:p>
            <a:pPr algn="ctr"/>
            <a:r>
              <a:rPr lang="en-US" sz="24900">
                <a:latin typeface="iCiel Stabile Regular" panose="02000503000000000000" pitchFamily="2" charset="77"/>
              </a:rPr>
              <a:t>được</a:t>
            </a:r>
            <a:endParaRPr lang="en-VN" sz="24900">
              <a:latin typeface="iCiel Stabile Regular" panose="02000503000000000000" pitchFamily="2" charset="77"/>
            </a:endParaRPr>
          </a:p>
        </p:txBody>
      </p:sp>
      <p:sp>
        <p:nvSpPr>
          <p:cNvPr id="4" name="TextBox 3">
            <a:extLst>
              <a:ext uri="{FF2B5EF4-FFF2-40B4-BE49-F238E27FC236}">
                <a16:creationId xmlns:a16="http://schemas.microsoft.com/office/drawing/2014/main" id="{CE40E7DB-4675-D78E-7BCB-D3B3314BB7CB}"/>
              </a:ext>
            </a:extLst>
          </p:cNvPr>
          <p:cNvSpPr txBox="1"/>
          <p:nvPr/>
        </p:nvSpPr>
        <p:spPr>
          <a:xfrm>
            <a:off x="3389350" y="4631606"/>
            <a:ext cx="7450469" cy="5609228"/>
          </a:xfrm>
          <a:prstGeom prst="rect">
            <a:avLst/>
          </a:prstGeom>
          <a:noFill/>
        </p:spPr>
        <p:txBody>
          <a:bodyPr wrap="square">
            <a:spAutoFit/>
          </a:bodyPr>
          <a:lstStyle/>
          <a:p>
            <a:pPr algn="ctr"/>
            <a:r>
              <a:rPr lang="en-US" sz="35850">
                <a:solidFill>
                  <a:srgbClr val="C00000"/>
                </a:solidFill>
                <a:latin typeface="iCiel Stabile Regular" panose="02000503000000000000" pitchFamily="2" charset="77"/>
              </a:rPr>
              <a:t>10</a:t>
            </a:r>
            <a:endParaRPr lang="en-VN" sz="35850">
              <a:solidFill>
                <a:srgbClr val="C00000"/>
              </a:solidFill>
              <a:latin typeface="iCiel Stabile Regular" panose="02000503000000000000" pitchFamily="2" charset="77"/>
            </a:endParaRPr>
          </a:p>
        </p:txBody>
      </p:sp>
      <p:sp>
        <p:nvSpPr>
          <p:cNvPr id="5" name="TextBox 4">
            <a:extLst>
              <a:ext uri="{FF2B5EF4-FFF2-40B4-BE49-F238E27FC236}">
                <a16:creationId xmlns:a16="http://schemas.microsoft.com/office/drawing/2014/main" id="{4C819D4B-4407-86BC-A9C1-D376FFB216F9}"/>
              </a:ext>
            </a:extLst>
          </p:cNvPr>
          <p:cNvSpPr txBox="1"/>
          <p:nvPr/>
        </p:nvSpPr>
        <p:spPr>
          <a:xfrm>
            <a:off x="19017558" y="5778098"/>
            <a:ext cx="7450469" cy="3924151"/>
          </a:xfrm>
          <a:prstGeom prst="rect">
            <a:avLst/>
          </a:prstGeom>
          <a:noFill/>
        </p:spPr>
        <p:txBody>
          <a:bodyPr wrap="square">
            <a:spAutoFit/>
          </a:bodyPr>
          <a:lstStyle/>
          <a:p>
            <a:pPr algn="ctr"/>
            <a:r>
              <a:rPr lang="en-US" sz="24900">
                <a:latin typeface="iCiel Stabile Regular" panose="02000503000000000000" pitchFamily="2" charset="77"/>
              </a:rPr>
              <a:t>điểm</a:t>
            </a:r>
            <a:endParaRPr lang="en-VN" sz="24900">
              <a:latin typeface="iCiel Stabile Regular" panose="02000503000000000000" pitchFamily="2" charset="77"/>
            </a:endParaRPr>
          </a:p>
        </p:txBody>
      </p:sp>
    </p:spTree>
    <p:extLst>
      <p:ext uri="{BB962C8B-B14F-4D97-AF65-F5344CB8AC3E}">
        <p14:creationId xmlns:p14="http://schemas.microsoft.com/office/powerpoint/2010/main" val="19925062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39167-84F1-9A84-69DE-626947CCC067}"/>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53217DD-2019-0397-213C-9F98D31E5719}"/>
              </a:ext>
            </a:extLst>
          </p:cNvPr>
          <p:cNvSpPr txBox="1"/>
          <p:nvPr/>
        </p:nvSpPr>
        <p:spPr>
          <a:xfrm>
            <a:off x="2114156" y="1"/>
            <a:ext cx="7450469" cy="3924151"/>
          </a:xfrm>
          <a:prstGeom prst="rect">
            <a:avLst/>
          </a:prstGeom>
          <a:noFill/>
        </p:spPr>
        <p:txBody>
          <a:bodyPr wrap="square">
            <a:spAutoFit/>
          </a:bodyPr>
          <a:lstStyle/>
          <a:p>
            <a:pPr algn="ctr"/>
            <a:r>
              <a:rPr lang="en-US" sz="24900">
                <a:latin typeface="iCiel Stabile Regular" panose="02000503000000000000" pitchFamily="2" charset="77"/>
              </a:rPr>
              <a:t>xứng</a:t>
            </a:r>
            <a:endParaRPr lang="en-VN" sz="24900">
              <a:latin typeface="iCiel Stabile Regular" panose="02000503000000000000" pitchFamily="2" charset="77"/>
            </a:endParaRPr>
          </a:p>
        </p:txBody>
      </p:sp>
      <p:sp>
        <p:nvSpPr>
          <p:cNvPr id="9" name="Oval 8">
            <a:extLst>
              <a:ext uri="{FF2B5EF4-FFF2-40B4-BE49-F238E27FC236}">
                <a16:creationId xmlns:a16="http://schemas.microsoft.com/office/drawing/2014/main" id="{87BE99C1-982A-02C5-F12C-24A5796B9D86}"/>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CA892EBC-3E6D-74E0-0FF3-3D3D36CED5A5}"/>
              </a:ext>
            </a:extLst>
          </p:cNvPr>
          <p:cNvSpPr txBox="1"/>
          <p:nvPr/>
        </p:nvSpPr>
        <p:spPr>
          <a:xfrm>
            <a:off x="9292196" y="1"/>
            <a:ext cx="7450469" cy="3924151"/>
          </a:xfrm>
          <a:prstGeom prst="rect">
            <a:avLst/>
          </a:prstGeom>
          <a:noFill/>
        </p:spPr>
        <p:txBody>
          <a:bodyPr wrap="square">
            <a:spAutoFit/>
          </a:bodyPr>
          <a:lstStyle/>
          <a:p>
            <a:pPr algn="ctr"/>
            <a:r>
              <a:rPr lang="en-US" sz="24900">
                <a:latin typeface="iCiel Stabile Regular" panose="02000503000000000000" pitchFamily="2" charset="77"/>
              </a:rPr>
              <a:t>đáng</a:t>
            </a:r>
            <a:endParaRPr lang="en-VN" sz="24900">
              <a:latin typeface="iCiel Stabile Regular" panose="02000503000000000000" pitchFamily="2" charset="77"/>
            </a:endParaRPr>
          </a:p>
        </p:txBody>
      </p:sp>
      <p:sp>
        <p:nvSpPr>
          <p:cNvPr id="3" name="TextBox 2">
            <a:extLst>
              <a:ext uri="{FF2B5EF4-FFF2-40B4-BE49-F238E27FC236}">
                <a16:creationId xmlns:a16="http://schemas.microsoft.com/office/drawing/2014/main" id="{BFAFA33C-0DFF-1A9F-0B06-5E06CC1D6D7C}"/>
              </a:ext>
            </a:extLst>
          </p:cNvPr>
          <p:cNvSpPr txBox="1"/>
          <p:nvPr/>
        </p:nvSpPr>
        <p:spPr>
          <a:xfrm>
            <a:off x="5099672" y="2523745"/>
            <a:ext cx="7450469" cy="3924151"/>
          </a:xfrm>
          <a:prstGeom prst="rect">
            <a:avLst/>
          </a:prstGeom>
          <a:noFill/>
        </p:spPr>
        <p:txBody>
          <a:bodyPr wrap="square">
            <a:spAutoFit/>
          </a:bodyPr>
          <a:lstStyle/>
          <a:p>
            <a:pPr algn="ctr"/>
            <a:r>
              <a:rPr lang="en-US" sz="24900">
                <a:latin typeface="iCiel Stabile Regular" panose="02000503000000000000" pitchFamily="2" charset="77"/>
              </a:rPr>
              <a:t>được</a:t>
            </a:r>
            <a:endParaRPr lang="en-VN" sz="24900">
              <a:latin typeface="iCiel Stabile Regular" panose="02000503000000000000" pitchFamily="2" charset="77"/>
            </a:endParaRPr>
          </a:p>
        </p:txBody>
      </p:sp>
      <p:sp>
        <p:nvSpPr>
          <p:cNvPr id="4" name="TextBox 3">
            <a:extLst>
              <a:ext uri="{FF2B5EF4-FFF2-40B4-BE49-F238E27FC236}">
                <a16:creationId xmlns:a16="http://schemas.microsoft.com/office/drawing/2014/main" id="{4F09ED75-C321-79DC-C1FB-353610B84716}"/>
              </a:ext>
            </a:extLst>
          </p:cNvPr>
          <p:cNvSpPr txBox="1"/>
          <p:nvPr/>
        </p:nvSpPr>
        <p:spPr>
          <a:xfrm>
            <a:off x="3389350" y="4631606"/>
            <a:ext cx="7450469" cy="5609228"/>
          </a:xfrm>
          <a:prstGeom prst="rect">
            <a:avLst/>
          </a:prstGeom>
          <a:noFill/>
        </p:spPr>
        <p:txBody>
          <a:bodyPr wrap="square">
            <a:spAutoFit/>
          </a:bodyPr>
          <a:lstStyle/>
          <a:p>
            <a:pPr algn="ctr"/>
            <a:r>
              <a:rPr lang="en-US" sz="35850">
                <a:solidFill>
                  <a:srgbClr val="C00000"/>
                </a:solidFill>
                <a:latin typeface="iCiel Stabile Regular" panose="02000503000000000000" pitchFamily="2" charset="77"/>
              </a:rPr>
              <a:t>10</a:t>
            </a:r>
            <a:endParaRPr lang="en-VN" sz="35850">
              <a:solidFill>
                <a:srgbClr val="C00000"/>
              </a:solidFill>
              <a:latin typeface="iCiel Stabile Regular" panose="02000503000000000000" pitchFamily="2" charset="77"/>
            </a:endParaRPr>
          </a:p>
        </p:txBody>
      </p:sp>
      <p:sp>
        <p:nvSpPr>
          <p:cNvPr id="5" name="TextBox 4">
            <a:extLst>
              <a:ext uri="{FF2B5EF4-FFF2-40B4-BE49-F238E27FC236}">
                <a16:creationId xmlns:a16="http://schemas.microsoft.com/office/drawing/2014/main" id="{90A0DC06-3E70-7F8E-064A-83F5B33B8976}"/>
              </a:ext>
            </a:extLst>
          </p:cNvPr>
          <p:cNvSpPr txBox="1"/>
          <p:nvPr/>
        </p:nvSpPr>
        <p:spPr>
          <a:xfrm>
            <a:off x="8813870" y="5778098"/>
            <a:ext cx="7450469" cy="3924151"/>
          </a:xfrm>
          <a:prstGeom prst="rect">
            <a:avLst/>
          </a:prstGeom>
          <a:noFill/>
        </p:spPr>
        <p:txBody>
          <a:bodyPr wrap="square">
            <a:spAutoFit/>
          </a:bodyPr>
          <a:lstStyle/>
          <a:p>
            <a:pPr algn="ctr"/>
            <a:r>
              <a:rPr lang="en-US" sz="24900">
                <a:latin typeface="iCiel Stabile Regular" panose="02000503000000000000" pitchFamily="2" charset="77"/>
              </a:rPr>
              <a:t>điểm</a:t>
            </a:r>
            <a:endParaRPr lang="en-VN" sz="24900">
              <a:latin typeface="iCiel Stabile Regular" panose="02000503000000000000" pitchFamily="2" charset="77"/>
            </a:endParaRPr>
          </a:p>
        </p:txBody>
      </p:sp>
      <p:sp>
        <p:nvSpPr>
          <p:cNvPr id="6" name="TextBox 5">
            <a:extLst>
              <a:ext uri="{FF2B5EF4-FFF2-40B4-BE49-F238E27FC236}">
                <a16:creationId xmlns:a16="http://schemas.microsoft.com/office/drawing/2014/main" id="{B750E77C-55CF-368A-93A0-4B354DD3A912}"/>
              </a:ext>
            </a:extLst>
          </p:cNvPr>
          <p:cNvSpPr txBox="1"/>
          <p:nvPr/>
        </p:nvSpPr>
        <p:spPr>
          <a:xfrm>
            <a:off x="3824479" y="1915490"/>
            <a:ext cx="7450469" cy="923330"/>
          </a:xfrm>
          <a:prstGeom prst="rect">
            <a:avLst/>
          </a:prstGeom>
          <a:noFill/>
        </p:spPr>
        <p:txBody>
          <a:bodyPr wrap="square">
            <a:spAutoFit/>
          </a:bodyPr>
          <a:lstStyle/>
          <a:p>
            <a:pPr algn="ctr"/>
            <a:r>
              <a:rPr lang="en-US" sz="5400">
                <a:noFill/>
                <a:latin typeface="iCiel Stabile Regular" panose="02000503000000000000" pitchFamily="2" charset="77"/>
              </a:rPr>
              <a:t>bài</a:t>
            </a:r>
            <a:endParaRPr lang="en-VN" sz="5400">
              <a:noFill/>
              <a:latin typeface="iCiel Stabile Regular" panose="02000503000000000000" pitchFamily="2" charset="77"/>
            </a:endParaRPr>
          </a:p>
        </p:txBody>
      </p:sp>
    </p:spTree>
    <p:extLst>
      <p:ext uri="{BB962C8B-B14F-4D97-AF65-F5344CB8AC3E}">
        <p14:creationId xmlns:p14="http://schemas.microsoft.com/office/powerpoint/2010/main" val="35697719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BDDF9-5256-2665-6BBC-77871E38F085}"/>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11CE834-ABF2-4A3E-D02B-C3FE7EC7F8F9}"/>
              </a:ext>
            </a:extLst>
          </p:cNvPr>
          <p:cNvSpPr txBox="1"/>
          <p:nvPr/>
        </p:nvSpPr>
        <p:spPr>
          <a:xfrm>
            <a:off x="-10722" y="-329700"/>
            <a:ext cx="10717077" cy="5609228"/>
          </a:xfrm>
          <a:prstGeom prst="rect">
            <a:avLst/>
          </a:prstGeom>
          <a:noFill/>
        </p:spPr>
        <p:txBody>
          <a:bodyPr wrap="square">
            <a:spAutoFit/>
          </a:bodyPr>
          <a:lstStyle/>
          <a:p>
            <a:pPr algn="ctr"/>
            <a:r>
              <a:rPr lang="en-US" sz="35850">
                <a:latin typeface="iCiel Stabile Regular" panose="02000503000000000000" pitchFamily="2" charset="77"/>
              </a:rPr>
              <a:t>xứng</a:t>
            </a:r>
            <a:endParaRPr lang="en-VN" sz="35850">
              <a:latin typeface="iCiel Stabile Regular" panose="02000503000000000000" pitchFamily="2" charset="77"/>
            </a:endParaRPr>
          </a:p>
        </p:txBody>
      </p:sp>
      <p:sp>
        <p:nvSpPr>
          <p:cNvPr id="9" name="Oval 8">
            <a:extLst>
              <a:ext uri="{FF2B5EF4-FFF2-40B4-BE49-F238E27FC236}">
                <a16:creationId xmlns:a16="http://schemas.microsoft.com/office/drawing/2014/main" id="{5A75D6E9-5E43-C4DD-532E-989E06C476AA}"/>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E8B798E1-17FF-A510-A3D0-B5139AC9AABA}"/>
              </a:ext>
            </a:extLst>
          </p:cNvPr>
          <p:cNvSpPr txBox="1"/>
          <p:nvPr/>
        </p:nvSpPr>
        <p:spPr>
          <a:xfrm>
            <a:off x="8455288" y="1910902"/>
            <a:ext cx="7450469" cy="1015663"/>
          </a:xfrm>
          <a:prstGeom prst="rect">
            <a:avLst/>
          </a:prstGeom>
          <a:noFill/>
        </p:spPr>
        <p:txBody>
          <a:bodyPr wrap="square">
            <a:spAutoFit/>
          </a:bodyPr>
          <a:lstStyle/>
          <a:p>
            <a:pPr algn="ctr"/>
            <a:r>
              <a:rPr lang="en-US" sz="6000">
                <a:latin typeface="iCiel Stabile Regular" panose="02000503000000000000" pitchFamily="2" charset="77"/>
              </a:rPr>
              <a:t>đáng</a:t>
            </a:r>
            <a:endParaRPr lang="en-VN" sz="6000">
              <a:latin typeface="iCiel Stabile Regular" panose="02000503000000000000" pitchFamily="2" charset="77"/>
            </a:endParaRPr>
          </a:p>
        </p:txBody>
      </p:sp>
      <p:sp>
        <p:nvSpPr>
          <p:cNvPr id="3" name="TextBox 2">
            <a:extLst>
              <a:ext uri="{FF2B5EF4-FFF2-40B4-BE49-F238E27FC236}">
                <a16:creationId xmlns:a16="http://schemas.microsoft.com/office/drawing/2014/main" id="{2CBF70D8-8726-031D-7789-7B419AEBF7F4}"/>
              </a:ext>
            </a:extLst>
          </p:cNvPr>
          <p:cNvSpPr txBox="1"/>
          <p:nvPr/>
        </p:nvSpPr>
        <p:spPr>
          <a:xfrm>
            <a:off x="4262764" y="4434646"/>
            <a:ext cx="7450469" cy="1015663"/>
          </a:xfrm>
          <a:prstGeom prst="rect">
            <a:avLst/>
          </a:prstGeom>
          <a:noFill/>
        </p:spPr>
        <p:txBody>
          <a:bodyPr wrap="square">
            <a:spAutoFit/>
          </a:bodyPr>
          <a:lstStyle/>
          <a:p>
            <a:pPr algn="ctr"/>
            <a:r>
              <a:rPr lang="en-US" sz="6000">
                <a:latin typeface="iCiel Stabile Regular" panose="02000503000000000000" pitchFamily="2" charset="77"/>
              </a:rPr>
              <a:t>được</a:t>
            </a:r>
            <a:endParaRPr lang="en-VN" sz="6000">
              <a:latin typeface="iCiel Stabile Regular" panose="02000503000000000000" pitchFamily="2" charset="77"/>
            </a:endParaRPr>
          </a:p>
        </p:txBody>
      </p:sp>
      <p:sp>
        <p:nvSpPr>
          <p:cNvPr id="4" name="TextBox 3">
            <a:extLst>
              <a:ext uri="{FF2B5EF4-FFF2-40B4-BE49-F238E27FC236}">
                <a16:creationId xmlns:a16="http://schemas.microsoft.com/office/drawing/2014/main" id="{756F045E-B6C5-D5E2-0626-264E538146F1}"/>
              </a:ext>
            </a:extLst>
          </p:cNvPr>
          <p:cNvSpPr txBox="1"/>
          <p:nvPr/>
        </p:nvSpPr>
        <p:spPr>
          <a:xfrm>
            <a:off x="2552441" y="6542507"/>
            <a:ext cx="7450469" cy="1200329"/>
          </a:xfrm>
          <a:prstGeom prst="rect">
            <a:avLst/>
          </a:prstGeom>
          <a:noFill/>
        </p:spPr>
        <p:txBody>
          <a:bodyPr wrap="square">
            <a:spAutoFit/>
          </a:bodyPr>
          <a:lstStyle/>
          <a:p>
            <a:pPr algn="ctr"/>
            <a:r>
              <a:rPr lang="en-US" sz="7200">
                <a:solidFill>
                  <a:srgbClr val="C00000"/>
                </a:solidFill>
                <a:latin typeface="iCiel Stabile Regular" panose="02000503000000000000" pitchFamily="2" charset="77"/>
              </a:rPr>
              <a:t>10</a:t>
            </a:r>
            <a:endParaRPr lang="en-VN" sz="7200">
              <a:solidFill>
                <a:srgbClr val="C00000"/>
              </a:solidFill>
              <a:latin typeface="iCiel Stabile Regular" panose="02000503000000000000" pitchFamily="2" charset="77"/>
            </a:endParaRPr>
          </a:p>
        </p:txBody>
      </p:sp>
      <p:sp>
        <p:nvSpPr>
          <p:cNvPr id="5" name="TextBox 4">
            <a:extLst>
              <a:ext uri="{FF2B5EF4-FFF2-40B4-BE49-F238E27FC236}">
                <a16:creationId xmlns:a16="http://schemas.microsoft.com/office/drawing/2014/main" id="{69A91620-0241-D4AC-CE61-D5E2B146C9F2}"/>
              </a:ext>
            </a:extLst>
          </p:cNvPr>
          <p:cNvSpPr txBox="1"/>
          <p:nvPr/>
        </p:nvSpPr>
        <p:spPr>
          <a:xfrm>
            <a:off x="7976962" y="7688999"/>
            <a:ext cx="7450469" cy="1015663"/>
          </a:xfrm>
          <a:prstGeom prst="rect">
            <a:avLst/>
          </a:prstGeom>
          <a:noFill/>
        </p:spPr>
        <p:txBody>
          <a:bodyPr wrap="square">
            <a:spAutoFit/>
          </a:bodyPr>
          <a:lstStyle/>
          <a:p>
            <a:pPr algn="ctr"/>
            <a:r>
              <a:rPr lang="en-US" sz="6000">
                <a:latin typeface="iCiel Stabile Regular" panose="02000503000000000000" pitchFamily="2" charset="77"/>
              </a:rPr>
              <a:t>điểm</a:t>
            </a:r>
            <a:endParaRPr lang="en-VN" sz="6000">
              <a:latin typeface="iCiel Stabile Regular" panose="02000503000000000000" pitchFamily="2" charset="77"/>
            </a:endParaRPr>
          </a:p>
        </p:txBody>
      </p:sp>
    </p:spTree>
    <p:extLst>
      <p:ext uri="{BB962C8B-B14F-4D97-AF65-F5344CB8AC3E}">
        <p14:creationId xmlns:p14="http://schemas.microsoft.com/office/powerpoint/2010/main" val="9168381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DA56B-2C5F-FC77-8DED-EC6CC645551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7728156C-A6C6-99C4-A289-81D4779099BF}"/>
              </a:ext>
            </a:extLst>
          </p:cNvPr>
          <p:cNvSpPr txBox="1"/>
          <p:nvPr/>
        </p:nvSpPr>
        <p:spPr>
          <a:xfrm>
            <a:off x="616959" y="1910902"/>
            <a:ext cx="10717077"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AA1DFE45-8AF3-03A2-C957-83D7DB1DB350}"/>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8D4ADA09-8C66-612E-E6B4-16706E40D5A6}"/>
              </a:ext>
            </a:extLst>
          </p:cNvPr>
          <p:cNvSpPr txBox="1"/>
          <p:nvPr/>
        </p:nvSpPr>
        <p:spPr>
          <a:xfrm>
            <a:off x="6509289" y="-385882"/>
            <a:ext cx="13362141"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đáng</a:t>
            </a:r>
            <a:endParaRPr lang="en-VN" sz="35850"/>
          </a:p>
        </p:txBody>
      </p:sp>
      <p:sp>
        <p:nvSpPr>
          <p:cNvPr id="3" name="TextBox 2">
            <a:extLst>
              <a:ext uri="{FF2B5EF4-FFF2-40B4-BE49-F238E27FC236}">
                <a16:creationId xmlns:a16="http://schemas.microsoft.com/office/drawing/2014/main" id="{6D9A544B-625C-65FF-F968-A632EFE87D9F}"/>
              </a:ext>
            </a:extLst>
          </p:cNvPr>
          <p:cNvSpPr txBox="1"/>
          <p:nvPr/>
        </p:nvSpPr>
        <p:spPr>
          <a:xfrm>
            <a:off x="4262764" y="4434646"/>
            <a:ext cx="7450469" cy="1015663"/>
          </a:xfrm>
          <a:prstGeom prst="rect">
            <a:avLst/>
          </a:prstGeom>
          <a:noFill/>
        </p:spPr>
        <p:txBody>
          <a:bodyPr wrap="square">
            <a:spAutoFit/>
          </a:bodyPr>
          <a:lstStyle/>
          <a:p>
            <a:pPr algn="ctr"/>
            <a:r>
              <a:rPr lang="en-US" sz="6000">
                <a:latin typeface="iCiel Stabile Regular" panose="02000503000000000000" pitchFamily="2" charset="77"/>
              </a:rPr>
              <a:t>được</a:t>
            </a:r>
            <a:endParaRPr lang="en-VN" sz="6000">
              <a:latin typeface="iCiel Stabile Regular" panose="02000503000000000000" pitchFamily="2" charset="77"/>
            </a:endParaRPr>
          </a:p>
        </p:txBody>
      </p:sp>
      <p:sp>
        <p:nvSpPr>
          <p:cNvPr id="4" name="TextBox 3">
            <a:extLst>
              <a:ext uri="{FF2B5EF4-FFF2-40B4-BE49-F238E27FC236}">
                <a16:creationId xmlns:a16="http://schemas.microsoft.com/office/drawing/2014/main" id="{30969222-D3C4-D92C-E582-9421F248711B}"/>
              </a:ext>
            </a:extLst>
          </p:cNvPr>
          <p:cNvSpPr txBox="1"/>
          <p:nvPr/>
        </p:nvSpPr>
        <p:spPr>
          <a:xfrm>
            <a:off x="2552441" y="6542507"/>
            <a:ext cx="7450469" cy="1200329"/>
          </a:xfrm>
          <a:prstGeom prst="rect">
            <a:avLst/>
          </a:prstGeom>
          <a:noFill/>
        </p:spPr>
        <p:txBody>
          <a:bodyPr wrap="square">
            <a:spAutoFit/>
          </a:bodyPr>
          <a:lstStyle/>
          <a:p>
            <a:pPr algn="ctr"/>
            <a:r>
              <a:rPr lang="en-US" sz="7200">
                <a:solidFill>
                  <a:srgbClr val="C00000"/>
                </a:solidFill>
                <a:latin typeface="iCiel Stabile Regular" panose="02000503000000000000" pitchFamily="2" charset="77"/>
              </a:rPr>
              <a:t>10</a:t>
            </a:r>
            <a:endParaRPr lang="en-VN" sz="7200">
              <a:solidFill>
                <a:srgbClr val="C00000"/>
              </a:solidFill>
              <a:latin typeface="iCiel Stabile Regular" panose="02000503000000000000" pitchFamily="2" charset="77"/>
            </a:endParaRPr>
          </a:p>
        </p:txBody>
      </p:sp>
      <p:sp>
        <p:nvSpPr>
          <p:cNvPr id="5" name="TextBox 4">
            <a:extLst>
              <a:ext uri="{FF2B5EF4-FFF2-40B4-BE49-F238E27FC236}">
                <a16:creationId xmlns:a16="http://schemas.microsoft.com/office/drawing/2014/main" id="{554B4F71-D940-EF29-07BB-5E318DAB6567}"/>
              </a:ext>
            </a:extLst>
          </p:cNvPr>
          <p:cNvSpPr txBox="1"/>
          <p:nvPr/>
        </p:nvSpPr>
        <p:spPr>
          <a:xfrm>
            <a:off x="7976962" y="7688999"/>
            <a:ext cx="7450469" cy="1015663"/>
          </a:xfrm>
          <a:prstGeom prst="rect">
            <a:avLst/>
          </a:prstGeom>
          <a:noFill/>
        </p:spPr>
        <p:txBody>
          <a:bodyPr wrap="square">
            <a:spAutoFit/>
          </a:bodyPr>
          <a:lstStyle/>
          <a:p>
            <a:pPr algn="ctr"/>
            <a:r>
              <a:rPr lang="en-US" sz="6000">
                <a:latin typeface="iCiel Stabile Regular" panose="02000503000000000000" pitchFamily="2" charset="77"/>
              </a:rPr>
              <a:t>điểm</a:t>
            </a:r>
            <a:endParaRPr lang="en-VN" sz="6000">
              <a:latin typeface="iCiel Stabile Regular" panose="02000503000000000000" pitchFamily="2" charset="77"/>
            </a:endParaRPr>
          </a:p>
        </p:txBody>
      </p:sp>
    </p:spTree>
    <p:extLst>
      <p:ext uri="{BB962C8B-B14F-4D97-AF65-F5344CB8AC3E}">
        <p14:creationId xmlns:p14="http://schemas.microsoft.com/office/powerpoint/2010/main" val="27763762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41CB4-0B1C-4719-28BA-9690AF7F8F3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CD63F48-2BC2-291B-83B2-1FE896D36764}"/>
              </a:ext>
            </a:extLst>
          </p:cNvPr>
          <p:cNvSpPr txBox="1"/>
          <p:nvPr/>
        </p:nvSpPr>
        <p:spPr>
          <a:xfrm>
            <a:off x="616959" y="1910902"/>
            <a:ext cx="10717077"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3D67CFF6-2324-D964-1E0E-DBACAFDE2930}"/>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0FF7FB0D-471D-7837-7ADF-CA019ABEF049}"/>
              </a:ext>
            </a:extLst>
          </p:cNvPr>
          <p:cNvSpPr txBox="1"/>
          <p:nvPr/>
        </p:nvSpPr>
        <p:spPr>
          <a:xfrm>
            <a:off x="6858000" y="1885126"/>
            <a:ext cx="13362141"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9DDDB724-5DEE-33CC-8BD4-C995100CE19B}"/>
              </a:ext>
            </a:extLst>
          </p:cNvPr>
          <p:cNvSpPr txBox="1"/>
          <p:nvPr/>
        </p:nvSpPr>
        <p:spPr>
          <a:xfrm>
            <a:off x="1313845" y="1460358"/>
            <a:ext cx="15660308"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được</a:t>
            </a:r>
            <a:endParaRPr lang="en-VN" sz="35850"/>
          </a:p>
        </p:txBody>
      </p:sp>
      <p:sp>
        <p:nvSpPr>
          <p:cNvPr id="4" name="TextBox 3">
            <a:extLst>
              <a:ext uri="{FF2B5EF4-FFF2-40B4-BE49-F238E27FC236}">
                <a16:creationId xmlns:a16="http://schemas.microsoft.com/office/drawing/2014/main" id="{1414FCBC-144E-7389-0B05-20ED984FF4F2}"/>
              </a:ext>
            </a:extLst>
          </p:cNvPr>
          <p:cNvSpPr txBox="1"/>
          <p:nvPr/>
        </p:nvSpPr>
        <p:spPr>
          <a:xfrm>
            <a:off x="2552441" y="6542507"/>
            <a:ext cx="7450469" cy="1200329"/>
          </a:xfrm>
          <a:prstGeom prst="rect">
            <a:avLst/>
          </a:prstGeom>
          <a:noFill/>
        </p:spPr>
        <p:txBody>
          <a:bodyPr wrap="square">
            <a:spAutoFit/>
          </a:bodyPr>
          <a:lstStyle/>
          <a:p>
            <a:pPr algn="ctr"/>
            <a:r>
              <a:rPr lang="en-US" sz="7200">
                <a:solidFill>
                  <a:srgbClr val="C00000"/>
                </a:solidFill>
                <a:latin typeface="iCiel Stabile Regular" panose="02000503000000000000" pitchFamily="2" charset="77"/>
              </a:rPr>
              <a:t>10</a:t>
            </a:r>
            <a:endParaRPr lang="en-VN" sz="7200">
              <a:solidFill>
                <a:srgbClr val="C00000"/>
              </a:solidFill>
              <a:latin typeface="iCiel Stabile Regular" panose="02000503000000000000" pitchFamily="2" charset="77"/>
            </a:endParaRPr>
          </a:p>
        </p:txBody>
      </p:sp>
      <p:sp>
        <p:nvSpPr>
          <p:cNvPr id="5" name="TextBox 4">
            <a:extLst>
              <a:ext uri="{FF2B5EF4-FFF2-40B4-BE49-F238E27FC236}">
                <a16:creationId xmlns:a16="http://schemas.microsoft.com/office/drawing/2014/main" id="{FB6F42C2-A864-DC06-20F5-354897512B48}"/>
              </a:ext>
            </a:extLst>
          </p:cNvPr>
          <p:cNvSpPr txBox="1"/>
          <p:nvPr/>
        </p:nvSpPr>
        <p:spPr>
          <a:xfrm>
            <a:off x="7976962" y="7688999"/>
            <a:ext cx="7450469" cy="1015663"/>
          </a:xfrm>
          <a:prstGeom prst="rect">
            <a:avLst/>
          </a:prstGeom>
          <a:noFill/>
        </p:spPr>
        <p:txBody>
          <a:bodyPr wrap="square">
            <a:spAutoFit/>
          </a:bodyPr>
          <a:lstStyle/>
          <a:p>
            <a:pPr algn="ctr"/>
            <a:r>
              <a:rPr lang="en-US" sz="6000">
                <a:latin typeface="iCiel Stabile Regular" panose="02000503000000000000" pitchFamily="2" charset="77"/>
              </a:rPr>
              <a:t>điểm</a:t>
            </a:r>
            <a:endParaRPr lang="en-VN" sz="6000">
              <a:latin typeface="iCiel Stabile Regular" panose="02000503000000000000" pitchFamily="2" charset="77"/>
            </a:endParaRPr>
          </a:p>
        </p:txBody>
      </p:sp>
    </p:spTree>
    <p:extLst>
      <p:ext uri="{BB962C8B-B14F-4D97-AF65-F5344CB8AC3E}">
        <p14:creationId xmlns:p14="http://schemas.microsoft.com/office/powerpoint/2010/main" val="28335908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1AFBB-53B7-0D41-0E1F-589C3F69038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1AE4CB3-9804-8CF0-44C0-BB2B3B694927}"/>
              </a:ext>
            </a:extLst>
          </p:cNvPr>
          <p:cNvSpPr txBox="1"/>
          <p:nvPr/>
        </p:nvSpPr>
        <p:spPr>
          <a:xfrm>
            <a:off x="616959" y="1910902"/>
            <a:ext cx="10717077"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B631D67D-AFB2-1E1A-6C8E-34F4FD99A052}"/>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29752EA6-6694-9EB3-C7BD-0F203D981D80}"/>
              </a:ext>
            </a:extLst>
          </p:cNvPr>
          <p:cNvSpPr txBox="1"/>
          <p:nvPr/>
        </p:nvSpPr>
        <p:spPr>
          <a:xfrm>
            <a:off x="6858000" y="1885126"/>
            <a:ext cx="13362141"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AF97E05D-F63E-FD93-B425-D090DB33618F}"/>
              </a:ext>
            </a:extLst>
          </p:cNvPr>
          <p:cNvSpPr txBox="1"/>
          <p:nvPr/>
        </p:nvSpPr>
        <p:spPr>
          <a:xfrm>
            <a:off x="1313845" y="3958571"/>
            <a:ext cx="1566030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0FED0B16-5E8D-3D91-C8CD-A5B134C04E36}"/>
              </a:ext>
            </a:extLst>
          </p:cNvPr>
          <p:cNvSpPr txBox="1"/>
          <p:nvPr/>
        </p:nvSpPr>
        <p:spPr>
          <a:xfrm>
            <a:off x="2552441" y="2946954"/>
            <a:ext cx="7450469" cy="8032968"/>
          </a:xfrm>
          <a:prstGeom prst="rect">
            <a:avLst/>
          </a:prstGeom>
          <a:noFill/>
        </p:spPr>
        <p:txBody>
          <a:bodyPr wrap="square">
            <a:spAutoFit/>
          </a:bodyPr>
          <a:lstStyle>
            <a:defPPr>
              <a:defRPr lang="en-VN"/>
            </a:defPPr>
            <a:lvl1pPr algn="ctr">
              <a:defRPr sz="23900">
                <a:solidFill>
                  <a:srgbClr val="C00000"/>
                </a:solidFill>
                <a:latin typeface="iCiel Stabile Regular" panose="02000503000000000000" pitchFamily="2" charset="77"/>
              </a:defRPr>
            </a:lvl1pPr>
          </a:lstStyle>
          <a:p>
            <a:r>
              <a:rPr lang="en-US" sz="51600"/>
              <a:t>10</a:t>
            </a:r>
            <a:endParaRPr lang="en-VN" sz="51600"/>
          </a:p>
        </p:txBody>
      </p:sp>
      <p:sp>
        <p:nvSpPr>
          <p:cNvPr id="5" name="TextBox 4">
            <a:extLst>
              <a:ext uri="{FF2B5EF4-FFF2-40B4-BE49-F238E27FC236}">
                <a16:creationId xmlns:a16="http://schemas.microsoft.com/office/drawing/2014/main" id="{D7DC4310-C6F5-2F4E-33DB-FEBA02D5778A}"/>
              </a:ext>
            </a:extLst>
          </p:cNvPr>
          <p:cNvSpPr txBox="1"/>
          <p:nvPr/>
        </p:nvSpPr>
        <p:spPr>
          <a:xfrm>
            <a:off x="7976962" y="7688999"/>
            <a:ext cx="7450469" cy="1015663"/>
          </a:xfrm>
          <a:prstGeom prst="rect">
            <a:avLst/>
          </a:prstGeom>
          <a:noFill/>
        </p:spPr>
        <p:txBody>
          <a:bodyPr wrap="square">
            <a:spAutoFit/>
          </a:bodyPr>
          <a:lstStyle/>
          <a:p>
            <a:pPr algn="ctr"/>
            <a:r>
              <a:rPr lang="en-US" sz="6000">
                <a:latin typeface="iCiel Stabile Regular" panose="02000503000000000000" pitchFamily="2" charset="77"/>
              </a:rPr>
              <a:t>điểm</a:t>
            </a:r>
            <a:endParaRPr lang="en-VN" sz="6000">
              <a:latin typeface="iCiel Stabile Regular" panose="02000503000000000000" pitchFamily="2" charset="77"/>
            </a:endParaRPr>
          </a:p>
        </p:txBody>
      </p:sp>
    </p:spTree>
    <p:extLst>
      <p:ext uri="{BB962C8B-B14F-4D97-AF65-F5344CB8AC3E}">
        <p14:creationId xmlns:p14="http://schemas.microsoft.com/office/powerpoint/2010/main" val="28451608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AD241-BE2A-822C-9B8C-DE2CF81351B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5C3507EC-4E80-BE9F-8A19-5C79EAB4912B}"/>
              </a:ext>
            </a:extLst>
          </p:cNvPr>
          <p:cNvSpPr txBox="1"/>
          <p:nvPr/>
        </p:nvSpPr>
        <p:spPr>
          <a:xfrm>
            <a:off x="616959" y="1910902"/>
            <a:ext cx="10717077"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5ECC42E2-C678-0D52-FAC5-9108FD786DD6}"/>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3DB03711-4065-D4A7-5E66-6E9EB082601E}"/>
              </a:ext>
            </a:extLst>
          </p:cNvPr>
          <p:cNvSpPr txBox="1"/>
          <p:nvPr/>
        </p:nvSpPr>
        <p:spPr>
          <a:xfrm>
            <a:off x="6858000" y="1885126"/>
            <a:ext cx="13362141"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CE735088-3435-0F40-4CBC-81CB7B9A0BC6}"/>
              </a:ext>
            </a:extLst>
          </p:cNvPr>
          <p:cNvSpPr txBox="1"/>
          <p:nvPr/>
        </p:nvSpPr>
        <p:spPr>
          <a:xfrm>
            <a:off x="1313845" y="3958571"/>
            <a:ext cx="1566030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08C386FE-5FD5-E1E9-8C1C-063A76B9CD6B}"/>
              </a:ext>
            </a:extLst>
          </p:cNvPr>
          <p:cNvSpPr txBox="1"/>
          <p:nvPr/>
        </p:nvSpPr>
        <p:spPr>
          <a:xfrm>
            <a:off x="2552441" y="2946954"/>
            <a:ext cx="7450469" cy="8032968"/>
          </a:xfrm>
          <a:prstGeom prst="rect">
            <a:avLst/>
          </a:prstGeom>
          <a:noFill/>
        </p:spPr>
        <p:txBody>
          <a:bodyPr wrap="square">
            <a:spAutoFit/>
          </a:bodyPr>
          <a:lstStyle>
            <a:defPPr>
              <a:defRPr lang="en-VN"/>
            </a:defPPr>
            <a:lvl1pPr algn="ctr">
              <a:defRPr sz="23900">
                <a:solidFill>
                  <a:srgbClr val="C00000"/>
                </a:solidFill>
                <a:latin typeface="iCiel Stabile Regular" panose="02000503000000000000" pitchFamily="2" charset="77"/>
              </a:defRPr>
            </a:lvl1pPr>
          </a:lstStyle>
          <a:p>
            <a:r>
              <a:rPr lang="en-US" sz="51600"/>
              <a:t>10</a:t>
            </a:r>
            <a:endParaRPr lang="en-VN" sz="51600"/>
          </a:p>
        </p:txBody>
      </p:sp>
      <p:sp>
        <p:nvSpPr>
          <p:cNvPr id="5" name="TextBox 4">
            <a:extLst>
              <a:ext uri="{FF2B5EF4-FFF2-40B4-BE49-F238E27FC236}">
                <a16:creationId xmlns:a16="http://schemas.microsoft.com/office/drawing/2014/main" id="{00007BB1-2085-510F-CAA4-E173DAE9DBDF}"/>
              </a:ext>
            </a:extLst>
          </p:cNvPr>
          <p:cNvSpPr txBox="1"/>
          <p:nvPr/>
        </p:nvSpPr>
        <p:spPr>
          <a:xfrm>
            <a:off x="6102391" y="4631606"/>
            <a:ext cx="14503331"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điểm</a:t>
            </a:r>
            <a:endParaRPr lang="en-VN" sz="35850"/>
          </a:p>
        </p:txBody>
      </p:sp>
    </p:spTree>
    <p:extLst>
      <p:ext uri="{BB962C8B-B14F-4D97-AF65-F5344CB8AC3E}">
        <p14:creationId xmlns:p14="http://schemas.microsoft.com/office/powerpoint/2010/main" val="323235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51510-0736-1FE6-03AC-8855540EBEE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9058122-F27C-D1B4-B5C0-39CB8BE5CD47}"/>
              </a:ext>
            </a:extLst>
          </p:cNvPr>
          <p:cNvSpPr txBox="1"/>
          <p:nvPr/>
        </p:nvSpPr>
        <p:spPr>
          <a:xfrm>
            <a:off x="4493857" y="4638362"/>
            <a:ext cx="288356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515F6C53-6CD4-7586-EA10-BF96F3EBCD1F}"/>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48448BA6-CA17-34B5-C52C-0442A637012C}"/>
              </a:ext>
            </a:extLst>
          </p:cNvPr>
          <p:cNvSpPr txBox="1"/>
          <p:nvPr/>
        </p:nvSpPr>
        <p:spPr>
          <a:xfrm>
            <a:off x="6056688" y="4612586"/>
            <a:ext cx="359525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935661EE-87FB-C522-8298-05DE901D14BF}"/>
              </a:ext>
            </a:extLst>
          </p:cNvPr>
          <p:cNvSpPr txBox="1"/>
          <p:nvPr/>
        </p:nvSpPr>
        <p:spPr>
          <a:xfrm>
            <a:off x="7377422" y="4586810"/>
            <a:ext cx="4213605"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36D69905-20C2-0D37-F21A-3BAB98BDEE31}"/>
              </a:ext>
            </a:extLst>
          </p:cNvPr>
          <p:cNvSpPr txBox="1"/>
          <p:nvPr/>
        </p:nvSpPr>
        <p:spPr>
          <a:xfrm>
            <a:off x="9970354" y="4586810"/>
            <a:ext cx="200464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solidFill>
                  <a:srgbClr val="C00000"/>
                </a:solidFill>
              </a:rPr>
              <a:t>10</a:t>
            </a:r>
            <a:endParaRPr lang="en-VN" sz="6000">
              <a:solidFill>
                <a:srgbClr val="C00000"/>
              </a:solidFill>
            </a:endParaRPr>
          </a:p>
        </p:txBody>
      </p:sp>
      <p:sp>
        <p:nvSpPr>
          <p:cNvPr id="5" name="TextBox 4">
            <a:extLst>
              <a:ext uri="{FF2B5EF4-FFF2-40B4-BE49-F238E27FC236}">
                <a16:creationId xmlns:a16="http://schemas.microsoft.com/office/drawing/2014/main" id="{93DFC2D3-A106-00DD-0281-46D7CB0A361B}"/>
              </a:ext>
            </a:extLst>
          </p:cNvPr>
          <p:cNvSpPr txBox="1"/>
          <p:nvPr/>
        </p:nvSpPr>
        <p:spPr>
          <a:xfrm>
            <a:off x="10342255" y="4638362"/>
            <a:ext cx="390230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điểm</a:t>
            </a:r>
            <a:endParaRPr lang="en-VN" sz="6000"/>
          </a:p>
        </p:txBody>
      </p:sp>
    </p:spTree>
    <p:extLst>
      <p:ext uri="{BB962C8B-B14F-4D97-AF65-F5344CB8AC3E}">
        <p14:creationId xmlns:p14="http://schemas.microsoft.com/office/powerpoint/2010/main" val="40046445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A95C3-EBB1-5341-9C0E-059490145074}"/>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7EBC5C-AEFE-35B0-311F-6C6389F4CB86}"/>
              </a:ext>
            </a:extLst>
          </p:cNvPr>
          <p:cNvSpPr txBox="1"/>
          <p:nvPr/>
        </p:nvSpPr>
        <p:spPr>
          <a:xfrm>
            <a:off x="-1293968" y="2601652"/>
            <a:ext cx="10162185" cy="3924151"/>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24900"/>
              <a:t>xứng</a:t>
            </a:r>
            <a:endParaRPr lang="en-VN" sz="24900"/>
          </a:p>
        </p:txBody>
      </p:sp>
      <p:sp>
        <p:nvSpPr>
          <p:cNvPr id="9" name="Oval 8">
            <a:extLst>
              <a:ext uri="{FF2B5EF4-FFF2-40B4-BE49-F238E27FC236}">
                <a16:creationId xmlns:a16="http://schemas.microsoft.com/office/drawing/2014/main" id="{0DB616E0-CDE1-58D4-338C-06407F335E99}"/>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3AE76F98-5DEA-7D11-BE5E-D86128B1B1D8}"/>
              </a:ext>
            </a:extLst>
          </p:cNvPr>
          <p:cNvSpPr txBox="1"/>
          <p:nvPr/>
        </p:nvSpPr>
        <p:spPr>
          <a:xfrm>
            <a:off x="6056688" y="4612586"/>
            <a:ext cx="359525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2554515B-D900-3B04-2606-404C3155964A}"/>
              </a:ext>
            </a:extLst>
          </p:cNvPr>
          <p:cNvSpPr txBox="1"/>
          <p:nvPr/>
        </p:nvSpPr>
        <p:spPr>
          <a:xfrm>
            <a:off x="7377422" y="4586810"/>
            <a:ext cx="4213605"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F2FE8939-FC03-E7C0-11C9-82310F0C1274}"/>
              </a:ext>
            </a:extLst>
          </p:cNvPr>
          <p:cNvSpPr txBox="1"/>
          <p:nvPr/>
        </p:nvSpPr>
        <p:spPr>
          <a:xfrm>
            <a:off x="9970354" y="4586810"/>
            <a:ext cx="200464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solidFill>
                  <a:srgbClr val="C00000"/>
                </a:solidFill>
              </a:rPr>
              <a:t>10</a:t>
            </a:r>
            <a:endParaRPr lang="en-VN" sz="6000">
              <a:solidFill>
                <a:srgbClr val="C00000"/>
              </a:solidFill>
            </a:endParaRPr>
          </a:p>
        </p:txBody>
      </p:sp>
      <p:sp>
        <p:nvSpPr>
          <p:cNvPr id="5" name="TextBox 4">
            <a:extLst>
              <a:ext uri="{FF2B5EF4-FFF2-40B4-BE49-F238E27FC236}">
                <a16:creationId xmlns:a16="http://schemas.microsoft.com/office/drawing/2014/main" id="{048223B9-5CF5-FE80-9DDF-01E65AF3F9D4}"/>
              </a:ext>
            </a:extLst>
          </p:cNvPr>
          <p:cNvSpPr txBox="1"/>
          <p:nvPr/>
        </p:nvSpPr>
        <p:spPr>
          <a:xfrm>
            <a:off x="10342255" y="4638362"/>
            <a:ext cx="390230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điểm</a:t>
            </a:r>
            <a:endParaRPr lang="en-VN" sz="6000"/>
          </a:p>
        </p:txBody>
      </p:sp>
    </p:spTree>
    <p:extLst>
      <p:ext uri="{BB962C8B-B14F-4D97-AF65-F5344CB8AC3E}">
        <p14:creationId xmlns:p14="http://schemas.microsoft.com/office/powerpoint/2010/main" val="13965073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1D1EB-53BE-E4A7-A35A-9C9C005F8A0B}"/>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9618D8C-0188-BFDF-BDA0-864C09B946B7}"/>
              </a:ext>
            </a:extLst>
          </p:cNvPr>
          <p:cNvSpPr txBox="1"/>
          <p:nvPr/>
        </p:nvSpPr>
        <p:spPr>
          <a:xfrm>
            <a:off x="1359872" y="4586810"/>
            <a:ext cx="197976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50D0E1AA-F637-A928-80B5-0649000C79AC}"/>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DB25E160-8F6F-7C99-C6FB-805A6B6ECB8C}"/>
              </a:ext>
            </a:extLst>
          </p:cNvPr>
          <p:cNvSpPr txBox="1"/>
          <p:nvPr/>
        </p:nvSpPr>
        <p:spPr>
          <a:xfrm>
            <a:off x="397038" y="1599222"/>
            <a:ext cx="14808258"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đáng</a:t>
            </a:r>
            <a:endParaRPr lang="en-VN" sz="35850"/>
          </a:p>
        </p:txBody>
      </p:sp>
      <p:sp>
        <p:nvSpPr>
          <p:cNvPr id="3" name="TextBox 2">
            <a:extLst>
              <a:ext uri="{FF2B5EF4-FFF2-40B4-BE49-F238E27FC236}">
                <a16:creationId xmlns:a16="http://schemas.microsoft.com/office/drawing/2014/main" id="{931EA739-9159-FE64-5BF6-602B12811C13}"/>
              </a:ext>
            </a:extLst>
          </p:cNvPr>
          <p:cNvSpPr txBox="1"/>
          <p:nvPr/>
        </p:nvSpPr>
        <p:spPr>
          <a:xfrm>
            <a:off x="11974997" y="4586810"/>
            <a:ext cx="1766579"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EC616D32-32DC-FD38-CAE9-D01644EFD82C}"/>
              </a:ext>
            </a:extLst>
          </p:cNvPr>
          <p:cNvSpPr txBox="1"/>
          <p:nvPr/>
        </p:nvSpPr>
        <p:spPr>
          <a:xfrm>
            <a:off x="13177318" y="4586810"/>
            <a:ext cx="200464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solidFill>
                  <a:srgbClr val="C00000"/>
                </a:solidFill>
              </a:rPr>
              <a:t>10</a:t>
            </a:r>
            <a:endParaRPr lang="en-VN" sz="6000">
              <a:solidFill>
                <a:srgbClr val="C00000"/>
              </a:solidFill>
            </a:endParaRPr>
          </a:p>
        </p:txBody>
      </p:sp>
      <p:sp>
        <p:nvSpPr>
          <p:cNvPr id="5" name="TextBox 4">
            <a:extLst>
              <a:ext uri="{FF2B5EF4-FFF2-40B4-BE49-F238E27FC236}">
                <a16:creationId xmlns:a16="http://schemas.microsoft.com/office/drawing/2014/main" id="{1834212E-CC51-DBE9-4EFE-D1A8E7387144}"/>
              </a:ext>
            </a:extLst>
          </p:cNvPr>
          <p:cNvSpPr txBox="1"/>
          <p:nvPr/>
        </p:nvSpPr>
        <p:spPr>
          <a:xfrm>
            <a:off x="14152432" y="4638362"/>
            <a:ext cx="390230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điểm</a:t>
            </a:r>
            <a:endParaRPr lang="en-VN" sz="6000"/>
          </a:p>
        </p:txBody>
      </p:sp>
    </p:spTree>
    <p:extLst>
      <p:ext uri="{BB962C8B-B14F-4D97-AF65-F5344CB8AC3E}">
        <p14:creationId xmlns:p14="http://schemas.microsoft.com/office/powerpoint/2010/main" val="25505330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D3E3-A4CD-14C9-6A34-9ED4DB21BEBA}"/>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A32B6E7-273B-1EF8-CEF2-20D0AF7CA92E}"/>
              </a:ext>
            </a:extLst>
          </p:cNvPr>
          <p:cNvSpPr txBox="1"/>
          <p:nvPr/>
        </p:nvSpPr>
        <p:spPr>
          <a:xfrm>
            <a:off x="1359872" y="4586810"/>
            <a:ext cx="197976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CD1B96DC-538E-3FE7-614B-E7D3DC3AD537}"/>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318DB29F-67D4-DA67-9072-76824943E232}"/>
              </a:ext>
            </a:extLst>
          </p:cNvPr>
          <p:cNvSpPr txBox="1"/>
          <p:nvPr/>
        </p:nvSpPr>
        <p:spPr>
          <a:xfrm>
            <a:off x="2962952" y="4586810"/>
            <a:ext cx="2193762"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335B3943-191B-28E8-F047-DABFD836B2B8}"/>
              </a:ext>
            </a:extLst>
          </p:cNvPr>
          <p:cNvSpPr txBox="1"/>
          <p:nvPr/>
        </p:nvSpPr>
        <p:spPr>
          <a:xfrm>
            <a:off x="2962952" y="1759112"/>
            <a:ext cx="12649376"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được</a:t>
            </a:r>
            <a:endParaRPr lang="en-VN" sz="35850"/>
          </a:p>
        </p:txBody>
      </p:sp>
      <p:sp>
        <p:nvSpPr>
          <p:cNvPr id="4" name="TextBox 3">
            <a:extLst>
              <a:ext uri="{FF2B5EF4-FFF2-40B4-BE49-F238E27FC236}">
                <a16:creationId xmlns:a16="http://schemas.microsoft.com/office/drawing/2014/main" id="{F9C012FD-4F68-5F7D-2346-82CD22037C64}"/>
              </a:ext>
            </a:extLst>
          </p:cNvPr>
          <p:cNvSpPr txBox="1"/>
          <p:nvPr/>
        </p:nvSpPr>
        <p:spPr>
          <a:xfrm>
            <a:off x="13177318" y="4586810"/>
            <a:ext cx="2004644"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solidFill>
                  <a:srgbClr val="C00000"/>
                </a:solidFill>
              </a:rPr>
              <a:t>10</a:t>
            </a:r>
            <a:endParaRPr lang="en-VN" sz="6000">
              <a:solidFill>
                <a:srgbClr val="C00000"/>
              </a:solidFill>
            </a:endParaRPr>
          </a:p>
        </p:txBody>
      </p:sp>
      <p:sp>
        <p:nvSpPr>
          <p:cNvPr id="5" name="TextBox 4">
            <a:extLst>
              <a:ext uri="{FF2B5EF4-FFF2-40B4-BE49-F238E27FC236}">
                <a16:creationId xmlns:a16="http://schemas.microsoft.com/office/drawing/2014/main" id="{5D53ADE0-BEFC-6D3C-6588-E373DD47DA30}"/>
              </a:ext>
            </a:extLst>
          </p:cNvPr>
          <p:cNvSpPr txBox="1"/>
          <p:nvPr/>
        </p:nvSpPr>
        <p:spPr>
          <a:xfrm>
            <a:off x="14152432" y="4638362"/>
            <a:ext cx="390230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điểm</a:t>
            </a:r>
            <a:endParaRPr lang="en-VN" sz="6000"/>
          </a:p>
        </p:txBody>
      </p:sp>
    </p:spTree>
    <p:extLst>
      <p:ext uri="{BB962C8B-B14F-4D97-AF65-F5344CB8AC3E}">
        <p14:creationId xmlns:p14="http://schemas.microsoft.com/office/powerpoint/2010/main" val="36814622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E0FBF-3ED5-845A-B76F-2555404A433B}"/>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531B868-EA96-693D-998F-82DB7DA747CB}"/>
              </a:ext>
            </a:extLst>
          </p:cNvPr>
          <p:cNvSpPr txBox="1"/>
          <p:nvPr/>
        </p:nvSpPr>
        <p:spPr>
          <a:xfrm>
            <a:off x="1359872" y="4586810"/>
            <a:ext cx="197976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E1066DB7-639D-9BDE-1B26-3924CBC79C88}"/>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CC5C3D28-2C1F-0602-D662-0FEB753143C5}"/>
              </a:ext>
            </a:extLst>
          </p:cNvPr>
          <p:cNvSpPr txBox="1"/>
          <p:nvPr/>
        </p:nvSpPr>
        <p:spPr>
          <a:xfrm>
            <a:off x="2962952" y="4586810"/>
            <a:ext cx="2193762"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FA4FF305-5EE7-C7D9-B7DD-AAF4FF9C2AF1}"/>
              </a:ext>
            </a:extLst>
          </p:cNvPr>
          <p:cNvSpPr txBox="1"/>
          <p:nvPr/>
        </p:nvSpPr>
        <p:spPr>
          <a:xfrm>
            <a:off x="4942719" y="4638362"/>
            <a:ext cx="1979769"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0B7B5AEB-1F5C-FFEB-2938-D7F6DD344A5D}"/>
              </a:ext>
            </a:extLst>
          </p:cNvPr>
          <p:cNvSpPr txBox="1"/>
          <p:nvPr/>
        </p:nvSpPr>
        <p:spPr>
          <a:xfrm>
            <a:off x="4534952" y="243410"/>
            <a:ext cx="10239242" cy="8032968"/>
          </a:xfrm>
          <a:prstGeom prst="rect">
            <a:avLst/>
          </a:prstGeom>
          <a:noFill/>
        </p:spPr>
        <p:txBody>
          <a:bodyPr wrap="square">
            <a:spAutoFit/>
          </a:bodyPr>
          <a:lstStyle>
            <a:defPPr>
              <a:defRPr lang="en-VN"/>
            </a:defPPr>
            <a:lvl1pPr algn="ctr">
              <a:defRPr sz="34400">
                <a:solidFill>
                  <a:srgbClr val="C00000"/>
                </a:solidFill>
                <a:latin typeface="iCiel Stabile Regular" panose="02000503000000000000" pitchFamily="2" charset="77"/>
              </a:defRPr>
            </a:lvl1pPr>
          </a:lstStyle>
          <a:p>
            <a:r>
              <a:rPr lang="en-US" sz="51600"/>
              <a:t>10</a:t>
            </a:r>
            <a:endParaRPr lang="en-VN" sz="51600"/>
          </a:p>
        </p:txBody>
      </p:sp>
      <p:sp>
        <p:nvSpPr>
          <p:cNvPr id="5" name="TextBox 4">
            <a:extLst>
              <a:ext uri="{FF2B5EF4-FFF2-40B4-BE49-F238E27FC236}">
                <a16:creationId xmlns:a16="http://schemas.microsoft.com/office/drawing/2014/main" id="{766E7F04-FA18-AC87-D622-61630A7E9561}"/>
              </a:ext>
            </a:extLst>
          </p:cNvPr>
          <p:cNvSpPr txBox="1"/>
          <p:nvPr/>
        </p:nvSpPr>
        <p:spPr>
          <a:xfrm>
            <a:off x="14152432" y="4638362"/>
            <a:ext cx="3902306"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điểm</a:t>
            </a:r>
            <a:endParaRPr lang="en-VN" sz="6000"/>
          </a:p>
        </p:txBody>
      </p:sp>
    </p:spTree>
    <p:extLst>
      <p:ext uri="{BB962C8B-B14F-4D97-AF65-F5344CB8AC3E}">
        <p14:creationId xmlns:p14="http://schemas.microsoft.com/office/powerpoint/2010/main" val="12153685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E460E-A47B-14F4-C667-D08B1E8D347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B698B50-C652-CACD-5BA8-D94544242AFF}"/>
              </a:ext>
            </a:extLst>
          </p:cNvPr>
          <p:cNvSpPr txBox="1"/>
          <p:nvPr/>
        </p:nvSpPr>
        <p:spPr>
          <a:xfrm>
            <a:off x="-69040" y="4586810"/>
            <a:ext cx="1979768"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xứng</a:t>
            </a:r>
            <a:endParaRPr lang="en-VN" sz="6000"/>
          </a:p>
        </p:txBody>
      </p:sp>
      <p:sp>
        <p:nvSpPr>
          <p:cNvPr id="9" name="Oval 8">
            <a:extLst>
              <a:ext uri="{FF2B5EF4-FFF2-40B4-BE49-F238E27FC236}">
                <a16:creationId xmlns:a16="http://schemas.microsoft.com/office/drawing/2014/main" id="{779E79DE-E036-6681-F1A1-9F5824C30C9D}"/>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2" name="TextBox 1">
            <a:extLst>
              <a:ext uri="{FF2B5EF4-FFF2-40B4-BE49-F238E27FC236}">
                <a16:creationId xmlns:a16="http://schemas.microsoft.com/office/drawing/2014/main" id="{048F63DC-CC2C-58F7-7741-4B973364ACA5}"/>
              </a:ext>
            </a:extLst>
          </p:cNvPr>
          <p:cNvSpPr txBox="1"/>
          <p:nvPr/>
        </p:nvSpPr>
        <p:spPr>
          <a:xfrm>
            <a:off x="1534040" y="4586810"/>
            <a:ext cx="2193762"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đáng</a:t>
            </a:r>
            <a:endParaRPr lang="en-VN" sz="6000"/>
          </a:p>
        </p:txBody>
      </p:sp>
      <p:sp>
        <p:nvSpPr>
          <p:cNvPr id="3" name="TextBox 2">
            <a:extLst>
              <a:ext uri="{FF2B5EF4-FFF2-40B4-BE49-F238E27FC236}">
                <a16:creationId xmlns:a16="http://schemas.microsoft.com/office/drawing/2014/main" id="{1C7C334A-B085-8D63-C05D-8BA66720D7DE}"/>
              </a:ext>
            </a:extLst>
          </p:cNvPr>
          <p:cNvSpPr txBox="1"/>
          <p:nvPr/>
        </p:nvSpPr>
        <p:spPr>
          <a:xfrm>
            <a:off x="3513807" y="4638362"/>
            <a:ext cx="1979769" cy="1015663"/>
          </a:xfrm>
          <a:prstGeom prst="rect">
            <a:avLst/>
          </a:prstGeom>
          <a:noFill/>
        </p:spPr>
        <p:txBody>
          <a:bodyPr wrap="square">
            <a:spAutoFit/>
          </a:bodyPr>
          <a:lstStyle>
            <a:defPPr>
              <a:defRPr lang="en-VN"/>
            </a:defPPr>
            <a:lvl1pPr algn="ctr">
              <a:defRPr sz="4000">
                <a:latin typeface="iCiel Stabile Regular" panose="02000503000000000000" pitchFamily="2" charset="77"/>
              </a:defRPr>
            </a:lvl1pPr>
          </a:lstStyle>
          <a:p>
            <a:r>
              <a:rPr lang="en-US" sz="6000"/>
              <a:t>được</a:t>
            </a:r>
            <a:endParaRPr lang="en-VN" sz="6000"/>
          </a:p>
        </p:txBody>
      </p:sp>
      <p:sp>
        <p:nvSpPr>
          <p:cNvPr id="4" name="TextBox 3">
            <a:extLst>
              <a:ext uri="{FF2B5EF4-FFF2-40B4-BE49-F238E27FC236}">
                <a16:creationId xmlns:a16="http://schemas.microsoft.com/office/drawing/2014/main" id="{53DAFA91-BF98-6AAF-874C-76FA89A9F3E7}"/>
              </a:ext>
            </a:extLst>
          </p:cNvPr>
          <p:cNvSpPr txBox="1"/>
          <p:nvPr/>
        </p:nvSpPr>
        <p:spPr>
          <a:xfrm>
            <a:off x="2350553" y="243410"/>
            <a:ext cx="10239242" cy="8032968"/>
          </a:xfrm>
          <a:prstGeom prst="rect">
            <a:avLst/>
          </a:prstGeom>
          <a:noFill/>
        </p:spPr>
        <p:txBody>
          <a:bodyPr wrap="square">
            <a:spAutoFit/>
          </a:bodyPr>
          <a:lstStyle>
            <a:defPPr>
              <a:defRPr lang="en-VN"/>
            </a:defPPr>
            <a:lvl1pPr algn="ctr">
              <a:defRPr sz="34400">
                <a:solidFill>
                  <a:srgbClr val="C00000"/>
                </a:solidFill>
                <a:latin typeface="iCiel Stabile Regular" panose="02000503000000000000" pitchFamily="2" charset="77"/>
              </a:defRPr>
            </a:lvl1pPr>
          </a:lstStyle>
          <a:p>
            <a:r>
              <a:rPr lang="en-US" sz="51600"/>
              <a:t>10</a:t>
            </a:r>
            <a:endParaRPr lang="en-VN" sz="51600"/>
          </a:p>
        </p:txBody>
      </p:sp>
      <p:sp>
        <p:nvSpPr>
          <p:cNvPr id="5" name="TextBox 4">
            <a:extLst>
              <a:ext uri="{FF2B5EF4-FFF2-40B4-BE49-F238E27FC236}">
                <a16:creationId xmlns:a16="http://schemas.microsoft.com/office/drawing/2014/main" id="{6180524D-33EC-C377-0CF9-0C0B006BD413}"/>
              </a:ext>
            </a:extLst>
          </p:cNvPr>
          <p:cNvSpPr txBox="1"/>
          <p:nvPr/>
        </p:nvSpPr>
        <p:spPr>
          <a:xfrm>
            <a:off x="9144000" y="1964456"/>
            <a:ext cx="9723537" cy="5609228"/>
          </a:xfrm>
          <a:prstGeom prst="rect">
            <a:avLst/>
          </a:prstGeom>
          <a:noFill/>
        </p:spPr>
        <p:txBody>
          <a:bodyPr wrap="square">
            <a:spAutoFit/>
          </a:bodyPr>
          <a:lstStyle>
            <a:defPPr>
              <a:defRPr lang="en-VN"/>
            </a:defPPr>
            <a:lvl1pPr algn="ctr">
              <a:defRPr sz="23900">
                <a:latin typeface="iCiel Stabile Regular" panose="02000503000000000000" pitchFamily="2" charset="77"/>
              </a:defRPr>
            </a:lvl1pPr>
          </a:lstStyle>
          <a:p>
            <a:r>
              <a:rPr lang="en-US" sz="35850"/>
              <a:t>điểm</a:t>
            </a:r>
            <a:endParaRPr lang="en-VN" sz="35850"/>
          </a:p>
        </p:txBody>
      </p:sp>
    </p:spTree>
    <p:extLst>
      <p:ext uri="{BB962C8B-B14F-4D97-AF65-F5344CB8AC3E}">
        <p14:creationId xmlns:p14="http://schemas.microsoft.com/office/powerpoint/2010/main" val="12301492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D1373-A1D2-A512-9488-15EF8B34A75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C98F93-015D-DD10-26F0-A0D21134F9E3}"/>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9691B10-80C2-005F-43BB-158EF998B078}"/>
              </a:ext>
            </a:extLst>
          </p:cNvPr>
          <p:cNvSpPr/>
          <p:nvPr/>
        </p:nvSpPr>
        <p:spPr>
          <a:xfrm>
            <a:off x="-6083766" y="-10084266"/>
            <a:ext cx="30455531" cy="3045553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700"/>
          </a:p>
        </p:txBody>
      </p:sp>
      <p:sp>
        <p:nvSpPr>
          <p:cNvPr id="6" name="TextBox 5">
            <a:extLst>
              <a:ext uri="{FF2B5EF4-FFF2-40B4-BE49-F238E27FC236}">
                <a16:creationId xmlns:a16="http://schemas.microsoft.com/office/drawing/2014/main" id="{CDE8EB4C-C04C-FA4B-1485-9EA894A9F893}"/>
              </a:ext>
            </a:extLst>
          </p:cNvPr>
          <p:cNvSpPr txBox="1"/>
          <p:nvPr/>
        </p:nvSpPr>
        <p:spPr>
          <a:xfrm>
            <a:off x="-3206402" y="4058586"/>
            <a:ext cx="24751602" cy="2123658"/>
          </a:xfrm>
          <a:prstGeom prst="rect">
            <a:avLst/>
          </a:prstGeom>
          <a:noFill/>
        </p:spPr>
        <p:txBody>
          <a:bodyPr wrap="square" rtlCol="0">
            <a:spAutoFit/>
          </a:bodyPr>
          <a:lstStyle/>
          <a:p>
            <a:pPr algn="ctr"/>
            <a:r>
              <a:rPr lang="en-VN" sz="13200">
                <a:solidFill>
                  <a:schemeClr val="bg1"/>
                </a:solidFill>
                <a:latin typeface="iCiel Stabile Regular" panose="02000503000000000000" pitchFamily="2" charset="77"/>
              </a:rPr>
              <a:t>THANKS FOR WATCHING!</a:t>
            </a:r>
          </a:p>
        </p:txBody>
      </p:sp>
    </p:spTree>
    <p:extLst>
      <p:ext uri="{BB962C8B-B14F-4D97-AF65-F5344CB8AC3E}">
        <p14:creationId xmlns:p14="http://schemas.microsoft.com/office/powerpoint/2010/main" val="7103257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advClick="0" advTm="0">
        <p159:morph option="byObject"/>
      </p:transition>
    </mc:Choice>
    <mc:Fallback xmlns="">
      <p:transition advClick="0" advTm="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TotalTime>
  <Words>1463</Words>
  <Application>Microsoft Office PowerPoint</Application>
  <PresentationFormat>Custom</PresentationFormat>
  <Paragraphs>256</Paragraphs>
  <Slides>42</Slides>
  <Notes>0</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42</vt:i4>
      </vt:variant>
    </vt:vector>
  </HeadingPairs>
  <TitlesOfParts>
    <vt:vector size="58" baseType="lpstr">
      <vt:lpstr>iCiel Stabile Regular</vt:lpstr>
      <vt:lpstr>Mali Medium</vt:lpstr>
      <vt:lpstr>Mali</vt:lpstr>
      <vt:lpstr>Quicksand Semi-Bold</vt:lpstr>
      <vt:lpstr>Bahnschrift SemiBold Condensed</vt:lpstr>
      <vt:lpstr>Anton</vt:lpstr>
      <vt:lpstr>Bahnschrift SemiBold</vt:lpstr>
      <vt:lpstr>Handpicked Seashells</vt:lpstr>
      <vt:lpstr>Arial</vt:lpstr>
      <vt:lpstr>Finesse</vt:lpstr>
      <vt:lpstr>Cheering Section</vt:lpstr>
      <vt:lpstr>Mali Bold</vt:lpstr>
      <vt:lpstr>Dingos Stamp</vt:lpstr>
      <vt:lpstr>Calibri</vt:lpstr>
      <vt:lpstr>Boldfat Mighty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Tin Học tổ 3</dc:title>
  <dc:creator>Khôi .</dc:creator>
  <cp:lastModifiedBy>Khôi .</cp:lastModifiedBy>
  <cp:revision>9</cp:revision>
  <dcterms:created xsi:type="dcterms:W3CDTF">2006-08-16T00:00:00Z</dcterms:created>
  <dcterms:modified xsi:type="dcterms:W3CDTF">2026-10-14T12:13:59Z</dcterms:modified>
  <dc:identifier>DAHXlTUQOpg</dc:identifier>
</cp:coreProperties>
</file>