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6" r:id="rId10"/>
    <p:sldId id="268" r:id="rId11"/>
  </p:sldIdLst>
  <p:sldSz cx="18288000" cy="10287000"/>
  <p:notesSz cx="6858000" cy="9144000"/>
  <p:embeddedFontLst>
    <p:embeddedFont>
      <p:font typeface="Anton" pitchFamily="2" charset="0"/>
      <p:regular r:id="rId12"/>
    </p:embeddedFont>
    <p:embeddedFont>
      <p:font typeface="Bahnschrift SemiBold" panose="020B0502040204020203" pitchFamily="34" charset="0"/>
      <p:bold r:id="rId13"/>
    </p:embeddedFont>
    <p:embeddedFont>
      <p:font typeface="Bahnschrift SemiBold Condensed" panose="020B0502040204020203" pitchFamily="34" charset="0"/>
      <p:bold r:id="rId14"/>
    </p:embeddedFont>
    <p:embeddedFont>
      <p:font typeface="Boldfat Mighty" panose="00000500000000000000" pitchFamily="2" charset="0"/>
      <p:regular r:id="rId15"/>
    </p:embeddedFont>
    <p:embeddedFont>
      <p:font typeface="Cheering Section" panose="020B0604020202020204" charset="0"/>
      <p:regular r:id="rId16"/>
    </p:embeddedFont>
    <p:embeddedFont>
      <p:font typeface="Dingos Stamp" panose="020B0604020202020204" charset="0"/>
      <p:regular r:id="rId17"/>
    </p:embeddedFont>
    <p:embeddedFont>
      <p:font typeface="Finesse" panose="020B0604020202020204" charset="0"/>
      <p:regular r:id="rId18"/>
    </p:embeddedFont>
    <p:embeddedFont>
      <p:font typeface="Handpicked Seashells" panose="020B0604020202020204" charset="0"/>
      <p:regular r:id="rId19"/>
    </p:embeddedFont>
    <p:embeddedFont>
      <p:font typeface="iCiel Stabile Regular" panose="02000503000000000000" pitchFamily="2" charset="0"/>
      <p:regular r:id="rId20"/>
    </p:embeddedFont>
    <p:embeddedFont>
      <p:font typeface="Mali" panose="020B0604020202020204" charset="-34"/>
      <p:regular r:id="rId21"/>
    </p:embeddedFont>
    <p:embeddedFont>
      <p:font typeface="Mali Bold" panose="020B0604020202020204" charset="-34"/>
      <p:regular r:id="rId22"/>
    </p:embeddedFont>
    <p:embeddedFont>
      <p:font typeface="Mali Medium" panose="020B0604020202020204" charset="-34"/>
      <p:regular r:id="rId23"/>
    </p:embeddedFont>
    <p:embeddedFont>
      <p:font typeface="Quicksand Semi-Bold"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8"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088"/>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ôi ." userId="748e3259e281ab95" providerId="LiveId" clId="{273BCA6A-993C-44AE-BCE5-EDA7CBD06128}"/>
    <pc:docChg chg="undo custSel delSld modSld">
      <pc:chgData name="Khôi ." userId="748e3259e281ab95" providerId="LiveId" clId="{273BCA6A-993C-44AE-BCE5-EDA7CBD06128}" dt="2026-10-19T12:07:16.328" v="704" actId="1076"/>
      <pc:docMkLst>
        <pc:docMk/>
      </pc:docMkLst>
      <pc:sldChg chg="addSp modSp mod modTransition">
        <pc:chgData name="Khôi ." userId="748e3259e281ab95" providerId="LiveId" clId="{273BCA6A-993C-44AE-BCE5-EDA7CBD06128}" dt="2026-10-19T12:01:23.202" v="693" actId="1076"/>
        <pc:sldMkLst>
          <pc:docMk/>
          <pc:sldMk cId="0" sldId="256"/>
        </pc:sldMkLst>
        <pc:spChg chg="add mod">
          <ac:chgData name="Khôi ." userId="748e3259e281ab95" providerId="LiveId" clId="{273BCA6A-993C-44AE-BCE5-EDA7CBD06128}" dt="2026-10-14T11:03:07.892" v="51" actId="1035"/>
          <ac:spMkLst>
            <pc:docMk/>
            <pc:sldMk cId="0" sldId="256"/>
            <ac:spMk id="7" creationId="{C25196D8-1538-787F-249F-132CE8E4C5FF}"/>
          </ac:spMkLst>
        </pc:spChg>
        <pc:spChg chg="mod">
          <ac:chgData name="Khôi ." userId="748e3259e281ab95" providerId="LiveId" clId="{273BCA6A-993C-44AE-BCE5-EDA7CBD06128}" dt="2026-10-19T12:01:09.482" v="690"/>
          <ac:spMkLst>
            <pc:docMk/>
            <pc:sldMk cId="0" sldId="256"/>
            <ac:spMk id="14" creationId="{40194ED4-C37D-C11B-3BD7-5A88E1DACAC8}"/>
          </ac:spMkLst>
        </pc:spChg>
        <pc:spChg chg="add mod">
          <ac:chgData name="Khôi ." userId="748e3259e281ab95" providerId="LiveId" clId="{273BCA6A-993C-44AE-BCE5-EDA7CBD06128}" dt="2026-10-14T11:03:23.040" v="120" actId="1035"/>
          <ac:spMkLst>
            <pc:docMk/>
            <pc:sldMk cId="0" sldId="256"/>
            <ac:spMk id="15" creationId="{64662823-4758-8A8C-BA43-55DB1829EABD}"/>
          </ac:spMkLst>
        </pc:spChg>
        <pc:spChg chg="mod">
          <ac:chgData name="Khôi ." userId="748e3259e281ab95" providerId="LiveId" clId="{273BCA6A-993C-44AE-BCE5-EDA7CBD06128}" dt="2026-10-19T12:01:09.482" v="690"/>
          <ac:spMkLst>
            <pc:docMk/>
            <pc:sldMk cId="0" sldId="256"/>
            <ac:spMk id="16" creationId="{BE04DC96-B757-6641-D663-3F378DE25851}"/>
          </ac:spMkLst>
        </pc:spChg>
        <pc:spChg chg="mod">
          <ac:chgData name="Khôi ." userId="748e3259e281ab95" providerId="LiveId" clId="{273BCA6A-993C-44AE-BCE5-EDA7CBD06128}" dt="2026-10-19T12:01:09.482" v="690"/>
          <ac:spMkLst>
            <pc:docMk/>
            <pc:sldMk cId="0" sldId="256"/>
            <ac:spMk id="18" creationId="{CF48EFE5-9DAE-5400-4E8F-C1F233797A82}"/>
          </ac:spMkLst>
        </pc:spChg>
        <pc:spChg chg="mod">
          <ac:chgData name="Khôi ." userId="748e3259e281ab95" providerId="LiveId" clId="{273BCA6A-993C-44AE-BCE5-EDA7CBD06128}" dt="2026-10-19T12:01:09.482" v="690"/>
          <ac:spMkLst>
            <pc:docMk/>
            <pc:sldMk cId="0" sldId="256"/>
            <ac:spMk id="19" creationId="{562003E3-4453-7D1C-CB18-0707B5CB658B}"/>
          </ac:spMkLst>
        </pc:spChg>
        <pc:spChg chg="mod">
          <ac:chgData name="Khôi ." userId="748e3259e281ab95" providerId="LiveId" clId="{273BCA6A-993C-44AE-BCE5-EDA7CBD06128}" dt="2026-10-14T11:03:25.814" v="137" actId="1035"/>
          <ac:spMkLst>
            <pc:docMk/>
            <pc:sldMk cId="0" sldId="256"/>
            <ac:spMk id="23" creationId="{AFB32FC5-0426-D4EC-844E-A7F3F1DC212B}"/>
          </ac:spMkLst>
        </pc:spChg>
        <pc:spChg chg="add mod">
          <ac:chgData name="Khôi ." userId="748e3259e281ab95" providerId="LiveId" clId="{273BCA6A-993C-44AE-BCE5-EDA7CBD06128}" dt="2026-10-19T12:01:23.202" v="693" actId="1076"/>
          <ac:spMkLst>
            <pc:docMk/>
            <pc:sldMk cId="0" sldId="256"/>
            <ac:spMk id="26" creationId="{7CF0A4DB-85A2-D0B7-FF67-C0DC65A82F67}"/>
          </ac:spMkLst>
        </pc:spChg>
        <pc:grpChg chg="add mod">
          <ac:chgData name="Khôi ." userId="748e3259e281ab95" providerId="LiveId" clId="{273BCA6A-993C-44AE-BCE5-EDA7CBD06128}" dt="2026-10-19T12:01:13.068" v="691" actId="1076"/>
          <ac:grpSpMkLst>
            <pc:docMk/>
            <pc:sldMk cId="0" sldId="256"/>
            <ac:grpSpMk id="2" creationId="{BD2AD4BA-EF63-2EC4-4B23-4C0F2688953F}"/>
          </ac:grpSpMkLst>
        </pc:grpChg>
        <pc:grpChg chg="add mod">
          <ac:chgData name="Khôi ." userId="748e3259e281ab95" providerId="LiveId" clId="{273BCA6A-993C-44AE-BCE5-EDA7CBD06128}" dt="2026-10-19T12:01:13.068" v="691" actId="1076"/>
          <ac:grpSpMkLst>
            <pc:docMk/>
            <pc:sldMk cId="0" sldId="256"/>
            <ac:grpSpMk id="17" creationId="{A472A446-D4B8-276B-908C-BB1AB1A262C3}"/>
          </ac:grpSpMkLst>
        </pc:grpChg>
      </pc:sldChg>
      <pc:sldChg chg="modSp mod modTransition">
        <pc:chgData name="Khôi ." userId="748e3259e281ab95" providerId="LiveId" clId="{273BCA6A-993C-44AE-BCE5-EDA7CBD06128}" dt="2026-10-14T16:08:46.600" v="631"/>
        <pc:sldMkLst>
          <pc:docMk/>
          <pc:sldMk cId="0" sldId="257"/>
        </pc:sldMkLst>
        <pc:spChg chg="mod">
          <ac:chgData name="Khôi ." userId="748e3259e281ab95" providerId="LiveId" clId="{273BCA6A-993C-44AE-BCE5-EDA7CBD06128}" dt="2026-10-14T11:02:52.181" v="0" actId="2711"/>
          <ac:spMkLst>
            <pc:docMk/>
            <pc:sldMk cId="0" sldId="257"/>
            <ac:spMk id="21" creationId="{00000000-0000-0000-0000-000000000000}"/>
          </ac:spMkLst>
        </pc:spChg>
      </pc:sldChg>
      <pc:sldChg chg="modTransition">
        <pc:chgData name="Khôi ." userId="748e3259e281ab95" providerId="LiveId" clId="{273BCA6A-993C-44AE-BCE5-EDA7CBD06128}" dt="2026-10-14T16:08:46.600" v="631"/>
        <pc:sldMkLst>
          <pc:docMk/>
          <pc:sldMk cId="0" sldId="258"/>
        </pc:sldMkLst>
      </pc:sldChg>
      <pc:sldChg chg="modTransition">
        <pc:chgData name="Khôi ." userId="748e3259e281ab95" providerId="LiveId" clId="{273BCA6A-993C-44AE-BCE5-EDA7CBD06128}" dt="2026-10-14T16:08:46.600" v="631"/>
        <pc:sldMkLst>
          <pc:docMk/>
          <pc:sldMk cId="0" sldId="259"/>
        </pc:sldMkLst>
      </pc:sldChg>
      <pc:sldChg chg="modSp mod modTransition">
        <pc:chgData name="Khôi ." userId="748e3259e281ab95" providerId="LiveId" clId="{273BCA6A-993C-44AE-BCE5-EDA7CBD06128}" dt="2026-10-19T12:07:16.328" v="704" actId="1076"/>
        <pc:sldMkLst>
          <pc:docMk/>
          <pc:sldMk cId="0" sldId="260"/>
        </pc:sldMkLst>
        <pc:spChg chg="mod">
          <ac:chgData name="Khôi ." userId="748e3259e281ab95" providerId="LiveId" clId="{273BCA6A-993C-44AE-BCE5-EDA7CBD06128}" dt="2026-10-19T11:55:42.764" v="635" actId="20577"/>
          <ac:spMkLst>
            <pc:docMk/>
            <pc:sldMk cId="0" sldId="260"/>
            <ac:spMk id="25" creationId="{00000000-0000-0000-0000-000000000000}"/>
          </ac:spMkLst>
        </pc:spChg>
        <pc:spChg chg="mod">
          <ac:chgData name="Khôi ." userId="748e3259e281ab95" providerId="LiveId" clId="{273BCA6A-993C-44AE-BCE5-EDA7CBD06128}" dt="2026-10-19T12:06:48.432" v="699" actId="1076"/>
          <ac:spMkLst>
            <pc:docMk/>
            <pc:sldMk cId="0" sldId="260"/>
            <ac:spMk id="26" creationId="{00000000-0000-0000-0000-000000000000}"/>
          </ac:spMkLst>
        </pc:spChg>
        <pc:spChg chg="mod">
          <ac:chgData name="Khôi ." userId="748e3259e281ab95" providerId="LiveId" clId="{273BCA6A-993C-44AE-BCE5-EDA7CBD06128}" dt="2026-10-19T12:06:54.004" v="700" actId="1076"/>
          <ac:spMkLst>
            <pc:docMk/>
            <pc:sldMk cId="0" sldId="260"/>
            <ac:spMk id="28" creationId="{00000000-0000-0000-0000-000000000000}"/>
          </ac:spMkLst>
        </pc:spChg>
        <pc:spChg chg="mod">
          <ac:chgData name="Khôi ." userId="748e3259e281ab95" providerId="LiveId" clId="{273BCA6A-993C-44AE-BCE5-EDA7CBD06128}" dt="2026-10-19T12:07:02.302" v="701" actId="1076"/>
          <ac:spMkLst>
            <pc:docMk/>
            <pc:sldMk cId="0" sldId="260"/>
            <ac:spMk id="30" creationId="{00000000-0000-0000-0000-000000000000}"/>
          </ac:spMkLst>
        </pc:spChg>
        <pc:spChg chg="mod">
          <ac:chgData name="Khôi ." userId="748e3259e281ab95" providerId="LiveId" clId="{273BCA6A-993C-44AE-BCE5-EDA7CBD06128}" dt="2026-10-19T12:07:06.240" v="702" actId="1076"/>
          <ac:spMkLst>
            <pc:docMk/>
            <pc:sldMk cId="0" sldId="260"/>
            <ac:spMk id="32" creationId="{00000000-0000-0000-0000-000000000000}"/>
          </ac:spMkLst>
        </pc:spChg>
        <pc:spChg chg="mod">
          <ac:chgData name="Khôi ." userId="748e3259e281ab95" providerId="LiveId" clId="{273BCA6A-993C-44AE-BCE5-EDA7CBD06128}" dt="2026-10-19T12:07:16.328" v="704" actId="1076"/>
          <ac:spMkLst>
            <pc:docMk/>
            <pc:sldMk cId="0" sldId="260"/>
            <ac:spMk id="34" creationId="{00000000-0000-0000-0000-000000000000}"/>
          </ac:spMkLst>
        </pc:spChg>
      </pc:sldChg>
      <pc:sldChg chg="modSp mod modTransition">
        <pc:chgData name="Khôi ." userId="748e3259e281ab95" providerId="LiveId" clId="{273BCA6A-993C-44AE-BCE5-EDA7CBD06128}" dt="2026-10-19T11:55:50.464" v="638" actId="20577"/>
        <pc:sldMkLst>
          <pc:docMk/>
          <pc:sldMk cId="0" sldId="261"/>
        </pc:sldMkLst>
        <pc:spChg chg="mod">
          <ac:chgData name="Khôi ." userId="748e3259e281ab95" providerId="LiveId" clId="{273BCA6A-993C-44AE-BCE5-EDA7CBD06128}" dt="2026-10-19T11:55:50.464" v="638" actId="20577"/>
          <ac:spMkLst>
            <pc:docMk/>
            <pc:sldMk cId="0" sldId="261"/>
            <ac:spMk id="26" creationId="{00000000-0000-0000-0000-000000000000}"/>
          </ac:spMkLst>
        </pc:spChg>
      </pc:sldChg>
      <pc:sldChg chg="modSp mod modTransition">
        <pc:chgData name="Khôi ." userId="748e3259e281ab95" providerId="LiveId" clId="{273BCA6A-993C-44AE-BCE5-EDA7CBD06128}" dt="2026-10-19T11:55:59.301" v="647" actId="20577"/>
        <pc:sldMkLst>
          <pc:docMk/>
          <pc:sldMk cId="0" sldId="262"/>
        </pc:sldMkLst>
        <pc:spChg chg="mod">
          <ac:chgData name="Khôi ." userId="748e3259e281ab95" providerId="LiveId" clId="{273BCA6A-993C-44AE-BCE5-EDA7CBD06128}" dt="2026-10-19T11:55:59.301" v="647" actId="20577"/>
          <ac:spMkLst>
            <pc:docMk/>
            <pc:sldMk cId="0" sldId="262"/>
            <ac:spMk id="18" creationId="{00000000-0000-0000-0000-000000000000}"/>
          </ac:spMkLst>
        </pc:spChg>
      </pc:sldChg>
      <pc:sldChg chg="addSp modSp mod modTransition">
        <pc:chgData name="Khôi ." userId="748e3259e281ab95" providerId="LiveId" clId="{273BCA6A-993C-44AE-BCE5-EDA7CBD06128}" dt="2026-10-14T16:08:46.600" v="631"/>
        <pc:sldMkLst>
          <pc:docMk/>
          <pc:sldMk cId="0" sldId="263"/>
        </pc:sldMkLst>
        <pc:spChg chg="mod">
          <ac:chgData name="Khôi ." userId="748e3259e281ab95" providerId="LiveId" clId="{273BCA6A-993C-44AE-BCE5-EDA7CBD06128}" dt="2026-10-14T12:13:36.089" v="608" actId="123"/>
          <ac:spMkLst>
            <pc:docMk/>
            <pc:sldMk cId="0" sldId="263"/>
            <ac:spMk id="13" creationId="{00000000-0000-0000-0000-000000000000}"/>
          </ac:spMkLst>
        </pc:spChg>
        <pc:spChg chg="mod">
          <ac:chgData name="Khôi ." userId="748e3259e281ab95" providerId="LiveId" clId="{273BCA6A-993C-44AE-BCE5-EDA7CBD06128}" dt="2026-10-14T11:13:42.921" v="340" actId="1076"/>
          <ac:spMkLst>
            <pc:docMk/>
            <pc:sldMk cId="0" sldId="263"/>
            <ac:spMk id="14" creationId="{00000000-0000-0000-0000-000000000000}"/>
          </ac:spMkLst>
        </pc:spChg>
        <pc:spChg chg="mod">
          <ac:chgData name="Khôi ." userId="748e3259e281ab95" providerId="LiveId" clId="{273BCA6A-993C-44AE-BCE5-EDA7CBD06128}" dt="2026-10-14T11:13:26.743" v="335" actId="1076"/>
          <ac:spMkLst>
            <pc:docMk/>
            <pc:sldMk cId="0" sldId="263"/>
            <ac:spMk id="15" creationId="{00000000-0000-0000-0000-000000000000}"/>
          </ac:spMkLst>
        </pc:spChg>
        <pc:spChg chg="mod">
          <ac:chgData name="Khôi ." userId="748e3259e281ab95" providerId="LiveId" clId="{273BCA6A-993C-44AE-BCE5-EDA7CBD06128}" dt="2026-10-14T11:13:34.343" v="339" actId="1076"/>
          <ac:spMkLst>
            <pc:docMk/>
            <pc:sldMk cId="0" sldId="263"/>
            <ac:spMk id="16" creationId="{00000000-0000-0000-0000-000000000000}"/>
          </ac:spMkLst>
        </pc:spChg>
        <pc:spChg chg="mod">
          <ac:chgData name="Khôi ." userId="748e3259e281ab95" providerId="LiveId" clId="{273BCA6A-993C-44AE-BCE5-EDA7CBD06128}" dt="2026-10-14T11:08:59.014" v="284" actId="2711"/>
          <ac:spMkLst>
            <pc:docMk/>
            <pc:sldMk cId="0" sldId="263"/>
            <ac:spMk id="22" creationId="{00000000-0000-0000-0000-000000000000}"/>
          </ac:spMkLst>
        </pc:spChg>
        <pc:spChg chg="add mod">
          <ac:chgData name="Khôi ." userId="748e3259e281ab95" providerId="LiveId" clId="{273BCA6A-993C-44AE-BCE5-EDA7CBD06128}" dt="2026-10-14T11:13:23.575" v="333" actId="1076"/>
          <ac:spMkLst>
            <pc:docMk/>
            <pc:sldMk cId="0" sldId="263"/>
            <ac:spMk id="35" creationId="{A4985BFF-50C2-6061-A4EA-E13E206A3FD8}"/>
          </ac:spMkLst>
        </pc:spChg>
        <pc:spChg chg="add mod">
          <ac:chgData name="Khôi ." userId="748e3259e281ab95" providerId="LiveId" clId="{273BCA6A-993C-44AE-BCE5-EDA7CBD06128}" dt="2026-10-14T11:12:50.757" v="325"/>
          <ac:spMkLst>
            <pc:docMk/>
            <pc:sldMk cId="0" sldId="263"/>
            <ac:spMk id="36" creationId="{F5D060E7-638D-FB1B-947F-438809A32F09}"/>
          </ac:spMkLst>
        </pc:spChg>
        <pc:spChg chg="add mod">
          <ac:chgData name="Khôi ." userId="748e3259e281ab95" providerId="LiveId" clId="{273BCA6A-993C-44AE-BCE5-EDA7CBD06128}" dt="2026-10-14T11:12:50.757" v="325"/>
          <ac:spMkLst>
            <pc:docMk/>
            <pc:sldMk cId="0" sldId="263"/>
            <ac:spMk id="37" creationId="{293D51BE-3FC3-7C19-A7FA-10761F396328}"/>
          </ac:spMkLst>
        </pc:spChg>
        <pc:spChg chg="add mod">
          <ac:chgData name="Khôi ." userId="748e3259e281ab95" providerId="LiveId" clId="{273BCA6A-993C-44AE-BCE5-EDA7CBD06128}" dt="2026-10-14T11:12:50.757" v="325"/>
          <ac:spMkLst>
            <pc:docMk/>
            <pc:sldMk cId="0" sldId="263"/>
            <ac:spMk id="38" creationId="{41800A33-D76D-F640-A94D-EFA78B8ED7BE}"/>
          </ac:spMkLst>
        </pc:spChg>
        <pc:spChg chg="mod">
          <ac:chgData name="Khôi ." userId="748e3259e281ab95" providerId="LiveId" clId="{273BCA6A-993C-44AE-BCE5-EDA7CBD06128}" dt="2026-10-14T11:13:30.256" v="337" actId="1076"/>
          <ac:spMkLst>
            <pc:docMk/>
            <pc:sldMk cId="0" sldId="263"/>
            <ac:spMk id="39" creationId="{CA066FB2-5D3D-5E62-23BE-D6B94C21CF53}"/>
          </ac:spMkLst>
        </pc:spChg>
        <pc:spChg chg="mod">
          <ac:chgData name="Khôi ." userId="748e3259e281ab95" providerId="LiveId" clId="{273BCA6A-993C-44AE-BCE5-EDA7CBD06128}" dt="2026-10-14T11:12:50.757" v="325"/>
          <ac:spMkLst>
            <pc:docMk/>
            <pc:sldMk cId="0" sldId="263"/>
            <ac:spMk id="41" creationId="{F9D7EB77-62C1-BE7A-F1C6-3BE6D005B1D9}"/>
          </ac:spMkLst>
        </pc:spChg>
        <pc:spChg chg="mod">
          <ac:chgData name="Khôi ." userId="748e3259e281ab95" providerId="LiveId" clId="{273BCA6A-993C-44AE-BCE5-EDA7CBD06128}" dt="2026-10-14T11:12:50.757" v="325"/>
          <ac:spMkLst>
            <pc:docMk/>
            <pc:sldMk cId="0" sldId="263"/>
            <ac:spMk id="42" creationId="{F651F664-A139-3AC8-6CED-7B4FF78289F1}"/>
          </ac:spMkLst>
        </pc:spChg>
        <pc:spChg chg="mod">
          <ac:chgData name="Khôi ." userId="748e3259e281ab95" providerId="LiveId" clId="{273BCA6A-993C-44AE-BCE5-EDA7CBD06128}" dt="2026-10-14T11:12:50.757" v="325"/>
          <ac:spMkLst>
            <pc:docMk/>
            <pc:sldMk cId="0" sldId="263"/>
            <ac:spMk id="44" creationId="{9756570C-EF00-D07D-38C0-7D52CD770666}"/>
          </ac:spMkLst>
        </pc:spChg>
        <pc:spChg chg="add mod">
          <ac:chgData name="Khôi ." userId="748e3259e281ab95" providerId="LiveId" clId="{273BCA6A-993C-44AE-BCE5-EDA7CBD06128}" dt="2026-10-14T11:12:58.263" v="326" actId="1076"/>
          <ac:spMkLst>
            <pc:docMk/>
            <pc:sldMk cId="0" sldId="263"/>
            <ac:spMk id="46" creationId="{E92E9227-6F33-93F6-D76D-16665B25DF61}"/>
          </ac:spMkLst>
        </pc:spChg>
        <pc:spChg chg="mod">
          <ac:chgData name="Khôi ." userId="748e3259e281ab95" providerId="LiveId" clId="{273BCA6A-993C-44AE-BCE5-EDA7CBD06128}" dt="2026-10-14T11:12:50.757" v="325"/>
          <ac:spMkLst>
            <pc:docMk/>
            <pc:sldMk cId="0" sldId="263"/>
            <ac:spMk id="48" creationId="{A887A085-EE4B-84EC-72FF-3411471B6206}"/>
          </ac:spMkLst>
        </pc:spChg>
        <pc:spChg chg="mod">
          <ac:chgData name="Khôi ." userId="748e3259e281ab95" providerId="LiveId" clId="{273BCA6A-993C-44AE-BCE5-EDA7CBD06128}" dt="2026-10-14T11:13:21.723" v="332" actId="1076"/>
          <ac:spMkLst>
            <pc:docMk/>
            <pc:sldMk cId="0" sldId="263"/>
            <ac:spMk id="50" creationId="{D9E3E9E9-2441-7F65-165E-2C3B8C0C395C}"/>
          </ac:spMkLst>
        </pc:spChg>
        <pc:spChg chg="add mod">
          <ac:chgData name="Khôi ." userId="748e3259e281ab95" providerId="LiveId" clId="{273BCA6A-993C-44AE-BCE5-EDA7CBD06128}" dt="2026-10-14T11:13:18.689" v="331" actId="1076"/>
          <ac:spMkLst>
            <pc:docMk/>
            <pc:sldMk cId="0" sldId="263"/>
            <ac:spMk id="51" creationId="{0A696F1E-B46E-F32A-8397-430B45A73D74}"/>
          </ac:spMkLst>
        </pc:spChg>
        <pc:spChg chg="add mod">
          <ac:chgData name="Khôi ." userId="748e3259e281ab95" providerId="LiveId" clId="{273BCA6A-993C-44AE-BCE5-EDA7CBD06128}" dt="2026-10-14T12:10:56.809" v="603" actId="1037"/>
          <ac:spMkLst>
            <pc:docMk/>
            <pc:sldMk cId="0" sldId="263"/>
            <ac:spMk id="53" creationId="{7C4A75DF-8743-2EDB-3553-450C9B8EFD92}"/>
          </ac:spMkLst>
        </pc:spChg>
        <pc:grpChg chg="mod">
          <ac:chgData name="Khôi ." userId="748e3259e281ab95" providerId="LiveId" clId="{273BCA6A-993C-44AE-BCE5-EDA7CBD06128}" dt="2026-10-14T11:13:06.658" v="329" actId="1076"/>
          <ac:grpSpMkLst>
            <pc:docMk/>
            <pc:sldMk cId="0" sldId="263"/>
            <ac:grpSpMk id="40" creationId="{AB194ED0-4E2E-241B-5573-6D55422EECEA}"/>
          </ac:grpSpMkLst>
        </pc:grpChg>
        <pc:grpChg chg="mod">
          <ac:chgData name="Khôi ." userId="748e3259e281ab95" providerId="LiveId" clId="{273BCA6A-993C-44AE-BCE5-EDA7CBD06128}" dt="2026-10-14T11:13:01.810" v="327" actId="1076"/>
          <ac:grpSpMkLst>
            <pc:docMk/>
            <pc:sldMk cId="0" sldId="263"/>
            <ac:grpSpMk id="43" creationId="{3ECF4C38-7678-9503-44D7-CCB964582243}"/>
          </ac:grpSpMkLst>
        </pc:grpChg>
        <pc:grpChg chg="mod">
          <ac:chgData name="Khôi ." userId="748e3259e281ab95" providerId="LiveId" clId="{273BCA6A-993C-44AE-BCE5-EDA7CBD06128}" dt="2026-10-14T11:13:08.473" v="330" actId="1076"/>
          <ac:grpSpMkLst>
            <pc:docMk/>
            <pc:sldMk cId="0" sldId="263"/>
            <ac:grpSpMk id="47" creationId="{05DFF202-31C4-AC17-54CE-EBE2132D1940}"/>
          </ac:grpSpMkLst>
        </pc:grpChg>
      </pc:sldChg>
      <pc:sldChg chg="addSp delSp modSp mod modTransition delAnim">
        <pc:chgData name="Khôi ." userId="748e3259e281ab95" providerId="LiveId" clId="{273BCA6A-993C-44AE-BCE5-EDA7CBD06128}" dt="2026-10-19T11:57:30" v="689" actId="20577"/>
        <pc:sldMkLst>
          <pc:docMk/>
          <pc:sldMk cId="0" sldId="266"/>
        </pc:sldMkLst>
        <pc:spChg chg="mod">
          <ac:chgData name="Khôi ." userId="748e3259e281ab95" providerId="LiveId" clId="{273BCA6A-993C-44AE-BCE5-EDA7CBD06128}" dt="2026-10-14T11:04:05.364" v="141"/>
          <ac:spMkLst>
            <pc:docMk/>
            <pc:sldMk cId="0" sldId="266"/>
            <ac:spMk id="18" creationId="{662E9DFA-29A2-3ED9-6593-597A0E4C97C0}"/>
          </ac:spMkLst>
        </pc:spChg>
        <pc:spChg chg="mod">
          <ac:chgData name="Khôi ." userId="748e3259e281ab95" providerId="LiveId" clId="{273BCA6A-993C-44AE-BCE5-EDA7CBD06128}" dt="2026-10-14T11:12:24.860" v="324" actId="1076"/>
          <ac:spMkLst>
            <pc:docMk/>
            <pc:sldMk cId="0" sldId="266"/>
            <ac:spMk id="21" creationId="{8ACEF3B3-7671-456E-8AC4-08320BFFBB38}"/>
          </ac:spMkLst>
        </pc:spChg>
        <pc:spChg chg="mod">
          <ac:chgData name="Khôi ." userId="748e3259e281ab95" providerId="LiveId" clId="{273BCA6A-993C-44AE-BCE5-EDA7CBD06128}" dt="2026-10-14T11:04:05.364" v="141"/>
          <ac:spMkLst>
            <pc:docMk/>
            <pc:sldMk cId="0" sldId="266"/>
            <ac:spMk id="26" creationId="{2C17E40B-A6B5-0C01-B4AC-B8708312038B}"/>
          </ac:spMkLst>
        </pc:spChg>
        <pc:spChg chg="mod">
          <ac:chgData name="Khôi ." userId="748e3259e281ab95" providerId="LiveId" clId="{273BCA6A-993C-44AE-BCE5-EDA7CBD06128}" dt="2026-10-14T11:04:17.198" v="143"/>
          <ac:spMkLst>
            <pc:docMk/>
            <pc:sldMk cId="0" sldId="266"/>
            <ac:spMk id="28" creationId="{2A84105D-10A7-9AA5-5605-DCE05AADAAE1}"/>
          </ac:spMkLst>
        </pc:spChg>
        <pc:spChg chg="mod">
          <ac:chgData name="Khôi ." userId="748e3259e281ab95" providerId="LiveId" clId="{273BCA6A-993C-44AE-BCE5-EDA7CBD06128}" dt="2026-10-14T11:04:17.198" v="143"/>
          <ac:spMkLst>
            <pc:docMk/>
            <pc:sldMk cId="0" sldId="266"/>
            <ac:spMk id="29" creationId="{A93FBD76-04B8-05AC-3BA5-3FA5E2B79E9B}"/>
          </ac:spMkLst>
        </pc:spChg>
        <pc:spChg chg="add mod">
          <ac:chgData name="Khôi ." userId="748e3259e281ab95" providerId="LiveId" clId="{273BCA6A-993C-44AE-BCE5-EDA7CBD06128}" dt="2026-10-19T11:56:39.161" v="676" actId="1076"/>
          <ac:spMkLst>
            <pc:docMk/>
            <pc:sldMk cId="0" sldId="266"/>
            <ac:spMk id="31" creationId="{FDB6B02F-43F9-AB0E-4BAD-6FCC23630B2F}"/>
          </ac:spMkLst>
        </pc:spChg>
        <pc:spChg chg="mod">
          <ac:chgData name="Khôi ." userId="748e3259e281ab95" providerId="LiveId" clId="{273BCA6A-993C-44AE-BCE5-EDA7CBD06128}" dt="2026-10-14T11:06:31.372" v="246" actId="207"/>
          <ac:spMkLst>
            <pc:docMk/>
            <pc:sldMk cId="0" sldId="266"/>
            <ac:spMk id="35" creationId="{2BD9F214-1D63-9F39-AAEF-7DE87C593570}"/>
          </ac:spMkLst>
        </pc:spChg>
        <pc:spChg chg="mod">
          <ac:chgData name="Khôi ." userId="748e3259e281ab95" providerId="LiveId" clId="{273BCA6A-993C-44AE-BCE5-EDA7CBD06128}" dt="2026-10-14T11:06:31.372" v="246" actId="207"/>
          <ac:spMkLst>
            <pc:docMk/>
            <pc:sldMk cId="0" sldId="266"/>
            <ac:spMk id="36" creationId="{B6FC8BAB-4197-C982-5EEA-4F189C830956}"/>
          </ac:spMkLst>
        </pc:spChg>
        <pc:spChg chg="add mod">
          <ac:chgData name="Khôi ." userId="748e3259e281ab95" providerId="LiveId" clId="{273BCA6A-993C-44AE-BCE5-EDA7CBD06128}" dt="2026-10-19T11:57:30" v="689" actId="20577"/>
          <ac:spMkLst>
            <pc:docMk/>
            <pc:sldMk cId="0" sldId="266"/>
            <ac:spMk id="38" creationId="{343E5AB7-7B51-0853-01CE-82ED85EBA678}"/>
          </ac:spMkLst>
        </pc:spChg>
        <pc:grpChg chg="add mod">
          <ac:chgData name="Khôi ." userId="748e3259e281ab95" providerId="LiveId" clId="{273BCA6A-993C-44AE-BCE5-EDA7CBD06128}" dt="2026-10-14T11:05:19.576" v="201" actId="1076"/>
          <ac:grpSpMkLst>
            <pc:docMk/>
            <pc:sldMk cId="0" sldId="266"/>
            <ac:grpSpMk id="16" creationId="{A779D2A5-9287-B84D-D9E2-06533DE492C7}"/>
          </ac:grpSpMkLst>
        </pc:grpChg>
        <pc:grpChg chg="add mod">
          <ac:chgData name="Khôi ." userId="748e3259e281ab95" providerId="LiveId" clId="{273BCA6A-993C-44AE-BCE5-EDA7CBD06128}" dt="2026-10-19T11:56:35.725" v="675" actId="1076"/>
          <ac:grpSpMkLst>
            <pc:docMk/>
            <pc:sldMk cId="0" sldId="266"/>
            <ac:grpSpMk id="27" creationId="{B93771BE-DBE1-3132-30C2-84979E9157DB}"/>
          </ac:grpSpMkLst>
        </pc:grpChg>
        <pc:grpChg chg="add mod">
          <ac:chgData name="Khôi ." userId="748e3259e281ab95" providerId="LiveId" clId="{273BCA6A-993C-44AE-BCE5-EDA7CBD06128}" dt="2026-10-19T11:57:11.962" v="680" actId="14100"/>
          <ac:grpSpMkLst>
            <pc:docMk/>
            <pc:sldMk cId="0" sldId="266"/>
            <ac:grpSpMk id="34" creationId="{606F8CC3-EFB5-7E2B-F7DD-E5CFDC52DE28}"/>
          </ac:grpSpMkLst>
        </pc:grpChg>
      </pc:sldChg>
      <pc:sldChg chg="addSp delSp modSp mod modTransition modAnim">
        <pc:chgData name="Khôi ." userId="748e3259e281ab95" providerId="LiveId" clId="{273BCA6A-993C-44AE-BCE5-EDA7CBD06128}" dt="2026-10-14T16:08:46.600" v="631"/>
        <pc:sldMkLst>
          <pc:docMk/>
          <pc:sldMk cId="976502064" sldId="268"/>
        </pc:sldMkLst>
        <pc:spChg chg="add mod">
          <ac:chgData name="Khôi ." userId="748e3259e281ab95" providerId="LiveId" clId="{273BCA6A-993C-44AE-BCE5-EDA7CBD06128}" dt="2026-10-14T12:18:55.602" v="614" actId="1076"/>
          <ac:spMkLst>
            <pc:docMk/>
            <pc:sldMk cId="976502064" sldId="268"/>
            <ac:spMk id="5" creationId="{B38DBD4D-59BA-DFC2-8022-9096FA611FB6}"/>
          </ac:spMkLst>
        </pc:spChg>
        <pc:spChg chg="mod">
          <ac:chgData name="Khôi ." userId="748e3259e281ab95" providerId="LiveId" clId="{273BCA6A-993C-44AE-BCE5-EDA7CBD06128}" dt="2026-10-14T12:19:18.624" v="617" actId="1076"/>
          <ac:spMkLst>
            <pc:docMk/>
            <pc:sldMk cId="976502064" sldId="268"/>
            <ac:spMk id="9" creationId="{E68EB9FD-9984-C2FA-8AAE-5BCE69E87FC2}"/>
          </ac:spMkLst>
        </pc:spChg>
        <pc:spChg chg="add mod">
          <ac:chgData name="Khôi ." userId="748e3259e281ab95" providerId="LiveId" clId="{273BCA6A-993C-44AE-BCE5-EDA7CBD06128}" dt="2026-10-14T12:19:18.624" v="617" actId="1076"/>
          <ac:spMkLst>
            <pc:docMk/>
            <pc:sldMk cId="976502064" sldId="268"/>
            <ac:spMk id="10" creationId="{55D35C9A-5518-8DA4-77BF-424039533CBB}"/>
          </ac:spMkLst>
        </pc:spChg>
        <pc:spChg chg="mod">
          <ac:chgData name="Khôi ." userId="748e3259e281ab95" providerId="LiveId" clId="{273BCA6A-993C-44AE-BCE5-EDA7CBD06128}" dt="2026-10-14T12:19:26.674" v="619" actId="1076"/>
          <ac:spMkLst>
            <pc:docMk/>
            <pc:sldMk cId="976502064" sldId="268"/>
            <ac:spMk id="11" creationId="{9F566E1F-B87A-7BB3-3F91-3883AD3F3DB0}"/>
          </ac:spMkLst>
        </pc:spChg>
        <pc:spChg chg="add mod">
          <ac:chgData name="Khôi ." userId="748e3259e281ab95" providerId="LiveId" clId="{273BCA6A-993C-44AE-BCE5-EDA7CBD06128}" dt="2026-10-14T12:19:18.624" v="617" actId="1076"/>
          <ac:spMkLst>
            <pc:docMk/>
            <pc:sldMk cId="976502064" sldId="268"/>
            <ac:spMk id="12" creationId="{0B2D5274-5452-2C7E-1712-3B3E78AB9DF2}"/>
          </ac:spMkLst>
        </pc:spChg>
        <pc:spChg chg="add mod">
          <ac:chgData name="Khôi ." userId="748e3259e281ab95" providerId="LiveId" clId="{273BCA6A-993C-44AE-BCE5-EDA7CBD06128}" dt="2026-10-14T12:19:18.624" v="617" actId="1076"/>
          <ac:spMkLst>
            <pc:docMk/>
            <pc:sldMk cId="976502064" sldId="268"/>
            <ac:spMk id="13" creationId="{F63A8B6E-25A7-E553-033B-ED3A9A29C48B}"/>
          </ac:spMkLst>
        </pc:spChg>
        <pc:spChg chg="mod">
          <ac:chgData name="Khôi ." userId="748e3259e281ab95" providerId="LiveId" clId="{273BCA6A-993C-44AE-BCE5-EDA7CBD06128}" dt="2026-10-14T12:19:18.624" v="617" actId="1076"/>
          <ac:spMkLst>
            <pc:docMk/>
            <pc:sldMk cId="976502064" sldId="268"/>
            <ac:spMk id="14" creationId="{87CDB58B-4AD0-4E48-A0C8-AA2C8A737018}"/>
          </ac:spMkLst>
        </pc:spChg>
        <pc:spChg chg="add mod">
          <ac:chgData name="Khôi ." userId="748e3259e281ab95" providerId="LiveId" clId="{273BCA6A-993C-44AE-BCE5-EDA7CBD06128}" dt="2026-10-14T12:19:18.624" v="617" actId="1076"/>
          <ac:spMkLst>
            <pc:docMk/>
            <pc:sldMk cId="976502064" sldId="268"/>
            <ac:spMk id="15" creationId="{F1ABEE7D-63A9-1A6B-A6F7-CE63CFE5B268}"/>
          </ac:spMkLst>
        </pc:spChg>
        <pc:spChg chg="add mod">
          <ac:chgData name="Khôi ." userId="748e3259e281ab95" providerId="LiveId" clId="{273BCA6A-993C-44AE-BCE5-EDA7CBD06128}" dt="2026-10-14T12:19:18.624" v="617" actId="1076"/>
          <ac:spMkLst>
            <pc:docMk/>
            <pc:sldMk cId="976502064" sldId="268"/>
            <ac:spMk id="16" creationId="{02D2FD19-78C6-CF19-4976-2A44873B87B8}"/>
          </ac:spMkLst>
        </pc:spChg>
        <pc:spChg chg="mod">
          <ac:chgData name="Khôi ." userId="748e3259e281ab95" providerId="LiveId" clId="{273BCA6A-993C-44AE-BCE5-EDA7CBD06128}" dt="2026-10-14T12:19:18.624" v="617" actId="1076"/>
          <ac:spMkLst>
            <pc:docMk/>
            <pc:sldMk cId="976502064" sldId="268"/>
            <ac:spMk id="17" creationId="{786894C8-1D87-4271-4D44-DA5FDDEB8EFE}"/>
          </ac:spMkLst>
        </pc:spChg>
        <pc:spChg chg="add mod">
          <ac:chgData name="Khôi ." userId="748e3259e281ab95" providerId="LiveId" clId="{273BCA6A-993C-44AE-BCE5-EDA7CBD06128}" dt="2026-10-14T12:19:08.269" v="615"/>
          <ac:spMkLst>
            <pc:docMk/>
            <pc:sldMk cId="976502064" sldId="268"/>
            <ac:spMk id="18" creationId="{BC773C7E-91F5-7AFD-CDB8-69E75B039061}"/>
          </ac:spMkLst>
        </pc:spChg>
        <pc:spChg chg="mod">
          <ac:chgData name="Khôi ." userId="748e3259e281ab95" providerId="LiveId" clId="{273BCA6A-993C-44AE-BCE5-EDA7CBD06128}" dt="2026-10-14T12:19:18.624" v="617" actId="1076"/>
          <ac:spMkLst>
            <pc:docMk/>
            <pc:sldMk cId="976502064" sldId="268"/>
            <ac:spMk id="19" creationId="{89E7CE71-2442-6293-697C-7D8D520336B0}"/>
          </ac:spMkLst>
        </pc:spChg>
        <pc:spChg chg="mod">
          <ac:chgData name="Khôi ." userId="748e3259e281ab95" providerId="LiveId" clId="{273BCA6A-993C-44AE-BCE5-EDA7CBD06128}" dt="2026-10-14T12:19:08.269" v="615"/>
          <ac:spMkLst>
            <pc:docMk/>
            <pc:sldMk cId="976502064" sldId="268"/>
            <ac:spMk id="21" creationId="{7EAEF414-8042-BC6F-63A7-CE412C3B0904}"/>
          </ac:spMkLst>
        </pc:spChg>
        <pc:spChg chg="mod">
          <ac:chgData name="Khôi ." userId="748e3259e281ab95" providerId="LiveId" clId="{273BCA6A-993C-44AE-BCE5-EDA7CBD06128}" dt="2026-10-14T12:19:08.269" v="615"/>
          <ac:spMkLst>
            <pc:docMk/>
            <pc:sldMk cId="976502064" sldId="268"/>
            <ac:spMk id="22" creationId="{2CF5BC33-9B71-A92D-BE52-F98E02306430}"/>
          </ac:spMkLst>
        </pc:spChg>
        <pc:spChg chg="mod">
          <ac:chgData name="Khôi ." userId="748e3259e281ab95" providerId="LiveId" clId="{273BCA6A-993C-44AE-BCE5-EDA7CBD06128}" dt="2026-10-14T12:19:08.269" v="615"/>
          <ac:spMkLst>
            <pc:docMk/>
            <pc:sldMk cId="976502064" sldId="268"/>
            <ac:spMk id="25" creationId="{40F6851F-4DF4-1DEB-BDFC-B4933D4F4273}"/>
          </ac:spMkLst>
        </pc:spChg>
        <pc:spChg chg="add mod">
          <ac:chgData name="Khôi ." userId="748e3259e281ab95" providerId="LiveId" clId="{273BCA6A-993C-44AE-BCE5-EDA7CBD06128}" dt="2026-10-14T12:19:18.624" v="617" actId="1076"/>
          <ac:spMkLst>
            <pc:docMk/>
            <pc:sldMk cId="976502064" sldId="268"/>
            <ac:spMk id="30" creationId="{D6807354-9CE1-E708-A873-C8546C489A52}"/>
          </ac:spMkLst>
        </pc:spChg>
        <pc:picChg chg="add mod">
          <ac:chgData name="Khôi ." userId="748e3259e281ab95" providerId="LiveId" clId="{273BCA6A-993C-44AE-BCE5-EDA7CBD06128}" dt="2026-10-14T12:24:04.941" v="625" actId="14100"/>
          <ac:picMkLst>
            <pc:docMk/>
            <pc:sldMk cId="976502064" sldId="268"/>
            <ac:picMk id="31" creationId="{B8B0BDBE-6935-5F14-0E59-01A298A7D317}"/>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7.png"/><Relationship Id="rId7"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6.sv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6.svg"/><Relationship Id="rId7"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png"/><Relationship Id="rId10" Type="http://schemas.openxmlformats.org/officeDocument/2006/relationships/image" Target="../media/image9.png"/><Relationship Id="rId4" Type="http://schemas.openxmlformats.org/officeDocument/2006/relationships/image" Target="../media/image7.png"/><Relationship Id="rId9"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5.png"/><Relationship Id="rId7" Type="http://schemas.openxmlformats.org/officeDocument/2006/relationships/image" Target="../media/image1.png"/><Relationship Id="rId12" Type="http://schemas.openxmlformats.org/officeDocument/2006/relationships/image" Target="../media/image4.sv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2.png"/><Relationship Id="rId11" Type="http://schemas.openxmlformats.org/officeDocument/2006/relationships/image" Target="../media/image3.png"/><Relationship Id="rId5" Type="http://schemas.openxmlformats.org/officeDocument/2006/relationships/image" Target="../media/image7.png"/><Relationship Id="rId10" Type="http://schemas.openxmlformats.org/officeDocument/2006/relationships/image" Target="../media/image8.png"/><Relationship Id="rId4" Type="http://schemas.openxmlformats.org/officeDocument/2006/relationships/image" Target="../media/image6.sv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png"/><Relationship Id="rId7"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2.png"/><Relationship Id="rId11" Type="http://schemas.openxmlformats.org/officeDocument/2006/relationships/image" Target="../media/image14.png"/><Relationship Id="rId5" Type="http://schemas.openxmlformats.org/officeDocument/2006/relationships/image" Target="../media/image1.png"/><Relationship Id="rId10" Type="http://schemas.openxmlformats.org/officeDocument/2006/relationships/image" Target="../media/image13.png"/><Relationship Id="rId4" Type="http://schemas.openxmlformats.org/officeDocument/2006/relationships/image" Target="../media/image6.sv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18.png"/><Relationship Id="rId3" Type="http://schemas.openxmlformats.org/officeDocument/2006/relationships/image" Target="../media/image7.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png"/><Relationship Id="rId11" Type="http://schemas.openxmlformats.org/officeDocument/2006/relationships/image" Target="../media/image16.png"/><Relationship Id="rId5" Type="http://schemas.openxmlformats.org/officeDocument/2006/relationships/image" Target="../media/image2.png"/><Relationship Id="rId10" Type="http://schemas.openxmlformats.org/officeDocument/2006/relationships/image" Target="../media/image14.png"/><Relationship Id="rId4" Type="http://schemas.openxmlformats.org/officeDocument/2006/relationships/image" Target="../media/image6.sv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1.png"/><Relationship Id="rId18" Type="http://schemas.openxmlformats.org/officeDocument/2006/relationships/image" Target="../media/image21.png"/><Relationship Id="rId3" Type="http://schemas.openxmlformats.org/officeDocument/2006/relationships/image" Target="../media/image6.svg"/><Relationship Id="rId7" Type="http://schemas.openxmlformats.org/officeDocument/2006/relationships/image" Target="../media/image4.svg"/><Relationship Id="rId12" Type="http://schemas.openxmlformats.org/officeDocument/2006/relationships/image" Target="../media/image2.png"/><Relationship Id="rId17" Type="http://schemas.openxmlformats.org/officeDocument/2006/relationships/image" Target="../media/image10.png"/><Relationship Id="rId2" Type="http://schemas.openxmlformats.org/officeDocument/2006/relationships/image" Target="../media/image5.png"/><Relationship Id="rId16"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15.png"/><Relationship Id="rId5" Type="http://schemas.openxmlformats.org/officeDocument/2006/relationships/image" Target="../media/image16.png"/><Relationship Id="rId1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7.png"/><Relationship Id="rId9" Type="http://schemas.openxmlformats.org/officeDocument/2006/relationships/image" Target="../media/image14.png"/><Relationship Id="rId1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4.svg"/><Relationship Id="rId13" Type="http://schemas.openxmlformats.org/officeDocument/2006/relationships/image" Target="../media/image18.png"/><Relationship Id="rId18" Type="http://schemas.openxmlformats.org/officeDocument/2006/relationships/image" Target="../media/image9.png"/><Relationship Id="rId3" Type="http://schemas.openxmlformats.org/officeDocument/2006/relationships/image" Target="../media/image7.png"/><Relationship Id="rId21" Type="http://schemas.openxmlformats.org/officeDocument/2006/relationships/hyperlink" Target="http://hvacrvn.com/" TargetMode="External"/><Relationship Id="rId7" Type="http://schemas.openxmlformats.org/officeDocument/2006/relationships/image" Target="../media/image2.png"/><Relationship Id="rId12" Type="http://schemas.openxmlformats.org/officeDocument/2006/relationships/image" Target="../media/image19.png"/><Relationship Id="rId17" Type="http://schemas.openxmlformats.org/officeDocument/2006/relationships/image" Target="../media/image1.png"/><Relationship Id="rId25" Type="http://schemas.openxmlformats.org/officeDocument/2006/relationships/hyperlink" Target="https://mst.gov.vn/phat-trien-nang-luong-tai-tao-mo-duong-cho-nhung-du-an-lon-197251118211650699.html" TargetMode="External"/><Relationship Id="rId2" Type="http://schemas.openxmlformats.org/officeDocument/2006/relationships/image" Target="../media/image5.png"/><Relationship Id="rId16" Type="http://schemas.openxmlformats.org/officeDocument/2006/relationships/image" Target="../media/image3.png"/><Relationship Id="rId20" Type="http://schemas.openxmlformats.org/officeDocument/2006/relationships/hyperlink" Target="https://www.erea.gov.vn/vi-VN" TargetMode="External"/><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7.png"/><Relationship Id="rId24" Type="http://schemas.openxmlformats.org/officeDocument/2006/relationships/hyperlink" Target="https://sct.gialai.gov.vn/tin-hoat-dong/nang-luong-ktat-moi-truong/2024/Nang-luong-tai-tao-Don-bay-tang-truong-xanh.aspx" TargetMode="External"/><Relationship Id="rId5" Type="http://schemas.openxmlformats.org/officeDocument/2006/relationships/image" Target="../media/image20.png"/><Relationship Id="rId15" Type="http://schemas.openxmlformats.org/officeDocument/2006/relationships/image" Target="../media/image8.png"/><Relationship Id="rId23" Type="http://schemas.openxmlformats.org/officeDocument/2006/relationships/hyperlink" Target="http://www.pecc1.com.vn/d4/news/Vai-tro-cua-thuy-dien-trong-he-thong-khi-Viet-Nam-phat-trien-manh-dien-mat-troi-8-1731.aspx" TargetMode="External"/><Relationship Id="rId10" Type="http://schemas.openxmlformats.org/officeDocument/2006/relationships/image" Target="../media/image21.png"/><Relationship Id="rId19" Type="http://schemas.openxmlformats.org/officeDocument/2006/relationships/hyperlink" Target="https://www.evn.com.vn/" TargetMode="External"/><Relationship Id="rId4" Type="http://schemas.openxmlformats.org/officeDocument/2006/relationships/image" Target="../media/image6.svg"/><Relationship Id="rId9" Type="http://schemas.openxmlformats.org/officeDocument/2006/relationships/image" Target="../media/image13.png"/><Relationship Id="rId14" Type="http://schemas.openxmlformats.org/officeDocument/2006/relationships/image" Target="../media/image12.png"/><Relationship Id="rId22" Type="http://schemas.openxmlformats.org/officeDocument/2006/relationships/hyperlink" Target="http://erea.gov.vn/"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1.png"/><Relationship Id="rId13" Type="http://schemas.openxmlformats.org/officeDocument/2006/relationships/image" Target="../media/image21.png"/><Relationship Id="rId18" Type="http://schemas.openxmlformats.org/officeDocument/2006/relationships/hyperlink" Target="https://sct.gialai.gov.vn/tin-hoat-dong/nang-luong-ktat-moi-truong/2024/Nang-luong-tai-tao-Don-bay-tang-truong-xanh.aspx" TargetMode="External"/><Relationship Id="rId3" Type="http://schemas.openxmlformats.org/officeDocument/2006/relationships/image" Target="../media/image6.svg"/><Relationship Id="rId7" Type="http://schemas.openxmlformats.org/officeDocument/2006/relationships/image" Target="../media/image4.svg"/><Relationship Id="rId12" Type="http://schemas.openxmlformats.org/officeDocument/2006/relationships/image" Target="../media/image13.png"/><Relationship Id="rId17" Type="http://schemas.openxmlformats.org/officeDocument/2006/relationships/hyperlink" Target="http://www.pecc1.com.vn/d4/news/Vai-tro-cua-thuy-dien-trong-he-thong-khi-Viet-Nam-phat-trien-manh-dien-mat-troi-8-1731.aspx" TargetMode="External"/><Relationship Id="rId2" Type="http://schemas.openxmlformats.org/officeDocument/2006/relationships/image" Target="../media/image5.png"/><Relationship Id="rId16" Type="http://schemas.openxmlformats.org/officeDocument/2006/relationships/hyperlink" Target="http://erea.gov.vn/" TargetMode="External"/><Relationship Id="rId20" Type="http://schemas.openxmlformats.org/officeDocument/2006/relationships/hyperlink" Target="https://github.com/" TargetMode="External"/><Relationship Id="rId1" Type="http://schemas.openxmlformats.org/officeDocument/2006/relationships/slideLayout" Target="../slideLayouts/slideLayout7.xml"/><Relationship Id="rId6" Type="http://schemas.openxmlformats.org/officeDocument/2006/relationships/image" Target="../media/image2.png"/><Relationship Id="rId11" Type="http://schemas.openxmlformats.org/officeDocument/2006/relationships/image" Target="../media/image10.png"/><Relationship Id="rId5" Type="http://schemas.openxmlformats.org/officeDocument/2006/relationships/image" Target="../media/image7.png"/><Relationship Id="rId15" Type="http://schemas.openxmlformats.org/officeDocument/2006/relationships/hyperlink" Target="https://www.evn.com.vn/" TargetMode="External"/><Relationship Id="rId10" Type="http://schemas.openxmlformats.org/officeDocument/2006/relationships/image" Target="../media/image20.png"/><Relationship Id="rId19" Type="http://schemas.openxmlformats.org/officeDocument/2006/relationships/hyperlink" Target="https://mst.gov.vn/phat-trien-nang-luong-tai-tao-mo-duong-cho-nhung-du-an-lon-197251118211650699.html" TargetMode="External"/><Relationship Id="rId4" Type="http://schemas.openxmlformats.org/officeDocument/2006/relationships/image" Target="../media/image12.png"/><Relationship Id="rId9" Type="http://schemas.openxmlformats.org/officeDocument/2006/relationships/image" Target="../media/image9.png"/><Relationship Id="rId14" Type="http://schemas.openxmlformats.org/officeDocument/2006/relationships/hyperlink" Target="http://hvacrvn.com/"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https://sct.gialai.gov.vn/tin-hoat-dong/nang-luong-ktat-moi-truong/2024/Nang-luong-tai-tao-Don-bay-tang-truong-xanh.aspx" TargetMode="External"/><Relationship Id="rId13" Type="http://schemas.openxmlformats.org/officeDocument/2006/relationships/image" Target="../media/image7.png"/><Relationship Id="rId18" Type="http://schemas.openxmlformats.org/officeDocument/2006/relationships/image" Target="../media/image20.png"/><Relationship Id="rId3" Type="http://schemas.openxmlformats.org/officeDocument/2006/relationships/slideLayout" Target="../slideLayouts/slideLayout1.xml"/><Relationship Id="rId7" Type="http://schemas.openxmlformats.org/officeDocument/2006/relationships/hyperlink" Target="http://www.pecc1.com.vn/d4/news/Vai-tro-cua-thuy-dien-trong-he-thong-khi-Viet-Nam-phat-trien-manh-dien-mat-troi-8-1731.aspx" TargetMode="External"/><Relationship Id="rId12" Type="http://schemas.openxmlformats.org/officeDocument/2006/relationships/image" Target="../media/image12.png"/><Relationship Id="rId17" Type="http://schemas.openxmlformats.org/officeDocument/2006/relationships/image" Target="../media/image9.png"/><Relationship Id="rId2" Type="http://schemas.openxmlformats.org/officeDocument/2006/relationships/video" Target="../media/media1.mp4"/><Relationship Id="rId16" Type="http://schemas.openxmlformats.org/officeDocument/2006/relationships/image" Target="../media/image1.png"/><Relationship Id="rId1" Type="http://schemas.microsoft.com/office/2007/relationships/media" Target="../media/media1.mp4"/><Relationship Id="rId6" Type="http://schemas.openxmlformats.org/officeDocument/2006/relationships/hyperlink" Target="http://erea.gov.vn/" TargetMode="External"/><Relationship Id="rId11" Type="http://schemas.openxmlformats.org/officeDocument/2006/relationships/image" Target="../media/image6.svg"/><Relationship Id="rId5" Type="http://schemas.openxmlformats.org/officeDocument/2006/relationships/hyperlink" Target="https://www.evn.com.vn/" TargetMode="External"/><Relationship Id="rId15" Type="http://schemas.openxmlformats.org/officeDocument/2006/relationships/image" Target="../media/image4.svg"/><Relationship Id="rId10" Type="http://schemas.openxmlformats.org/officeDocument/2006/relationships/image" Target="../media/image5.png"/><Relationship Id="rId19" Type="http://schemas.openxmlformats.org/officeDocument/2006/relationships/image" Target="../media/image22.png"/><Relationship Id="rId4" Type="http://schemas.openxmlformats.org/officeDocument/2006/relationships/hyperlink" Target="http://hvacrvn.com/" TargetMode="External"/><Relationship Id="rId9" Type="http://schemas.openxmlformats.org/officeDocument/2006/relationships/hyperlink" Target="https://mst.gov.vn/phat-trien-nang-luong-tai-tao-mo-duong-cho-nhung-du-an-lon-197251118211650699.html" TargetMode="External"/><Relationship Id="rId1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
            <a:extLst>
              <a:ext uri="{FF2B5EF4-FFF2-40B4-BE49-F238E27FC236}">
                <a16:creationId xmlns:a16="http://schemas.microsoft.com/office/drawing/2014/main" id="{5DEA933D-1BCD-7A50-027F-228B9CBFC6DF}"/>
              </a:ext>
            </a:extLst>
          </p:cNvPr>
          <p:cNvSpPr/>
          <p:nvPr/>
        </p:nvSpPr>
        <p:spPr>
          <a:xfrm>
            <a:off x="22512728" y="3271059"/>
            <a:ext cx="2631570" cy="4596630"/>
          </a:xfrm>
          <a:custGeom>
            <a:avLst/>
            <a:gdLst/>
            <a:ahLst/>
            <a:cxnLst/>
            <a:rect l="l" t="t" r="r" b="b"/>
            <a:pathLst>
              <a:path w="2631570" h="4596630">
                <a:moveTo>
                  <a:pt x="0" y="0"/>
                </a:moveTo>
                <a:lnTo>
                  <a:pt x="2631570" y="0"/>
                </a:lnTo>
                <a:lnTo>
                  <a:pt x="2631570" y="4596630"/>
                </a:lnTo>
                <a:lnTo>
                  <a:pt x="0" y="4596630"/>
                </a:lnTo>
                <a:lnTo>
                  <a:pt x="0" y="0"/>
                </a:lnTo>
                <a:close/>
              </a:path>
            </a:pathLst>
          </a:custGeom>
          <a:blipFill>
            <a:blip r:embed="rId2"/>
            <a:stretch>
              <a:fillRect/>
            </a:stretch>
          </a:blipFill>
        </p:spPr>
      </p:sp>
      <p:sp>
        <p:nvSpPr>
          <p:cNvPr id="4" name="Freeform 8">
            <a:extLst>
              <a:ext uri="{FF2B5EF4-FFF2-40B4-BE49-F238E27FC236}">
                <a16:creationId xmlns:a16="http://schemas.microsoft.com/office/drawing/2014/main" id="{6C45148A-F6D7-A0E0-C018-97A864384333}"/>
              </a:ext>
            </a:extLst>
          </p:cNvPr>
          <p:cNvSpPr/>
          <p:nvPr/>
        </p:nvSpPr>
        <p:spPr>
          <a:xfrm>
            <a:off x="19777585" y="1843095"/>
            <a:ext cx="4050928" cy="7075857"/>
          </a:xfrm>
          <a:custGeom>
            <a:avLst/>
            <a:gdLst/>
            <a:ahLst/>
            <a:cxnLst/>
            <a:rect l="l" t="t" r="r" b="b"/>
            <a:pathLst>
              <a:path w="4050928" h="7075857">
                <a:moveTo>
                  <a:pt x="0" y="0"/>
                </a:moveTo>
                <a:lnTo>
                  <a:pt x="4050928" y="0"/>
                </a:lnTo>
                <a:lnTo>
                  <a:pt x="4050928" y="7075858"/>
                </a:lnTo>
                <a:lnTo>
                  <a:pt x="0" y="7075858"/>
                </a:lnTo>
                <a:lnTo>
                  <a:pt x="0" y="0"/>
                </a:lnTo>
                <a:close/>
              </a:path>
            </a:pathLst>
          </a:custGeom>
          <a:blipFill>
            <a:blip r:embed="rId2"/>
            <a:stretch>
              <a:fillRect/>
            </a:stretch>
          </a:blipFill>
        </p:spPr>
      </p:sp>
      <p:sp>
        <p:nvSpPr>
          <p:cNvPr id="5" name="Freeform 9">
            <a:extLst>
              <a:ext uri="{FF2B5EF4-FFF2-40B4-BE49-F238E27FC236}">
                <a16:creationId xmlns:a16="http://schemas.microsoft.com/office/drawing/2014/main" id="{7E21DFCD-9C40-45FE-E201-1306A047FC3C}"/>
              </a:ext>
            </a:extLst>
          </p:cNvPr>
          <p:cNvSpPr/>
          <p:nvPr/>
        </p:nvSpPr>
        <p:spPr>
          <a:xfrm flipH="1">
            <a:off x="21017587" y="7678167"/>
            <a:ext cx="2537780" cy="2303035"/>
          </a:xfrm>
          <a:custGeom>
            <a:avLst/>
            <a:gdLst/>
            <a:ahLst/>
            <a:cxnLst/>
            <a:rect l="l" t="t" r="r" b="b"/>
            <a:pathLst>
              <a:path w="2537780" h="2303035">
                <a:moveTo>
                  <a:pt x="2537780" y="0"/>
                </a:moveTo>
                <a:lnTo>
                  <a:pt x="0" y="0"/>
                </a:lnTo>
                <a:lnTo>
                  <a:pt x="0" y="2303036"/>
                </a:lnTo>
                <a:lnTo>
                  <a:pt x="2537780" y="2303036"/>
                </a:lnTo>
                <a:lnTo>
                  <a:pt x="2537780" y="0"/>
                </a:lnTo>
                <a:close/>
              </a:path>
            </a:pathLst>
          </a:custGeom>
          <a:blipFill>
            <a:blip r:embed="rId3"/>
            <a:stretch>
              <a:fillRect/>
            </a:stretch>
          </a:blipFill>
        </p:spPr>
      </p:sp>
      <p:sp>
        <p:nvSpPr>
          <p:cNvPr id="6" name="Freeform 10">
            <a:extLst>
              <a:ext uri="{FF2B5EF4-FFF2-40B4-BE49-F238E27FC236}">
                <a16:creationId xmlns:a16="http://schemas.microsoft.com/office/drawing/2014/main" id="{972DB5C5-A23D-3060-6DC2-1268FDCFD67C}"/>
              </a:ext>
            </a:extLst>
          </p:cNvPr>
          <p:cNvSpPr/>
          <p:nvPr/>
        </p:nvSpPr>
        <p:spPr>
          <a:xfrm flipH="1">
            <a:off x="22772632" y="6511004"/>
            <a:ext cx="5110041" cy="4637362"/>
          </a:xfrm>
          <a:custGeom>
            <a:avLst/>
            <a:gdLst/>
            <a:ahLst/>
            <a:cxnLst/>
            <a:rect l="l" t="t" r="r" b="b"/>
            <a:pathLst>
              <a:path w="5110041" h="4637362">
                <a:moveTo>
                  <a:pt x="5110042" y="0"/>
                </a:moveTo>
                <a:lnTo>
                  <a:pt x="0" y="0"/>
                </a:lnTo>
                <a:lnTo>
                  <a:pt x="0" y="4637362"/>
                </a:lnTo>
                <a:lnTo>
                  <a:pt x="5110042" y="4637362"/>
                </a:lnTo>
                <a:lnTo>
                  <a:pt x="5110042" y="0"/>
                </a:lnTo>
                <a:close/>
              </a:path>
            </a:pathLst>
          </a:custGeom>
          <a:blipFill>
            <a:blip r:embed="rId3"/>
            <a:stretch>
              <a:fillRect/>
            </a:stretch>
          </a:blipFill>
        </p:spPr>
      </p:sp>
      <p:sp>
        <p:nvSpPr>
          <p:cNvPr id="8" name="Freeform 7">
            <a:extLst>
              <a:ext uri="{FF2B5EF4-FFF2-40B4-BE49-F238E27FC236}">
                <a16:creationId xmlns:a16="http://schemas.microsoft.com/office/drawing/2014/main" id="{C79C58DF-2A13-4332-34B5-A8527D82FF32}"/>
              </a:ext>
            </a:extLst>
          </p:cNvPr>
          <p:cNvSpPr/>
          <p:nvPr/>
        </p:nvSpPr>
        <p:spPr>
          <a:xfrm>
            <a:off x="-5401353" y="3227719"/>
            <a:ext cx="2926724" cy="5062981"/>
          </a:xfrm>
          <a:custGeom>
            <a:avLst/>
            <a:gdLst/>
            <a:ahLst/>
            <a:cxnLst/>
            <a:rect l="l" t="t" r="r" b="b"/>
            <a:pathLst>
              <a:path w="2926724" h="5062981">
                <a:moveTo>
                  <a:pt x="0" y="0"/>
                </a:moveTo>
                <a:lnTo>
                  <a:pt x="2926724" y="0"/>
                </a:lnTo>
                <a:lnTo>
                  <a:pt x="2926724" y="5062981"/>
                </a:lnTo>
                <a:lnTo>
                  <a:pt x="0" y="5062981"/>
                </a:lnTo>
                <a:lnTo>
                  <a:pt x="0" y="0"/>
                </a:lnTo>
                <a:close/>
              </a:path>
            </a:pathLst>
          </a:custGeom>
          <a:blipFill>
            <a:blip r:embed="rId2"/>
            <a:stretch>
              <a:fillRect t="-971"/>
            </a:stretch>
          </a:blipFill>
        </p:spPr>
      </p:sp>
      <p:sp>
        <p:nvSpPr>
          <p:cNvPr id="9" name="Freeform 11">
            <a:extLst>
              <a:ext uri="{FF2B5EF4-FFF2-40B4-BE49-F238E27FC236}">
                <a16:creationId xmlns:a16="http://schemas.microsoft.com/office/drawing/2014/main" id="{905B95F2-8E05-A736-4B76-F4116769A4D3}"/>
              </a:ext>
            </a:extLst>
          </p:cNvPr>
          <p:cNvSpPr/>
          <p:nvPr/>
        </p:nvSpPr>
        <p:spPr>
          <a:xfrm>
            <a:off x="-7620000" y="3698342"/>
            <a:ext cx="5323660" cy="11119917"/>
          </a:xfrm>
          <a:custGeom>
            <a:avLst/>
            <a:gdLst/>
            <a:ahLst/>
            <a:cxnLst/>
            <a:rect l="l" t="t" r="r" b="b"/>
            <a:pathLst>
              <a:path w="5323660" h="11119917">
                <a:moveTo>
                  <a:pt x="0" y="0"/>
                </a:moveTo>
                <a:lnTo>
                  <a:pt x="5323660" y="0"/>
                </a:lnTo>
                <a:lnTo>
                  <a:pt x="5323660" y="11119916"/>
                </a:lnTo>
                <a:lnTo>
                  <a:pt x="0" y="11119916"/>
                </a:lnTo>
                <a:lnTo>
                  <a:pt x="0" y="0"/>
                </a:lnTo>
                <a:close/>
              </a:path>
            </a:pathLst>
          </a:custGeom>
          <a:blipFill>
            <a:blip r:embed="rId4"/>
            <a:stretch>
              <a:fillRect/>
            </a:stretch>
          </a:blipFill>
        </p:spPr>
      </p:sp>
      <p:sp>
        <p:nvSpPr>
          <p:cNvPr id="10" name="Freeform 18">
            <a:extLst>
              <a:ext uri="{FF2B5EF4-FFF2-40B4-BE49-F238E27FC236}">
                <a16:creationId xmlns:a16="http://schemas.microsoft.com/office/drawing/2014/main" id="{4735E561-A600-8C02-28ED-33A419A95819}"/>
              </a:ext>
            </a:extLst>
          </p:cNvPr>
          <p:cNvSpPr/>
          <p:nvPr/>
        </p:nvSpPr>
        <p:spPr>
          <a:xfrm flipH="1">
            <a:off x="-5576910" y="8431229"/>
            <a:ext cx="5320178" cy="2124501"/>
          </a:xfrm>
          <a:custGeom>
            <a:avLst/>
            <a:gdLst/>
            <a:ahLst/>
            <a:cxnLst/>
            <a:rect l="l" t="t" r="r" b="b"/>
            <a:pathLst>
              <a:path w="5320178" h="2124501">
                <a:moveTo>
                  <a:pt x="5320178" y="0"/>
                </a:moveTo>
                <a:lnTo>
                  <a:pt x="0" y="0"/>
                </a:lnTo>
                <a:lnTo>
                  <a:pt x="0" y="2124501"/>
                </a:lnTo>
                <a:lnTo>
                  <a:pt x="5320178" y="2124501"/>
                </a:lnTo>
                <a:lnTo>
                  <a:pt x="5320178" y="0"/>
                </a:lnTo>
                <a:close/>
              </a:path>
            </a:pathLst>
          </a:custGeom>
          <a:blipFill>
            <a:blip>
              <a:extLst>
                <a:ext uri="{96DAC541-7B7A-43D3-8B79-37D633B846F1}">
                  <asvg:svgBlip xmlns:asvg="http://schemas.microsoft.com/office/drawing/2016/SVG/main" r:embed="rId5"/>
                </a:ext>
              </a:extLst>
            </a:blip>
            <a:stretch>
              <a:fillRect/>
            </a:stretch>
          </a:blipFill>
        </p:spPr>
      </p:sp>
      <p:sp>
        <p:nvSpPr>
          <p:cNvPr id="11" name="Freeform 2">
            <a:extLst>
              <a:ext uri="{FF2B5EF4-FFF2-40B4-BE49-F238E27FC236}">
                <a16:creationId xmlns:a16="http://schemas.microsoft.com/office/drawing/2014/main" id="{AC0326D3-D0B0-BB8E-9465-13332AFF441A}"/>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6"/>
            <a:stretch>
              <a:fillRect t="-77439" b="-77439"/>
            </a:stretch>
          </a:blipFill>
        </p:spPr>
      </p:sp>
      <p:sp>
        <p:nvSpPr>
          <p:cNvPr id="12" name="Freeform 5">
            <a:extLst>
              <a:ext uri="{FF2B5EF4-FFF2-40B4-BE49-F238E27FC236}">
                <a16:creationId xmlns:a16="http://schemas.microsoft.com/office/drawing/2014/main" id="{728AEA62-9734-FAEA-78E1-EA4168DE39B8}"/>
              </a:ext>
            </a:extLst>
          </p:cNvPr>
          <p:cNvSpPr/>
          <p:nvPr/>
        </p:nvSpPr>
        <p:spPr>
          <a:xfrm>
            <a:off x="-1333494" y="10427529"/>
            <a:ext cx="25363254" cy="7271890"/>
          </a:xfrm>
          <a:custGeom>
            <a:avLst/>
            <a:gdLst/>
            <a:ahLst/>
            <a:cxnLst/>
            <a:rect l="l" t="t" r="r" b="b"/>
            <a:pathLst>
              <a:path w="25363254" h="7271890">
                <a:moveTo>
                  <a:pt x="0" y="0"/>
                </a:moveTo>
                <a:lnTo>
                  <a:pt x="25363254" y="0"/>
                </a:lnTo>
                <a:lnTo>
                  <a:pt x="25363254" y="7271890"/>
                </a:lnTo>
                <a:lnTo>
                  <a:pt x="0" y="7271890"/>
                </a:lnTo>
                <a:lnTo>
                  <a:pt x="0" y="0"/>
                </a:lnTo>
                <a:close/>
              </a:path>
            </a:pathLst>
          </a:custGeom>
          <a:blipFill>
            <a:blip>
              <a:extLst>
                <a:ext uri="{96DAC541-7B7A-43D3-8B79-37D633B846F1}">
                  <asvg:svgBlip xmlns:asvg="http://schemas.microsoft.com/office/drawing/2016/SVG/main" r:embed="rId7"/>
                </a:ext>
              </a:extLst>
            </a:blip>
            <a:stretch>
              <a:fillRect t="-71998"/>
            </a:stretch>
          </a:blipFill>
        </p:spPr>
      </p:sp>
      <p:sp>
        <p:nvSpPr>
          <p:cNvPr id="13" name="Freeform 19">
            <a:extLst>
              <a:ext uri="{FF2B5EF4-FFF2-40B4-BE49-F238E27FC236}">
                <a16:creationId xmlns:a16="http://schemas.microsoft.com/office/drawing/2014/main" id="{476D33D0-F4BC-33A0-6C3E-308AACBE4292}"/>
              </a:ext>
            </a:extLst>
          </p:cNvPr>
          <p:cNvSpPr/>
          <p:nvPr/>
        </p:nvSpPr>
        <p:spPr>
          <a:xfrm>
            <a:off x="10604266" y="13250932"/>
            <a:ext cx="5320178" cy="2124501"/>
          </a:xfrm>
          <a:custGeom>
            <a:avLst/>
            <a:gdLst/>
            <a:ahLst/>
            <a:cxnLst/>
            <a:rect l="l" t="t" r="r" b="b"/>
            <a:pathLst>
              <a:path w="5320178" h="2124501">
                <a:moveTo>
                  <a:pt x="0" y="0"/>
                </a:moveTo>
                <a:lnTo>
                  <a:pt x="5320178" y="0"/>
                </a:lnTo>
                <a:lnTo>
                  <a:pt x="5320178" y="2124500"/>
                </a:lnTo>
                <a:lnTo>
                  <a:pt x="0" y="21245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21" name="Freeform 3">
            <a:extLst>
              <a:ext uri="{FF2B5EF4-FFF2-40B4-BE49-F238E27FC236}">
                <a16:creationId xmlns:a16="http://schemas.microsoft.com/office/drawing/2014/main" id="{404716B0-27C5-A573-D809-39045798FAE2}"/>
              </a:ext>
            </a:extLst>
          </p:cNvPr>
          <p:cNvSpPr/>
          <p:nvPr/>
        </p:nvSpPr>
        <p:spPr>
          <a:xfrm>
            <a:off x="-8917077" y="576619"/>
            <a:ext cx="9031048" cy="5034810"/>
          </a:xfrm>
          <a:custGeom>
            <a:avLst/>
            <a:gdLst/>
            <a:ahLst/>
            <a:cxnLst/>
            <a:rect l="l" t="t" r="r" b="b"/>
            <a:pathLst>
              <a:path w="9031048" h="5034810">
                <a:moveTo>
                  <a:pt x="0" y="0"/>
                </a:moveTo>
                <a:lnTo>
                  <a:pt x="9031049" y="0"/>
                </a:lnTo>
                <a:lnTo>
                  <a:pt x="9031049" y="5034810"/>
                </a:lnTo>
                <a:lnTo>
                  <a:pt x="0" y="5034810"/>
                </a:lnTo>
                <a:lnTo>
                  <a:pt x="0" y="0"/>
                </a:lnTo>
                <a:close/>
              </a:path>
            </a:pathLst>
          </a:custGeom>
          <a:blipFill>
            <a:blip r:embed="rId8"/>
            <a:stretch>
              <a:fillRect/>
            </a:stretch>
          </a:blipFill>
        </p:spPr>
      </p:sp>
      <p:sp>
        <p:nvSpPr>
          <p:cNvPr id="22" name="Freeform 4">
            <a:extLst>
              <a:ext uri="{FF2B5EF4-FFF2-40B4-BE49-F238E27FC236}">
                <a16:creationId xmlns:a16="http://schemas.microsoft.com/office/drawing/2014/main" id="{3F9F94FF-FF62-56A3-B2B1-D5CBCA69EE89}"/>
              </a:ext>
            </a:extLst>
          </p:cNvPr>
          <p:cNvSpPr/>
          <p:nvPr/>
        </p:nvSpPr>
        <p:spPr>
          <a:xfrm>
            <a:off x="17396006" y="-598168"/>
            <a:ext cx="9031048" cy="5034810"/>
          </a:xfrm>
          <a:custGeom>
            <a:avLst/>
            <a:gdLst/>
            <a:ahLst/>
            <a:cxnLst/>
            <a:rect l="l" t="t" r="r" b="b"/>
            <a:pathLst>
              <a:path w="9031048" h="5034810">
                <a:moveTo>
                  <a:pt x="0" y="0"/>
                </a:moveTo>
                <a:lnTo>
                  <a:pt x="9031049" y="0"/>
                </a:lnTo>
                <a:lnTo>
                  <a:pt x="9031049" y="5034810"/>
                </a:lnTo>
                <a:lnTo>
                  <a:pt x="0" y="5034810"/>
                </a:lnTo>
                <a:lnTo>
                  <a:pt x="0" y="0"/>
                </a:lnTo>
                <a:close/>
              </a:path>
            </a:pathLst>
          </a:custGeom>
          <a:blipFill>
            <a:blip r:embed="rId8"/>
            <a:stretch>
              <a:fillRect/>
            </a:stretch>
          </a:blipFill>
        </p:spPr>
        <p:txBody>
          <a:bodyPr/>
          <a:lstStyle/>
          <a:p>
            <a:endParaRPr lang="en-US"/>
          </a:p>
        </p:txBody>
      </p:sp>
      <p:sp>
        <p:nvSpPr>
          <p:cNvPr id="23" name="TextBox 21">
            <a:extLst>
              <a:ext uri="{FF2B5EF4-FFF2-40B4-BE49-F238E27FC236}">
                <a16:creationId xmlns:a16="http://schemas.microsoft.com/office/drawing/2014/main" id="{AFB32FC5-0426-D4EC-844E-A7F3F1DC212B}"/>
              </a:ext>
            </a:extLst>
          </p:cNvPr>
          <p:cNvSpPr txBox="1"/>
          <p:nvPr/>
        </p:nvSpPr>
        <p:spPr>
          <a:xfrm>
            <a:off x="2996631" y="-3924300"/>
            <a:ext cx="12904407" cy="3023863"/>
          </a:xfrm>
          <a:prstGeom prst="rect">
            <a:avLst/>
          </a:prstGeom>
        </p:spPr>
        <p:txBody>
          <a:bodyPr lIns="0" tIns="0" rIns="0" bIns="0" rtlCol="0" anchor="t">
            <a:spAutoFit/>
          </a:bodyPr>
          <a:lstStyle/>
          <a:p>
            <a:pPr algn="ctr">
              <a:lnSpc>
                <a:spcPts val="15449"/>
              </a:lnSpc>
              <a:spcBef>
                <a:spcPct val="0"/>
              </a:spcBef>
            </a:pPr>
            <a:r>
              <a:rPr lang="en-US" sz="11035">
                <a:solidFill>
                  <a:srgbClr val="3F4060"/>
                </a:solidFill>
                <a:latin typeface="Boldfat Mighty"/>
                <a:ea typeface="Boldfat Mighty"/>
                <a:cs typeface="Boldfat Mighty"/>
                <a:sym typeface="Boldfat Mighty"/>
              </a:rPr>
              <a:t>NĂNG LƯỢNG TÁI TẠO </a:t>
            </a:r>
          </a:p>
        </p:txBody>
      </p:sp>
      <p:sp>
        <p:nvSpPr>
          <p:cNvPr id="24" name="TextBox 22">
            <a:extLst>
              <a:ext uri="{FF2B5EF4-FFF2-40B4-BE49-F238E27FC236}">
                <a16:creationId xmlns:a16="http://schemas.microsoft.com/office/drawing/2014/main" id="{192C9969-111A-8EF4-DF07-C8B604628B0F}"/>
              </a:ext>
            </a:extLst>
          </p:cNvPr>
          <p:cNvSpPr txBox="1"/>
          <p:nvPr/>
        </p:nvSpPr>
        <p:spPr>
          <a:xfrm>
            <a:off x="7644130" y="-943177"/>
            <a:ext cx="2999741" cy="983771"/>
          </a:xfrm>
          <a:prstGeom prst="rect">
            <a:avLst/>
          </a:prstGeom>
        </p:spPr>
        <p:txBody>
          <a:bodyPr lIns="0" tIns="0" rIns="0" bIns="0" rtlCol="0" anchor="t">
            <a:spAutoFit/>
          </a:bodyPr>
          <a:lstStyle/>
          <a:p>
            <a:pPr algn="ctr">
              <a:lnSpc>
                <a:spcPts val="8090"/>
              </a:lnSpc>
              <a:spcBef>
                <a:spcPct val="0"/>
              </a:spcBef>
            </a:pPr>
            <a:r>
              <a:rPr lang="en-US" sz="5779" b="1">
                <a:solidFill>
                  <a:srgbClr val="3F4060"/>
                </a:solidFill>
                <a:latin typeface="Quicksand Semi-Bold"/>
                <a:ea typeface="Quicksand Semi-Bold"/>
                <a:cs typeface="Quicksand Semi-Bold"/>
                <a:sym typeface="Quicksand Semi-Bold"/>
              </a:rPr>
              <a:t>-tại tỉnh-</a:t>
            </a:r>
          </a:p>
        </p:txBody>
      </p:sp>
      <p:sp>
        <p:nvSpPr>
          <p:cNvPr id="25" name="TextBox 23">
            <a:extLst>
              <a:ext uri="{FF2B5EF4-FFF2-40B4-BE49-F238E27FC236}">
                <a16:creationId xmlns:a16="http://schemas.microsoft.com/office/drawing/2014/main" id="{E8F50432-16AE-7565-E016-20D8AAF9C914}"/>
              </a:ext>
            </a:extLst>
          </p:cNvPr>
          <p:cNvSpPr txBox="1"/>
          <p:nvPr/>
        </p:nvSpPr>
        <p:spPr>
          <a:xfrm>
            <a:off x="2010300" y="-2779996"/>
            <a:ext cx="14267400" cy="3356615"/>
          </a:xfrm>
          <a:prstGeom prst="rect">
            <a:avLst/>
          </a:prstGeom>
        </p:spPr>
        <p:txBody>
          <a:bodyPr lIns="0" tIns="0" rIns="0" bIns="0" rtlCol="0" anchor="t">
            <a:spAutoFit/>
          </a:bodyPr>
          <a:lstStyle/>
          <a:p>
            <a:pPr algn="ctr">
              <a:lnSpc>
                <a:spcPts val="27101"/>
              </a:lnSpc>
              <a:spcBef>
                <a:spcPct val="0"/>
              </a:spcBef>
            </a:pPr>
            <a:r>
              <a:rPr lang="en-US" sz="19358">
                <a:solidFill>
                  <a:srgbClr val="3F4060"/>
                </a:solidFill>
                <a:latin typeface="Dingos Stamp"/>
                <a:ea typeface="Dingos Stamp"/>
                <a:cs typeface="Dingos Stamp"/>
                <a:sym typeface="Dingos Stamp"/>
              </a:rPr>
              <a:t>GIA LAI</a:t>
            </a:r>
          </a:p>
        </p:txBody>
      </p:sp>
      <p:sp>
        <p:nvSpPr>
          <p:cNvPr id="7" name="TextBox 21">
            <a:extLst>
              <a:ext uri="{FF2B5EF4-FFF2-40B4-BE49-F238E27FC236}">
                <a16:creationId xmlns:a16="http://schemas.microsoft.com/office/drawing/2014/main" id="{C25196D8-1538-787F-249F-132CE8E4C5FF}"/>
              </a:ext>
            </a:extLst>
          </p:cNvPr>
          <p:cNvSpPr txBox="1"/>
          <p:nvPr/>
        </p:nvSpPr>
        <p:spPr>
          <a:xfrm>
            <a:off x="2996631" y="-2552700"/>
            <a:ext cx="12904407" cy="1772665"/>
          </a:xfrm>
          <a:prstGeom prst="rect">
            <a:avLst/>
          </a:prstGeom>
        </p:spPr>
        <p:txBody>
          <a:bodyPr lIns="0" tIns="0" rIns="0" bIns="0" rtlCol="0" anchor="t">
            <a:spAutoFit/>
          </a:bodyPr>
          <a:lstStyle/>
          <a:p>
            <a:pPr algn="ctr">
              <a:lnSpc>
                <a:spcPts val="15449"/>
              </a:lnSpc>
              <a:spcBef>
                <a:spcPct val="0"/>
              </a:spcBef>
            </a:pPr>
            <a:r>
              <a:rPr lang="en-US" sz="11035">
                <a:solidFill>
                  <a:srgbClr val="3F4060"/>
                </a:solidFill>
                <a:latin typeface="Bahnschrift SemiBold Condensed" panose="020B0502040204020203" pitchFamily="34" charset="0"/>
                <a:ea typeface="Boldfat Mighty"/>
                <a:cs typeface="Boldfat Mighty"/>
                <a:sym typeface="Boldfat Mighty"/>
              </a:rPr>
              <a:t>NĂNG LƯỢNG TÁI TẠO </a:t>
            </a:r>
          </a:p>
        </p:txBody>
      </p:sp>
      <p:sp>
        <p:nvSpPr>
          <p:cNvPr id="15" name="TextBox 22">
            <a:extLst>
              <a:ext uri="{FF2B5EF4-FFF2-40B4-BE49-F238E27FC236}">
                <a16:creationId xmlns:a16="http://schemas.microsoft.com/office/drawing/2014/main" id="{64662823-4758-8A8C-BA43-55DB1829EABD}"/>
              </a:ext>
            </a:extLst>
          </p:cNvPr>
          <p:cNvSpPr txBox="1"/>
          <p:nvPr/>
        </p:nvSpPr>
        <p:spPr>
          <a:xfrm>
            <a:off x="7644130" y="-2171700"/>
            <a:ext cx="2999741" cy="983771"/>
          </a:xfrm>
          <a:prstGeom prst="rect">
            <a:avLst/>
          </a:prstGeom>
        </p:spPr>
        <p:txBody>
          <a:bodyPr lIns="0" tIns="0" rIns="0" bIns="0" rtlCol="0" anchor="t">
            <a:spAutoFit/>
          </a:bodyPr>
          <a:lstStyle/>
          <a:p>
            <a:pPr algn="ctr">
              <a:lnSpc>
                <a:spcPts val="8090"/>
              </a:lnSpc>
              <a:spcBef>
                <a:spcPct val="0"/>
              </a:spcBef>
            </a:pPr>
            <a:r>
              <a:rPr lang="en-US" sz="5779" b="1">
                <a:solidFill>
                  <a:srgbClr val="3F4060"/>
                </a:solidFill>
                <a:latin typeface="Quicksand Semi-Bold"/>
                <a:ea typeface="Quicksand Semi-Bold"/>
                <a:cs typeface="Quicksand Semi-Bold"/>
                <a:sym typeface="Quicksand Semi-Bold"/>
              </a:rPr>
              <a:t>-tại tỉnh-</a:t>
            </a:r>
          </a:p>
        </p:txBody>
      </p:sp>
      <p:grpSp>
        <p:nvGrpSpPr>
          <p:cNvPr id="2" name="Group 12">
            <a:extLst>
              <a:ext uri="{FF2B5EF4-FFF2-40B4-BE49-F238E27FC236}">
                <a16:creationId xmlns:a16="http://schemas.microsoft.com/office/drawing/2014/main" id="{BD2AD4BA-EF63-2EC4-4B23-4C0F2688953F}"/>
              </a:ext>
            </a:extLst>
          </p:cNvPr>
          <p:cNvGrpSpPr/>
          <p:nvPr/>
        </p:nvGrpSpPr>
        <p:grpSpPr>
          <a:xfrm>
            <a:off x="6759881" y="10404669"/>
            <a:ext cx="4768237" cy="1573518"/>
            <a:chOff x="0" y="0"/>
            <a:chExt cx="635000" cy="209550"/>
          </a:xfrm>
        </p:grpSpPr>
        <p:sp>
          <p:nvSpPr>
            <p:cNvPr id="14" name="Freeform 13">
              <a:extLst>
                <a:ext uri="{FF2B5EF4-FFF2-40B4-BE49-F238E27FC236}">
                  <a16:creationId xmlns:a16="http://schemas.microsoft.com/office/drawing/2014/main" id="{40194ED4-C37D-C11B-3BD7-5A88E1DACAC8}"/>
                </a:ext>
              </a:extLst>
            </p:cNvPr>
            <p:cNvSpPr/>
            <p:nvPr/>
          </p:nvSpPr>
          <p:spPr>
            <a:xfrm>
              <a:off x="0" y="0"/>
              <a:ext cx="635000" cy="209550"/>
            </a:xfrm>
            <a:custGeom>
              <a:avLst/>
              <a:gdLst/>
              <a:ahLst/>
              <a:cxnLst/>
              <a:rect l="l" t="t" r="r" b="b"/>
              <a:pathLst>
                <a:path w="635000" h="209550">
                  <a:moveTo>
                    <a:pt x="31712" y="0"/>
                  </a:moveTo>
                  <a:lnTo>
                    <a:pt x="603288" y="0"/>
                  </a:lnTo>
                  <a:cubicBezTo>
                    <a:pt x="611699" y="0"/>
                    <a:pt x="619765" y="3341"/>
                    <a:pt x="625712" y="9288"/>
                  </a:cubicBezTo>
                  <a:cubicBezTo>
                    <a:pt x="631659" y="15235"/>
                    <a:pt x="635000" y="23301"/>
                    <a:pt x="635000" y="31712"/>
                  </a:cubicBezTo>
                  <a:lnTo>
                    <a:pt x="635000" y="177838"/>
                  </a:lnTo>
                  <a:cubicBezTo>
                    <a:pt x="635000" y="186249"/>
                    <a:pt x="631659" y="194315"/>
                    <a:pt x="625712" y="200262"/>
                  </a:cubicBezTo>
                  <a:cubicBezTo>
                    <a:pt x="619765" y="206209"/>
                    <a:pt x="611699" y="209550"/>
                    <a:pt x="603288" y="209550"/>
                  </a:cubicBezTo>
                  <a:lnTo>
                    <a:pt x="31712" y="209550"/>
                  </a:lnTo>
                  <a:cubicBezTo>
                    <a:pt x="23301" y="209550"/>
                    <a:pt x="15235" y="206209"/>
                    <a:pt x="9288" y="200262"/>
                  </a:cubicBezTo>
                  <a:cubicBezTo>
                    <a:pt x="3341" y="194315"/>
                    <a:pt x="0" y="186249"/>
                    <a:pt x="0" y="177838"/>
                  </a:cubicBezTo>
                  <a:lnTo>
                    <a:pt x="0" y="31712"/>
                  </a:lnTo>
                  <a:cubicBezTo>
                    <a:pt x="0" y="23301"/>
                    <a:pt x="3341" y="15235"/>
                    <a:pt x="9288" y="9288"/>
                  </a:cubicBezTo>
                  <a:cubicBezTo>
                    <a:pt x="15235" y="3341"/>
                    <a:pt x="23301" y="0"/>
                    <a:pt x="31712" y="0"/>
                  </a:cubicBezTo>
                  <a:close/>
                </a:path>
              </a:pathLst>
            </a:custGeom>
            <a:gradFill rotWithShape="1">
              <a:gsLst>
                <a:gs pos="0">
                  <a:srgbClr val="FFFCFC">
                    <a:alpha val="100000"/>
                  </a:srgbClr>
                </a:gs>
                <a:gs pos="100000">
                  <a:srgbClr val="FFFFFF">
                    <a:alpha val="40000"/>
                  </a:srgbClr>
                </a:gs>
              </a:gsLst>
              <a:lin ang="0"/>
            </a:gradFill>
          </p:spPr>
        </p:sp>
        <p:sp>
          <p:nvSpPr>
            <p:cNvPr id="16" name="TextBox 14">
              <a:extLst>
                <a:ext uri="{FF2B5EF4-FFF2-40B4-BE49-F238E27FC236}">
                  <a16:creationId xmlns:a16="http://schemas.microsoft.com/office/drawing/2014/main" id="{BE04DC96-B757-6641-D663-3F378DE25851}"/>
                </a:ext>
              </a:extLst>
            </p:cNvPr>
            <p:cNvSpPr txBox="1"/>
            <p:nvPr/>
          </p:nvSpPr>
          <p:spPr>
            <a:xfrm>
              <a:off x="0" y="-38100"/>
              <a:ext cx="635000" cy="247650"/>
            </a:xfrm>
            <a:prstGeom prst="rect">
              <a:avLst/>
            </a:prstGeom>
          </p:spPr>
          <p:txBody>
            <a:bodyPr lIns="50800" tIns="50800" rIns="50800" bIns="50800" rtlCol="0" anchor="ctr"/>
            <a:lstStyle/>
            <a:p>
              <a:pPr algn="ctr">
                <a:lnSpc>
                  <a:spcPts val="3360"/>
                </a:lnSpc>
              </a:pPr>
              <a:endParaRPr/>
            </a:p>
          </p:txBody>
        </p:sp>
      </p:grpSp>
      <p:grpSp>
        <p:nvGrpSpPr>
          <p:cNvPr id="17" name="Group 15">
            <a:extLst>
              <a:ext uri="{FF2B5EF4-FFF2-40B4-BE49-F238E27FC236}">
                <a16:creationId xmlns:a16="http://schemas.microsoft.com/office/drawing/2014/main" id="{A472A446-D4B8-276B-908C-BB1AB1A262C3}"/>
              </a:ext>
            </a:extLst>
          </p:cNvPr>
          <p:cNvGrpSpPr/>
          <p:nvPr/>
        </p:nvGrpSpPr>
        <p:grpSpPr>
          <a:xfrm rot="-10800000">
            <a:off x="6939070" y="10584256"/>
            <a:ext cx="4409063" cy="1214344"/>
            <a:chOff x="0" y="0"/>
            <a:chExt cx="587168" cy="161718"/>
          </a:xfrm>
        </p:grpSpPr>
        <p:sp>
          <p:nvSpPr>
            <p:cNvPr id="18" name="Freeform 16">
              <a:extLst>
                <a:ext uri="{FF2B5EF4-FFF2-40B4-BE49-F238E27FC236}">
                  <a16:creationId xmlns:a16="http://schemas.microsoft.com/office/drawing/2014/main" id="{CF48EFE5-9DAE-5400-4E8F-C1F233797A82}"/>
                </a:ext>
              </a:extLst>
            </p:cNvPr>
            <p:cNvSpPr/>
            <p:nvPr/>
          </p:nvSpPr>
          <p:spPr>
            <a:xfrm>
              <a:off x="0" y="0"/>
              <a:ext cx="587168" cy="161718"/>
            </a:xfrm>
            <a:custGeom>
              <a:avLst/>
              <a:gdLst/>
              <a:ahLst/>
              <a:cxnLst/>
              <a:rect l="l" t="t" r="r" b="b"/>
              <a:pathLst>
                <a:path w="587168" h="161718">
                  <a:moveTo>
                    <a:pt x="34295" y="0"/>
                  </a:moveTo>
                  <a:lnTo>
                    <a:pt x="552873" y="0"/>
                  </a:lnTo>
                  <a:cubicBezTo>
                    <a:pt x="561968" y="0"/>
                    <a:pt x="570691" y="3613"/>
                    <a:pt x="577123" y="10045"/>
                  </a:cubicBezTo>
                  <a:cubicBezTo>
                    <a:pt x="583554" y="16476"/>
                    <a:pt x="587168" y="25199"/>
                    <a:pt x="587168" y="34295"/>
                  </a:cubicBezTo>
                  <a:lnTo>
                    <a:pt x="587168" y="127423"/>
                  </a:lnTo>
                  <a:cubicBezTo>
                    <a:pt x="587168" y="146363"/>
                    <a:pt x="571813" y="161718"/>
                    <a:pt x="552873" y="161718"/>
                  </a:cubicBezTo>
                  <a:lnTo>
                    <a:pt x="34295" y="161718"/>
                  </a:lnTo>
                  <a:cubicBezTo>
                    <a:pt x="15354" y="161718"/>
                    <a:pt x="0" y="146363"/>
                    <a:pt x="0" y="127423"/>
                  </a:cubicBezTo>
                  <a:lnTo>
                    <a:pt x="0" y="34295"/>
                  </a:lnTo>
                  <a:cubicBezTo>
                    <a:pt x="0" y="15354"/>
                    <a:pt x="15354" y="0"/>
                    <a:pt x="34295" y="0"/>
                  </a:cubicBezTo>
                  <a:close/>
                </a:path>
              </a:pathLst>
            </a:custGeom>
            <a:gradFill rotWithShape="1">
              <a:gsLst>
                <a:gs pos="0">
                  <a:srgbClr val="FFFCFC">
                    <a:alpha val="100000"/>
                  </a:srgbClr>
                </a:gs>
                <a:gs pos="100000">
                  <a:srgbClr val="FFFFFF">
                    <a:alpha val="40000"/>
                  </a:srgbClr>
                </a:gs>
              </a:gsLst>
              <a:lin ang="0"/>
            </a:gradFill>
          </p:spPr>
        </p:sp>
        <p:sp>
          <p:nvSpPr>
            <p:cNvPr id="19" name="TextBox 17">
              <a:extLst>
                <a:ext uri="{FF2B5EF4-FFF2-40B4-BE49-F238E27FC236}">
                  <a16:creationId xmlns:a16="http://schemas.microsoft.com/office/drawing/2014/main" id="{562003E3-4453-7D1C-CB18-0707B5CB658B}"/>
                </a:ext>
              </a:extLst>
            </p:cNvPr>
            <p:cNvSpPr txBox="1"/>
            <p:nvPr/>
          </p:nvSpPr>
          <p:spPr>
            <a:xfrm>
              <a:off x="0" y="-38100"/>
              <a:ext cx="587168" cy="199818"/>
            </a:xfrm>
            <a:prstGeom prst="rect">
              <a:avLst/>
            </a:prstGeom>
          </p:spPr>
          <p:txBody>
            <a:bodyPr lIns="50800" tIns="50800" rIns="50800" bIns="50800" rtlCol="0" anchor="ctr"/>
            <a:lstStyle/>
            <a:p>
              <a:pPr algn="ctr">
                <a:lnSpc>
                  <a:spcPts val="3360"/>
                </a:lnSpc>
              </a:pPr>
              <a:endParaRPr/>
            </a:p>
          </p:txBody>
        </p:sp>
      </p:grpSp>
      <p:sp>
        <p:nvSpPr>
          <p:cNvPr id="26" name="TextBox 20">
            <a:extLst>
              <a:ext uri="{FF2B5EF4-FFF2-40B4-BE49-F238E27FC236}">
                <a16:creationId xmlns:a16="http://schemas.microsoft.com/office/drawing/2014/main" id="{7CF0A4DB-85A2-D0B7-FF67-C0DC65A82F67}"/>
              </a:ext>
            </a:extLst>
          </p:cNvPr>
          <p:cNvSpPr txBox="1"/>
          <p:nvPr/>
        </p:nvSpPr>
        <p:spPr>
          <a:xfrm>
            <a:off x="6729332" y="10787827"/>
            <a:ext cx="5439004" cy="665410"/>
          </a:xfrm>
          <a:prstGeom prst="rect">
            <a:avLst/>
          </a:prstGeom>
        </p:spPr>
        <p:txBody>
          <a:bodyPr lIns="0" tIns="0" rIns="0" bIns="0" rtlCol="0" anchor="t">
            <a:spAutoFit/>
          </a:bodyPr>
          <a:lstStyle/>
          <a:p>
            <a:pPr algn="ctr">
              <a:lnSpc>
                <a:spcPts val="5319"/>
              </a:lnSpc>
            </a:pPr>
            <a:r>
              <a:rPr lang="en-US" sz="4091">
                <a:solidFill>
                  <a:srgbClr val="3F4060"/>
                </a:solidFill>
                <a:latin typeface="Finesse"/>
                <a:ea typeface="Finesse"/>
                <a:cs typeface="Finesse"/>
                <a:sym typeface="Finesse"/>
              </a:rPr>
              <a:t>Thực hiện bởi: Tổ 3</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7439" b="-77439"/>
            </a:stretch>
          </a:blipFill>
        </p:spPr>
      </p:sp>
      <p:sp>
        <p:nvSpPr>
          <p:cNvPr id="3" name="Freeform 3"/>
          <p:cNvSpPr/>
          <p:nvPr/>
        </p:nvSpPr>
        <p:spPr>
          <a:xfrm>
            <a:off x="-4007404" y="753654"/>
            <a:ext cx="9031048" cy="5034810"/>
          </a:xfrm>
          <a:custGeom>
            <a:avLst/>
            <a:gdLst/>
            <a:ahLst/>
            <a:cxnLst/>
            <a:rect l="l" t="t" r="r" b="b"/>
            <a:pathLst>
              <a:path w="9031048" h="5034810">
                <a:moveTo>
                  <a:pt x="0" y="0"/>
                </a:moveTo>
                <a:lnTo>
                  <a:pt x="9031049" y="0"/>
                </a:lnTo>
                <a:lnTo>
                  <a:pt x="9031049" y="5034810"/>
                </a:lnTo>
                <a:lnTo>
                  <a:pt x="0" y="5034810"/>
                </a:lnTo>
                <a:lnTo>
                  <a:pt x="0" y="0"/>
                </a:lnTo>
                <a:close/>
              </a:path>
            </a:pathLst>
          </a:custGeom>
          <a:blipFill>
            <a:blip r:embed="rId3"/>
            <a:stretch>
              <a:fillRect/>
            </a:stretch>
          </a:blipFill>
        </p:spPr>
      </p:sp>
      <p:sp>
        <p:nvSpPr>
          <p:cNvPr id="4" name="Freeform 4"/>
          <p:cNvSpPr/>
          <p:nvPr/>
        </p:nvSpPr>
        <p:spPr>
          <a:xfrm>
            <a:off x="11217455" y="-421133"/>
            <a:ext cx="9031048" cy="5034810"/>
          </a:xfrm>
          <a:custGeom>
            <a:avLst/>
            <a:gdLst/>
            <a:ahLst/>
            <a:cxnLst/>
            <a:rect l="l" t="t" r="r" b="b"/>
            <a:pathLst>
              <a:path w="9031048" h="5034810">
                <a:moveTo>
                  <a:pt x="0" y="0"/>
                </a:moveTo>
                <a:lnTo>
                  <a:pt x="9031049" y="0"/>
                </a:lnTo>
                <a:lnTo>
                  <a:pt x="9031049" y="5034810"/>
                </a:lnTo>
                <a:lnTo>
                  <a:pt x="0" y="5034810"/>
                </a:lnTo>
                <a:lnTo>
                  <a:pt x="0" y="0"/>
                </a:lnTo>
                <a:close/>
              </a:path>
            </a:pathLst>
          </a:custGeom>
          <a:blipFill>
            <a:blip r:embed="rId3"/>
            <a:stretch>
              <a:fillRect/>
            </a:stretch>
          </a:blipFill>
        </p:spPr>
      </p:sp>
      <p:sp>
        <p:nvSpPr>
          <p:cNvPr id="5" name="Freeform 5"/>
          <p:cNvSpPr/>
          <p:nvPr/>
        </p:nvSpPr>
        <p:spPr>
          <a:xfrm>
            <a:off x="-1333494" y="6095550"/>
            <a:ext cx="25363254" cy="7271890"/>
          </a:xfrm>
          <a:custGeom>
            <a:avLst/>
            <a:gdLst/>
            <a:ahLst/>
            <a:cxnLst/>
            <a:rect l="l" t="t" r="r" b="b"/>
            <a:pathLst>
              <a:path w="25363254" h="7271890">
                <a:moveTo>
                  <a:pt x="0" y="0"/>
                </a:moveTo>
                <a:lnTo>
                  <a:pt x="25363254" y="0"/>
                </a:lnTo>
                <a:lnTo>
                  <a:pt x="25363254" y="7271890"/>
                </a:lnTo>
                <a:lnTo>
                  <a:pt x="0" y="7271890"/>
                </a:lnTo>
                <a:lnTo>
                  <a:pt x="0" y="0"/>
                </a:lnTo>
                <a:close/>
              </a:path>
            </a:pathLst>
          </a:custGeom>
          <a:blipFill>
            <a:blip>
              <a:extLst>
                <a:ext uri="{96DAC541-7B7A-43D3-8B79-37D633B846F1}">
                  <asvg:svgBlip xmlns:asvg="http://schemas.microsoft.com/office/drawing/2016/SVG/main" r:embed="rId4"/>
                </a:ext>
              </a:extLst>
            </a:blip>
            <a:stretch>
              <a:fillRect t="-71998"/>
            </a:stretch>
          </a:blipFill>
        </p:spPr>
      </p:sp>
      <p:sp>
        <p:nvSpPr>
          <p:cNvPr id="6" name="Freeform 6"/>
          <p:cNvSpPr/>
          <p:nvPr/>
        </p:nvSpPr>
        <p:spPr>
          <a:xfrm>
            <a:off x="15473075" y="3271059"/>
            <a:ext cx="2631570" cy="4596630"/>
          </a:xfrm>
          <a:custGeom>
            <a:avLst/>
            <a:gdLst/>
            <a:ahLst/>
            <a:cxnLst/>
            <a:rect l="l" t="t" r="r" b="b"/>
            <a:pathLst>
              <a:path w="2631570" h="4596630">
                <a:moveTo>
                  <a:pt x="0" y="0"/>
                </a:moveTo>
                <a:lnTo>
                  <a:pt x="2631570" y="0"/>
                </a:lnTo>
                <a:lnTo>
                  <a:pt x="2631570" y="4596630"/>
                </a:lnTo>
                <a:lnTo>
                  <a:pt x="0" y="4596630"/>
                </a:lnTo>
                <a:lnTo>
                  <a:pt x="0" y="0"/>
                </a:lnTo>
                <a:close/>
              </a:path>
            </a:pathLst>
          </a:custGeom>
          <a:blipFill>
            <a:blip r:embed="rId5"/>
            <a:stretch>
              <a:fillRect/>
            </a:stretch>
          </a:blipFill>
        </p:spPr>
      </p:sp>
      <p:sp>
        <p:nvSpPr>
          <p:cNvPr id="7" name="Freeform 7"/>
          <p:cNvSpPr/>
          <p:nvPr/>
        </p:nvSpPr>
        <p:spPr>
          <a:xfrm>
            <a:off x="1204257" y="3227719"/>
            <a:ext cx="2926724" cy="5062981"/>
          </a:xfrm>
          <a:custGeom>
            <a:avLst/>
            <a:gdLst/>
            <a:ahLst/>
            <a:cxnLst/>
            <a:rect l="l" t="t" r="r" b="b"/>
            <a:pathLst>
              <a:path w="2926724" h="5062981">
                <a:moveTo>
                  <a:pt x="0" y="0"/>
                </a:moveTo>
                <a:lnTo>
                  <a:pt x="2926724" y="0"/>
                </a:lnTo>
                <a:lnTo>
                  <a:pt x="2926724" y="5062981"/>
                </a:lnTo>
                <a:lnTo>
                  <a:pt x="0" y="5062981"/>
                </a:lnTo>
                <a:lnTo>
                  <a:pt x="0" y="0"/>
                </a:lnTo>
                <a:close/>
              </a:path>
            </a:pathLst>
          </a:custGeom>
          <a:blipFill>
            <a:blip r:embed="rId5"/>
            <a:stretch>
              <a:fillRect t="-971"/>
            </a:stretch>
          </a:blipFill>
        </p:spPr>
      </p:sp>
      <p:sp>
        <p:nvSpPr>
          <p:cNvPr id="8" name="Freeform 8"/>
          <p:cNvSpPr/>
          <p:nvPr/>
        </p:nvSpPr>
        <p:spPr>
          <a:xfrm>
            <a:off x="12737932" y="1843095"/>
            <a:ext cx="4050928" cy="7075857"/>
          </a:xfrm>
          <a:custGeom>
            <a:avLst/>
            <a:gdLst/>
            <a:ahLst/>
            <a:cxnLst/>
            <a:rect l="l" t="t" r="r" b="b"/>
            <a:pathLst>
              <a:path w="4050928" h="7075857">
                <a:moveTo>
                  <a:pt x="0" y="0"/>
                </a:moveTo>
                <a:lnTo>
                  <a:pt x="4050928" y="0"/>
                </a:lnTo>
                <a:lnTo>
                  <a:pt x="4050928" y="7075858"/>
                </a:lnTo>
                <a:lnTo>
                  <a:pt x="0" y="7075858"/>
                </a:lnTo>
                <a:lnTo>
                  <a:pt x="0" y="0"/>
                </a:lnTo>
                <a:close/>
              </a:path>
            </a:pathLst>
          </a:custGeom>
          <a:blipFill>
            <a:blip r:embed="rId5"/>
            <a:stretch>
              <a:fillRect/>
            </a:stretch>
          </a:blipFill>
        </p:spPr>
      </p:sp>
      <p:sp>
        <p:nvSpPr>
          <p:cNvPr id="9" name="Freeform 9"/>
          <p:cNvSpPr/>
          <p:nvPr/>
        </p:nvSpPr>
        <p:spPr>
          <a:xfrm flipH="1">
            <a:off x="13977934" y="7678167"/>
            <a:ext cx="2537780" cy="2303035"/>
          </a:xfrm>
          <a:custGeom>
            <a:avLst/>
            <a:gdLst/>
            <a:ahLst/>
            <a:cxnLst/>
            <a:rect l="l" t="t" r="r" b="b"/>
            <a:pathLst>
              <a:path w="2537780" h="2303035">
                <a:moveTo>
                  <a:pt x="2537780" y="0"/>
                </a:moveTo>
                <a:lnTo>
                  <a:pt x="0" y="0"/>
                </a:lnTo>
                <a:lnTo>
                  <a:pt x="0" y="2303036"/>
                </a:lnTo>
                <a:lnTo>
                  <a:pt x="2537780" y="2303036"/>
                </a:lnTo>
                <a:lnTo>
                  <a:pt x="2537780" y="0"/>
                </a:lnTo>
                <a:close/>
              </a:path>
            </a:pathLst>
          </a:custGeom>
          <a:blipFill>
            <a:blip r:embed="rId6"/>
            <a:stretch>
              <a:fillRect/>
            </a:stretch>
          </a:blipFill>
        </p:spPr>
      </p:sp>
      <p:sp>
        <p:nvSpPr>
          <p:cNvPr id="10" name="Freeform 10"/>
          <p:cNvSpPr/>
          <p:nvPr/>
        </p:nvSpPr>
        <p:spPr>
          <a:xfrm flipH="1">
            <a:off x="15732979" y="6511004"/>
            <a:ext cx="5110041" cy="4637362"/>
          </a:xfrm>
          <a:custGeom>
            <a:avLst/>
            <a:gdLst/>
            <a:ahLst/>
            <a:cxnLst/>
            <a:rect l="l" t="t" r="r" b="b"/>
            <a:pathLst>
              <a:path w="5110041" h="4637362">
                <a:moveTo>
                  <a:pt x="5110042" y="0"/>
                </a:moveTo>
                <a:lnTo>
                  <a:pt x="0" y="0"/>
                </a:lnTo>
                <a:lnTo>
                  <a:pt x="0" y="4637362"/>
                </a:lnTo>
                <a:lnTo>
                  <a:pt x="5110042" y="4637362"/>
                </a:lnTo>
                <a:lnTo>
                  <a:pt x="5110042" y="0"/>
                </a:lnTo>
                <a:close/>
              </a:path>
            </a:pathLst>
          </a:custGeom>
          <a:blipFill>
            <a:blip r:embed="rId6"/>
            <a:stretch>
              <a:fillRect/>
            </a:stretch>
          </a:blipFill>
        </p:spPr>
      </p:sp>
      <p:sp>
        <p:nvSpPr>
          <p:cNvPr id="11" name="Freeform 11"/>
          <p:cNvSpPr/>
          <p:nvPr/>
        </p:nvSpPr>
        <p:spPr>
          <a:xfrm>
            <a:off x="-1014390" y="3698342"/>
            <a:ext cx="5323660" cy="11119917"/>
          </a:xfrm>
          <a:custGeom>
            <a:avLst/>
            <a:gdLst/>
            <a:ahLst/>
            <a:cxnLst/>
            <a:rect l="l" t="t" r="r" b="b"/>
            <a:pathLst>
              <a:path w="5323660" h="11119917">
                <a:moveTo>
                  <a:pt x="0" y="0"/>
                </a:moveTo>
                <a:lnTo>
                  <a:pt x="5323660" y="0"/>
                </a:lnTo>
                <a:lnTo>
                  <a:pt x="5323660" y="11119916"/>
                </a:lnTo>
                <a:lnTo>
                  <a:pt x="0" y="11119916"/>
                </a:lnTo>
                <a:lnTo>
                  <a:pt x="0" y="0"/>
                </a:lnTo>
                <a:close/>
              </a:path>
            </a:pathLst>
          </a:custGeom>
          <a:blipFill>
            <a:blip r:embed="rId7"/>
            <a:stretch>
              <a:fillRect/>
            </a:stretch>
          </a:blipFill>
        </p:spPr>
      </p:sp>
      <p:grpSp>
        <p:nvGrpSpPr>
          <p:cNvPr id="12" name="Group 12"/>
          <p:cNvGrpSpPr/>
          <p:nvPr/>
        </p:nvGrpSpPr>
        <p:grpSpPr>
          <a:xfrm>
            <a:off x="6759881" y="7256167"/>
            <a:ext cx="4768237" cy="1573518"/>
            <a:chOff x="0" y="0"/>
            <a:chExt cx="635000" cy="209550"/>
          </a:xfrm>
        </p:grpSpPr>
        <p:sp>
          <p:nvSpPr>
            <p:cNvPr id="13" name="Freeform 13"/>
            <p:cNvSpPr/>
            <p:nvPr/>
          </p:nvSpPr>
          <p:spPr>
            <a:xfrm>
              <a:off x="0" y="0"/>
              <a:ext cx="635000" cy="209550"/>
            </a:xfrm>
            <a:custGeom>
              <a:avLst/>
              <a:gdLst/>
              <a:ahLst/>
              <a:cxnLst/>
              <a:rect l="l" t="t" r="r" b="b"/>
              <a:pathLst>
                <a:path w="635000" h="209550">
                  <a:moveTo>
                    <a:pt x="31712" y="0"/>
                  </a:moveTo>
                  <a:lnTo>
                    <a:pt x="603288" y="0"/>
                  </a:lnTo>
                  <a:cubicBezTo>
                    <a:pt x="611699" y="0"/>
                    <a:pt x="619765" y="3341"/>
                    <a:pt x="625712" y="9288"/>
                  </a:cubicBezTo>
                  <a:cubicBezTo>
                    <a:pt x="631659" y="15235"/>
                    <a:pt x="635000" y="23301"/>
                    <a:pt x="635000" y="31712"/>
                  </a:cubicBezTo>
                  <a:lnTo>
                    <a:pt x="635000" y="177838"/>
                  </a:lnTo>
                  <a:cubicBezTo>
                    <a:pt x="635000" y="186249"/>
                    <a:pt x="631659" y="194315"/>
                    <a:pt x="625712" y="200262"/>
                  </a:cubicBezTo>
                  <a:cubicBezTo>
                    <a:pt x="619765" y="206209"/>
                    <a:pt x="611699" y="209550"/>
                    <a:pt x="603288" y="209550"/>
                  </a:cubicBezTo>
                  <a:lnTo>
                    <a:pt x="31712" y="209550"/>
                  </a:lnTo>
                  <a:cubicBezTo>
                    <a:pt x="23301" y="209550"/>
                    <a:pt x="15235" y="206209"/>
                    <a:pt x="9288" y="200262"/>
                  </a:cubicBezTo>
                  <a:cubicBezTo>
                    <a:pt x="3341" y="194315"/>
                    <a:pt x="0" y="186249"/>
                    <a:pt x="0" y="177838"/>
                  </a:cubicBezTo>
                  <a:lnTo>
                    <a:pt x="0" y="31712"/>
                  </a:lnTo>
                  <a:cubicBezTo>
                    <a:pt x="0" y="23301"/>
                    <a:pt x="3341" y="15235"/>
                    <a:pt x="9288" y="9288"/>
                  </a:cubicBezTo>
                  <a:cubicBezTo>
                    <a:pt x="15235" y="3341"/>
                    <a:pt x="23301" y="0"/>
                    <a:pt x="31712" y="0"/>
                  </a:cubicBezTo>
                  <a:close/>
                </a:path>
              </a:pathLst>
            </a:custGeom>
            <a:gradFill rotWithShape="1">
              <a:gsLst>
                <a:gs pos="0">
                  <a:srgbClr val="FFFCFC">
                    <a:alpha val="100000"/>
                  </a:srgbClr>
                </a:gs>
                <a:gs pos="100000">
                  <a:srgbClr val="FFFFFF">
                    <a:alpha val="40000"/>
                  </a:srgbClr>
                </a:gs>
              </a:gsLst>
              <a:lin ang="0"/>
            </a:gradFill>
          </p:spPr>
        </p:sp>
        <p:sp>
          <p:nvSpPr>
            <p:cNvPr id="14" name="TextBox 14"/>
            <p:cNvSpPr txBox="1"/>
            <p:nvPr/>
          </p:nvSpPr>
          <p:spPr>
            <a:xfrm>
              <a:off x="0" y="-38100"/>
              <a:ext cx="635000" cy="247650"/>
            </a:xfrm>
            <a:prstGeom prst="rect">
              <a:avLst/>
            </a:prstGeom>
          </p:spPr>
          <p:txBody>
            <a:bodyPr lIns="50800" tIns="50800" rIns="50800" bIns="50800" rtlCol="0" anchor="ctr"/>
            <a:lstStyle/>
            <a:p>
              <a:pPr algn="ctr">
                <a:lnSpc>
                  <a:spcPts val="3360"/>
                </a:lnSpc>
              </a:pPr>
              <a:endParaRPr/>
            </a:p>
          </p:txBody>
        </p:sp>
      </p:grpSp>
      <p:grpSp>
        <p:nvGrpSpPr>
          <p:cNvPr id="15" name="Group 15"/>
          <p:cNvGrpSpPr/>
          <p:nvPr/>
        </p:nvGrpSpPr>
        <p:grpSpPr>
          <a:xfrm rot="-10800000">
            <a:off x="6939070" y="7435754"/>
            <a:ext cx="4409063" cy="1214344"/>
            <a:chOff x="0" y="0"/>
            <a:chExt cx="587168" cy="161718"/>
          </a:xfrm>
        </p:grpSpPr>
        <p:sp>
          <p:nvSpPr>
            <p:cNvPr id="16" name="Freeform 16"/>
            <p:cNvSpPr/>
            <p:nvPr/>
          </p:nvSpPr>
          <p:spPr>
            <a:xfrm>
              <a:off x="0" y="0"/>
              <a:ext cx="587168" cy="161718"/>
            </a:xfrm>
            <a:custGeom>
              <a:avLst/>
              <a:gdLst/>
              <a:ahLst/>
              <a:cxnLst/>
              <a:rect l="l" t="t" r="r" b="b"/>
              <a:pathLst>
                <a:path w="587168" h="161718">
                  <a:moveTo>
                    <a:pt x="34295" y="0"/>
                  </a:moveTo>
                  <a:lnTo>
                    <a:pt x="552873" y="0"/>
                  </a:lnTo>
                  <a:cubicBezTo>
                    <a:pt x="561968" y="0"/>
                    <a:pt x="570691" y="3613"/>
                    <a:pt x="577123" y="10045"/>
                  </a:cubicBezTo>
                  <a:cubicBezTo>
                    <a:pt x="583554" y="16476"/>
                    <a:pt x="587168" y="25199"/>
                    <a:pt x="587168" y="34295"/>
                  </a:cubicBezTo>
                  <a:lnTo>
                    <a:pt x="587168" y="127423"/>
                  </a:lnTo>
                  <a:cubicBezTo>
                    <a:pt x="587168" y="146363"/>
                    <a:pt x="571813" y="161718"/>
                    <a:pt x="552873" y="161718"/>
                  </a:cubicBezTo>
                  <a:lnTo>
                    <a:pt x="34295" y="161718"/>
                  </a:lnTo>
                  <a:cubicBezTo>
                    <a:pt x="15354" y="161718"/>
                    <a:pt x="0" y="146363"/>
                    <a:pt x="0" y="127423"/>
                  </a:cubicBezTo>
                  <a:lnTo>
                    <a:pt x="0" y="34295"/>
                  </a:lnTo>
                  <a:cubicBezTo>
                    <a:pt x="0" y="15354"/>
                    <a:pt x="15354" y="0"/>
                    <a:pt x="34295" y="0"/>
                  </a:cubicBezTo>
                  <a:close/>
                </a:path>
              </a:pathLst>
            </a:custGeom>
            <a:gradFill rotWithShape="1">
              <a:gsLst>
                <a:gs pos="0">
                  <a:srgbClr val="FFFCFC">
                    <a:alpha val="100000"/>
                  </a:srgbClr>
                </a:gs>
                <a:gs pos="100000">
                  <a:srgbClr val="FFFFFF">
                    <a:alpha val="40000"/>
                  </a:srgbClr>
                </a:gs>
              </a:gsLst>
              <a:lin ang="0"/>
            </a:gradFill>
          </p:spPr>
        </p:sp>
        <p:sp>
          <p:nvSpPr>
            <p:cNvPr id="17" name="TextBox 17"/>
            <p:cNvSpPr txBox="1"/>
            <p:nvPr/>
          </p:nvSpPr>
          <p:spPr>
            <a:xfrm>
              <a:off x="0" y="-38100"/>
              <a:ext cx="587168" cy="199818"/>
            </a:xfrm>
            <a:prstGeom prst="rect">
              <a:avLst/>
            </a:prstGeom>
          </p:spPr>
          <p:txBody>
            <a:bodyPr lIns="50800" tIns="50800" rIns="50800" bIns="50800" rtlCol="0" anchor="ctr"/>
            <a:lstStyle/>
            <a:p>
              <a:pPr algn="ctr">
                <a:lnSpc>
                  <a:spcPts val="3360"/>
                </a:lnSpc>
              </a:pPr>
              <a:endParaRPr/>
            </a:p>
          </p:txBody>
        </p:sp>
      </p:grpSp>
      <p:sp>
        <p:nvSpPr>
          <p:cNvPr id="18" name="Freeform 18"/>
          <p:cNvSpPr/>
          <p:nvPr/>
        </p:nvSpPr>
        <p:spPr>
          <a:xfrm flipH="1">
            <a:off x="1028700" y="8431229"/>
            <a:ext cx="5320178" cy="2124501"/>
          </a:xfrm>
          <a:custGeom>
            <a:avLst/>
            <a:gdLst/>
            <a:ahLst/>
            <a:cxnLst/>
            <a:rect l="l" t="t" r="r" b="b"/>
            <a:pathLst>
              <a:path w="5320178" h="2124501">
                <a:moveTo>
                  <a:pt x="5320178" y="0"/>
                </a:moveTo>
                <a:lnTo>
                  <a:pt x="0" y="0"/>
                </a:lnTo>
                <a:lnTo>
                  <a:pt x="0" y="2124501"/>
                </a:lnTo>
                <a:lnTo>
                  <a:pt x="5320178" y="2124501"/>
                </a:lnTo>
                <a:lnTo>
                  <a:pt x="5320178" y="0"/>
                </a:lnTo>
                <a:close/>
              </a:path>
            </a:pathLst>
          </a:custGeom>
          <a:blipFill>
            <a:blip>
              <a:extLst>
                <a:ext uri="{96DAC541-7B7A-43D3-8B79-37D633B846F1}">
                  <asvg:svgBlip xmlns:asvg="http://schemas.microsoft.com/office/drawing/2016/SVG/main" r:embed="rId8"/>
                </a:ext>
              </a:extLst>
            </a:blip>
            <a:stretch>
              <a:fillRect/>
            </a:stretch>
          </a:blipFill>
        </p:spPr>
      </p:sp>
      <p:sp>
        <p:nvSpPr>
          <p:cNvPr id="19" name="Freeform 19"/>
          <p:cNvSpPr/>
          <p:nvPr/>
        </p:nvSpPr>
        <p:spPr>
          <a:xfrm>
            <a:off x="10604266" y="8918953"/>
            <a:ext cx="5320178" cy="2124501"/>
          </a:xfrm>
          <a:custGeom>
            <a:avLst/>
            <a:gdLst/>
            <a:ahLst/>
            <a:cxnLst/>
            <a:rect l="l" t="t" r="r" b="b"/>
            <a:pathLst>
              <a:path w="5320178" h="2124501">
                <a:moveTo>
                  <a:pt x="0" y="0"/>
                </a:moveTo>
                <a:lnTo>
                  <a:pt x="5320178" y="0"/>
                </a:lnTo>
                <a:lnTo>
                  <a:pt x="5320178" y="2124500"/>
                </a:lnTo>
                <a:lnTo>
                  <a:pt x="0" y="2124500"/>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20" name="TextBox 20"/>
          <p:cNvSpPr txBox="1"/>
          <p:nvPr/>
        </p:nvSpPr>
        <p:spPr>
          <a:xfrm>
            <a:off x="6424498" y="7686408"/>
            <a:ext cx="5439004" cy="665410"/>
          </a:xfrm>
          <a:prstGeom prst="rect">
            <a:avLst/>
          </a:prstGeom>
        </p:spPr>
        <p:txBody>
          <a:bodyPr lIns="0" tIns="0" rIns="0" bIns="0" rtlCol="0" anchor="t">
            <a:spAutoFit/>
          </a:bodyPr>
          <a:lstStyle/>
          <a:p>
            <a:pPr algn="ctr">
              <a:lnSpc>
                <a:spcPts val="5319"/>
              </a:lnSpc>
            </a:pPr>
            <a:r>
              <a:rPr lang="en-US" sz="4091">
                <a:solidFill>
                  <a:srgbClr val="3F4060"/>
                </a:solidFill>
                <a:latin typeface="Finesse"/>
                <a:ea typeface="Finesse"/>
                <a:cs typeface="Finesse"/>
                <a:sym typeface="Finesse"/>
              </a:rPr>
              <a:t>Thực hiện bởi: Tổ 3</a:t>
            </a:r>
          </a:p>
        </p:txBody>
      </p:sp>
      <p:sp>
        <p:nvSpPr>
          <p:cNvPr id="21" name="TextBox 21"/>
          <p:cNvSpPr txBox="1"/>
          <p:nvPr/>
        </p:nvSpPr>
        <p:spPr>
          <a:xfrm>
            <a:off x="2996631" y="1260235"/>
            <a:ext cx="12904407" cy="1772665"/>
          </a:xfrm>
          <a:prstGeom prst="rect">
            <a:avLst/>
          </a:prstGeom>
        </p:spPr>
        <p:txBody>
          <a:bodyPr lIns="0" tIns="0" rIns="0" bIns="0" rtlCol="0" anchor="t">
            <a:spAutoFit/>
          </a:bodyPr>
          <a:lstStyle/>
          <a:p>
            <a:pPr algn="ctr">
              <a:lnSpc>
                <a:spcPts val="15449"/>
              </a:lnSpc>
              <a:spcBef>
                <a:spcPct val="0"/>
              </a:spcBef>
            </a:pPr>
            <a:r>
              <a:rPr lang="en-US" sz="11035">
                <a:solidFill>
                  <a:srgbClr val="3F4060"/>
                </a:solidFill>
                <a:latin typeface="Bahnschrift SemiBold Condensed" panose="020B0502040204020203" pitchFamily="34" charset="0"/>
                <a:ea typeface="Boldfat Mighty"/>
                <a:cs typeface="Boldfat Mighty"/>
                <a:sym typeface="Boldfat Mighty"/>
              </a:rPr>
              <a:t>NĂNG LƯỢNG TÁI TẠO </a:t>
            </a:r>
          </a:p>
        </p:txBody>
      </p:sp>
      <p:sp>
        <p:nvSpPr>
          <p:cNvPr id="22" name="TextBox 22"/>
          <p:cNvSpPr txBox="1"/>
          <p:nvPr/>
        </p:nvSpPr>
        <p:spPr>
          <a:xfrm>
            <a:off x="7644130" y="2972931"/>
            <a:ext cx="2999741" cy="983771"/>
          </a:xfrm>
          <a:prstGeom prst="rect">
            <a:avLst/>
          </a:prstGeom>
        </p:spPr>
        <p:txBody>
          <a:bodyPr lIns="0" tIns="0" rIns="0" bIns="0" rtlCol="0" anchor="t">
            <a:spAutoFit/>
          </a:bodyPr>
          <a:lstStyle/>
          <a:p>
            <a:pPr algn="ctr">
              <a:lnSpc>
                <a:spcPts val="8090"/>
              </a:lnSpc>
              <a:spcBef>
                <a:spcPct val="0"/>
              </a:spcBef>
            </a:pPr>
            <a:r>
              <a:rPr lang="en-US" sz="5779" b="1">
                <a:solidFill>
                  <a:srgbClr val="3F4060"/>
                </a:solidFill>
                <a:latin typeface="Quicksand Semi-Bold"/>
                <a:ea typeface="Quicksand Semi-Bold"/>
                <a:cs typeface="Quicksand Semi-Bold"/>
                <a:sym typeface="Quicksand Semi-Bold"/>
              </a:rPr>
              <a:t>-tại tỉnh-</a:t>
            </a:r>
          </a:p>
        </p:txBody>
      </p:sp>
      <p:sp>
        <p:nvSpPr>
          <p:cNvPr id="23" name="TextBox 23"/>
          <p:cNvSpPr txBox="1"/>
          <p:nvPr/>
        </p:nvSpPr>
        <p:spPr>
          <a:xfrm>
            <a:off x="2010300" y="3632852"/>
            <a:ext cx="14267400" cy="3356615"/>
          </a:xfrm>
          <a:prstGeom prst="rect">
            <a:avLst/>
          </a:prstGeom>
        </p:spPr>
        <p:txBody>
          <a:bodyPr lIns="0" tIns="0" rIns="0" bIns="0" rtlCol="0" anchor="t">
            <a:spAutoFit/>
          </a:bodyPr>
          <a:lstStyle/>
          <a:p>
            <a:pPr algn="ctr">
              <a:lnSpc>
                <a:spcPts val="27101"/>
              </a:lnSpc>
              <a:spcBef>
                <a:spcPct val="0"/>
              </a:spcBef>
            </a:pPr>
            <a:r>
              <a:rPr lang="en-US" sz="19358">
                <a:solidFill>
                  <a:srgbClr val="3F4060"/>
                </a:solidFill>
                <a:latin typeface="Dingos Stamp"/>
                <a:ea typeface="Dingos Stamp"/>
                <a:cs typeface="Dingos Stamp"/>
                <a:sym typeface="Dingos Stamp"/>
              </a:rPr>
              <a:t>GIA LAI</a:t>
            </a:r>
          </a:p>
        </p:txBody>
      </p:sp>
      <p:sp>
        <p:nvSpPr>
          <p:cNvPr id="24" name="Freeform 14">
            <a:extLst>
              <a:ext uri="{FF2B5EF4-FFF2-40B4-BE49-F238E27FC236}">
                <a16:creationId xmlns:a16="http://schemas.microsoft.com/office/drawing/2014/main" id="{2F4EA053-9D98-30C0-3D3F-DA9AA72510D8}"/>
              </a:ext>
            </a:extLst>
          </p:cNvPr>
          <p:cNvSpPr/>
          <p:nvPr/>
        </p:nvSpPr>
        <p:spPr>
          <a:xfrm>
            <a:off x="18572057" y="1624056"/>
            <a:ext cx="4814152" cy="12837739"/>
          </a:xfrm>
          <a:custGeom>
            <a:avLst/>
            <a:gdLst/>
            <a:ahLst/>
            <a:cxnLst/>
            <a:rect l="l" t="t" r="r" b="b"/>
            <a:pathLst>
              <a:path w="4814152" h="12837739">
                <a:moveTo>
                  <a:pt x="0" y="0"/>
                </a:moveTo>
                <a:lnTo>
                  <a:pt x="4814152" y="0"/>
                </a:lnTo>
                <a:lnTo>
                  <a:pt x="4814152" y="12837738"/>
                </a:lnTo>
                <a:lnTo>
                  <a:pt x="0" y="12837738"/>
                </a:lnTo>
                <a:lnTo>
                  <a:pt x="0" y="0"/>
                </a:lnTo>
                <a:close/>
              </a:path>
            </a:pathLst>
          </a:custGeom>
          <a:blipFill>
            <a:blip r:embed="rId9"/>
            <a:stretch>
              <a:fillRect/>
            </a:stretch>
          </a:blipFill>
        </p:spPr>
        <p:txBody>
          <a:bodyPr/>
          <a:lstStyle/>
          <a:p>
            <a:endParaRPr lang="en-US"/>
          </a:p>
        </p:txBody>
      </p:sp>
      <p:sp>
        <p:nvSpPr>
          <p:cNvPr id="27" name="Freeform 7">
            <a:extLst>
              <a:ext uri="{FF2B5EF4-FFF2-40B4-BE49-F238E27FC236}">
                <a16:creationId xmlns:a16="http://schemas.microsoft.com/office/drawing/2014/main" id="{16888470-8B6A-C349-F7C0-9F39E9B57D75}"/>
              </a:ext>
            </a:extLst>
          </p:cNvPr>
          <p:cNvSpPr/>
          <p:nvPr/>
        </p:nvSpPr>
        <p:spPr>
          <a:xfrm flipH="1">
            <a:off x="18586970" y="656691"/>
            <a:ext cx="4031798" cy="7042441"/>
          </a:xfrm>
          <a:custGeom>
            <a:avLst/>
            <a:gdLst/>
            <a:ahLst/>
            <a:cxnLst/>
            <a:rect l="l" t="t" r="r" b="b"/>
            <a:pathLst>
              <a:path w="4031798" h="7042441">
                <a:moveTo>
                  <a:pt x="4031798" y="0"/>
                </a:moveTo>
                <a:lnTo>
                  <a:pt x="0" y="0"/>
                </a:lnTo>
                <a:lnTo>
                  <a:pt x="0" y="7042441"/>
                </a:lnTo>
                <a:lnTo>
                  <a:pt x="4031798" y="7042441"/>
                </a:lnTo>
                <a:lnTo>
                  <a:pt x="4031798" y="0"/>
                </a:lnTo>
                <a:close/>
              </a:path>
            </a:pathLst>
          </a:custGeom>
          <a:blipFill>
            <a:blip r:embed="rId5"/>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Group 22">
            <a:extLst>
              <a:ext uri="{FF2B5EF4-FFF2-40B4-BE49-F238E27FC236}">
                <a16:creationId xmlns:a16="http://schemas.microsoft.com/office/drawing/2014/main" id="{730F0645-C13F-3084-349B-9934A12CAD37}"/>
              </a:ext>
            </a:extLst>
          </p:cNvPr>
          <p:cNvGrpSpPr/>
          <p:nvPr/>
        </p:nvGrpSpPr>
        <p:grpSpPr>
          <a:xfrm>
            <a:off x="-8161541" y="2967204"/>
            <a:ext cx="7452265" cy="6434745"/>
            <a:chOff x="0" y="0"/>
            <a:chExt cx="1962737" cy="1694748"/>
          </a:xfrm>
        </p:grpSpPr>
        <p:sp>
          <p:nvSpPr>
            <p:cNvPr id="57" name="Freeform 23">
              <a:extLst>
                <a:ext uri="{FF2B5EF4-FFF2-40B4-BE49-F238E27FC236}">
                  <a16:creationId xmlns:a16="http://schemas.microsoft.com/office/drawing/2014/main" id="{2ABDC467-231F-C206-0D6E-DA7A9817C94E}"/>
                </a:ext>
              </a:extLst>
            </p:cNvPr>
            <p:cNvSpPr/>
            <p:nvPr/>
          </p:nvSpPr>
          <p:spPr>
            <a:xfrm>
              <a:off x="0" y="0"/>
              <a:ext cx="1962737" cy="1694748"/>
            </a:xfrm>
            <a:custGeom>
              <a:avLst/>
              <a:gdLst/>
              <a:ahLst/>
              <a:cxnLst/>
              <a:rect l="l" t="t" r="r" b="b"/>
              <a:pathLst>
                <a:path w="1962737" h="1694748">
                  <a:moveTo>
                    <a:pt x="51943" y="0"/>
                  </a:moveTo>
                  <a:lnTo>
                    <a:pt x="1910793" y="0"/>
                  </a:lnTo>
                  <a:cubicBezTo>
                    <a:pt x="1939481" y="0"/>
                    <a:pt x="1962737" y="23256"/>
                    <a:pt x="1962737" y="51943"/>
                  </a:cubicBezTo>
                  <a:lnTo>
                    <a:pt x="1962737" y="1642804"/>
                  </a:lnTo>
                  <a:cubicBezTo>
                    <a:pt x="1962737" y="1656580"/>
                    <a:pt x="1957264" y="1669792"/>
                    <a:pt x="1947523" y="1679534"/>
                  </a:cubicBezTo>
                  <a:cubicBezTo>
                    <a:pt x="1937782" y="1689275"/>
                    <a:pt x="1924569" y="1694748"/>
                    <a:pt x="1910793" y="1694748"/>
                  </a:cubicBezTo>
                  <a:lnTo>
                    <a:pt x="51943" y="1694748"/>
                  </a:lnTo>
                  <a:cubicBezTo>
                    <a:pt x="23256" y="1694748"/>
                    <a:pt x="0" y="1671492"/>
                    <a:pt x="0" y="1642804"/>
                  </a:cubicBezTo>
                  <a:lnTo>
                    <a:pt x="0" y="51943"/>
                  </a:lnTo>
                  <a:cubicBezTo>
                    <a:pt x="0" y="38167"/>
                    <a:pt x="5473" y="24955"/>
                    <a:pt x="15214" y="15214"/>
                  </a:cubicBezTo>
                  <a:cubicBezTo>
                    <a:pt x="24955" y="5473"/>
                    <a:pt x="38167" y="0"/>
                    <a:pt x="51943" y="0"/>
                  </a:cubicBezTo>
                  <a:close/>
                </a:path>
              </a:pathLst>
            </a:custGeom>
            <a:gradFill rotWithShape="1">
              <a:gsLst>
                <a:gs pos="0">
                  <a:srgbClr val="FFFCFC">
                    <a:alpha val="69000"/>
                  </a:srgbClr>
                </a:gs>
                <a:gs pos="100000">
                  <a:srgbClr val="FFFFFF">
                    <a:alpha val="40000"/>
                  </a:srgbClr>
                </a:gs>
              </a:gsLst>
              <a:lin ang="0"/>
            </a:gradFill>
          </p:spPr>
        </p:sp>
        <p:sp>
          <p:nvSpPr>
            <p:cNvPr id="58" name="TextBox 24">
              <a:extLst>
                <a:ext uri="{FF2B5EF4-FFF2-40B4-BE49-F238E27FC236}">
                  <a16:creationId xmlns:a16="http://schemas.microsoft.com/office/drawing/2014/main" id="{F2110B1B-181F-6E09-51BB-655DD2997DFE}"/>
                </a:ext>
              </a:extLst>
            </p:cNvPr>
            <p:cNvSpPr txBox="1"/>
            <p:nvPr/>
          </p:nvSpPr>
          <p:spPr>
            <a:xfrm>
              <a:off x="0" y="-38100"/>
              <a:ext cx="1962737" cy="1732848"/>
            </a:xfrm>
            <a:prstGeom prst="rect">
              <a:avLst/>
            </a:prstGeom>
          </p:spPr>
          <p:txBody>
            <a:bodyPr lIns="50800" tIns="50800" rIns="50800" bIns="50800" rtlCol="0" anchor="ctr"/>
            <a:lstStyle/>
            <a:p>
              <a:pPr algn="ctr">
                <a:lnSpc>
                  <a:spcPts val="3360"/>
                </a:lnSpc>
              </a:pPr>
              <a:endParaRPr/>
            </a:p>
          </p:txBody>
        </p:sp>
      </p:grpSp>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7439" b="-77439"/>
            </a:stretch>
          </a:blipFill>
        </p:spPr>
      </p:sp>
      <p:sp>
        <p:nvSpPr>
          <p:cNvPr id="3" name="Freeform 3"/>
          <p:cNvSpPr/>
          <p:nvPr/>
        </p:nvSpPr>
        <p:spPr>
          <a:xfrm>
            <a:off x="-2607349" y="5333015"/>
            <a:ext cx="25363254" cy="7271890"/>
          </a:xfrm>
          <a:custGeom>
            <a:avLst/>
            <a:gdLst/>
            <a:ahLst/>
            <a:cxnLst/>
            <a:rect l="l" t="t" r="r" b="b"/>
            <a:pathLst>
              <a:path w="25363254" h="7271890">
                <a:moveTo>
                  <a:pt x="0" y="0"/>
                </a:moveTo>
                <a:lnTo>
                  <a:pt x="25363254" y="0"/>
                </a:lnTo>
                <a:lnTo>
                  <a:pt x="25363254" y="7271890"/>
                </a:lnTo>
                <a:lnTo>
                  <a:pt x="0" y="7271890"/>
                </a:lnTo>
                <a:lnTo>
                  <a:pt x="0" y="0"/>
                </a:lnTo>
                <a:close/>
              </a:path>
            </a:pathLst>
          </a:custGeom>
          <a:blipFill>
            <a:blip>
              <a:extLst>
                <a:ext uri="{96DAC541-7B7A-43D3-8B79-37D633B846F1}">
                  <asvg:svgBlip xmlns:asvg="http://schemas.microsoft.com/office/drawing/2016/SVG/main" r:embed="rId3"/>
                </a:ext>
              </a:extLst>
            </a:blip>
            <a:stretch>
              <a:fillRect t="-71998"/>
            </a:stretch>
          </a:blipFill>
        </p:spPr>
      </p:sp>
      <p:sp>
        <p:nvSpPr>
          <p:cNvPr id="4" name="Freeform 4"/>
          <p:cNvSpPr/>
          <p:nvPr/>
        </p:nvSpPr>
        <p:spPr>
          <a:xfrm>
            <a:off x="1136811" y="500755"/>
            <a:ext cx="9031048" cy="5034810"/>
          </a:xfrm>
          <a:custGeom>
            <a:avLst/>
            <a:gdLst/>
            <a:ahLst/>
            <a:cxnLst/>
            <a:rect l="l" t="t" r="r" b="b"/>
            <a:pathLst>
              <a:path w="9031048" h="5034810">
                <a:moveTo>
                  <a:pt x="0" y="0"/>
                </a:moveTo>
                <a:lnTo>
                  <a:pt x="9031049" y="0"/>
                </a:lnTo>
                <a:lnTo>
                  <a:pt x="9031049" y="5034810"/>
                </a:lnTo>
                <a:lnTo>
                  <a:pt x="0" y="5034810"/>
                </a:lnTo>
                <a:lnTo>
                  <a:pt x="0" y="0"/>
                </a:lnTo>
                <a:close/>
              </a:path>
            </a:pathLst>
          </a:custGeom>
          <a:blipFill>
            <a:blip r:embed="rId4"/>
            <a:stretch>
              <a:fillRect/>
            </a:stretch>
          </a:blipFill>
        </p:spPr>
      </p:sp>
      <p:sp>
        <p:nvSpPr>
          <p:cNvPr id="5" name="Freeform 5"/>
          <p:cNvSpPr/>
          <p:nvPr/>
        </p:nvSpPr>
        <p:spPr>
          <a:xfrm>
            <a:off x="10505882" y="-1860714"/>
            <a:ext cx="9031048" cy="5034810"/>
          </a:xfrm>
          <a:custGeom>
            <a:avLst/>
            <a:gdLst/>
            <a:ahLst/>
            <a:cxnLst/>
            <a:rect l="l" t="t" r="r" b="b"/>
            <a:pathLst>
              <a:path w="9031048" h="5034810">
                <a:moveTo>
                  <a:pt x="0" y="0"/>
                </a:moveTo>
                <a:lnTo>
                  <a:pt x="9031048" y="0"/>
                </a:lnTo>
                <a:lnTo>
                  <a:pt x="9031048" y="5034809"/>
                </a:lnTo>
                <a:lnTo>
                  <a:pt x="0" y="5034809"/>
                </a:lnTo>
                <a:lnTo>
                  <a:pt x="0" y="0"/>
                </a:lnTo>
                <a:close/>
              </a:path>
            </a:pathLst>
          </a:custGeom>
          <a:blipFill>
            <a:blip r:embed="rId4"/>
            <a:stretch>
              <a:fillRect/>
            </a:stretch>
          </a:blipFill>
        </p:spPr>
      </p:sp>
      <p:sp>
        <p:nvSpPr>
          <p:cNvPr id="6" name="Freeform 6"/>
          <p:cNvSpPr/>
          <p:nvPr/>
        </p:nvSpPr>
        <p:spPr>
          <a:xfrm>
            <a:off x="1576188" y="-123985"/>
            <a:ext cx="4478734" cy="7823117"/>
          </a:xfrm>
          <a:custGeom>
            <a:avLst/>
            <a:gdLst/>
            <a:ahLst/>
            <a:cxnLst/>
            <a:rect l="l" t="t" r="r" b="b"/>
            <a:pathLst>
              <a:path w="4478734" h="7823117">
                <a:moveTo>
                  <a:pt x="0" y="0"/>
                </a:moveTo>
                <a:lnTo>
                  <a:pt x="4478735" y="0"/>
                </a:lnTo>
                <a:lnTo>
                  <a:pt x="4478735" y="7823117"/>
                </a:lnTo>
                <a:lnTo>
                  <a:pt x="0" y="7823117"/>
                </a:lnTo>
                <a:lnTo>
                  <a:pt x="0" y="0"/>
                </a:lnTo>
                <a:close/>
              </a:path>
            </a:pathLst>
          </a:custGeom>
          <a:blipFill>
            <a:blip r:embed="rId5"/>
            <a:stretch>
              <a:fillRect/>
            </a:stretch>
          </a:blipFill>
        </p:spPr>
      </p:sp>
      <p:sp>
        <p:nvSpPr>
          <p:cNvPr id="7" name="Freeform 7"/>
          <p:cNvSpPr/>
          <p:nvPr/>
        </p:nvSpPr>
        <p:spPr>
          <a:xfrm flipH="1">
            <a:off x="12351819" y="656691"/>
            <a:ext cx="4031798" cy="7042441"/>
          </a:xfrm>
          <a:custGeom>
            <a:avLst/>
            <a:gdLst/>
            <a:ahLst/>
            <a:cxnLst/>
            <a:rect l="l" t="t" r="r" b="b"/>
            <a:pathLst>
              <a:path w="4031798" h="7042441">
                <a:moveTo>
                  <a:pt x="4031798" y="0"/>
                </a:moveTo>
                <a:lnTo>
                  <a:pt x="0" y="0"/>
                </a:lnTo>
                <a:lnTo>
                  <a:pt x="0" y="7042441"/>
                </a:lnTo>
                <a:lnTo>
                  <a:pt x="4031798" y="7042441"/>
                </a:lnTo>
                <a:lnTo>
                  <a:pt x="4031798" y="0"/>
                </a:lnTo>
                <a:close/>
              </a:path>
            </a:pathLst>
          </a:custGeom>
          <a:blipFill>
            <a:blip r:embed="rId5"/>
            <a:stretch>
              <a:fillRect/>
            </a:stretch>
          </a:blipFill>
        </p:spPr>
      </p:sp>
      <p:grpSp>
        <p:nvGrpSpPr>
          <p:cNvPr id="8" name="Group 8"/>
          <p:cNvGrpSpPr/>
          <p:nvPr/>
        </p:nvGrpSpPr>
        <p:grpSpPr>
          <a:xfrm>
            <a:off x="4377583" y="-447627"/>
            <a:ext cx="9532834" cy="11250909"/>
            <a:chOff x="0" y="0"/>
            <a:chExt cx="852315" cy="1005926"/>
          </a:xfrm>
        </p:grpSpPr>
        <p:sp>
          <p:nvSpPr>
            <p:cNvPr id="9" name="Freeform 9"/>
            <p:cNvSpPr/>
            <p:nvPr/>
          </p:nvSpPr>
          <p:spPr>
            <a:xfrm>
              <a:off x="0" y="0"/>
              <a:ext cx="852315" cy="1005926"/>
            </a:xfrm>
            <a:custGeom>
              <a:avLst/>
              <a:gdLst/>
              <a:ahLst/>
              <a:cxnLst/>
              <a:rect l="l" t="t" r="r" b="b"/>
              <a:pathLst>
                <a:path w="852315" h="1005926">
                  <a:moveTo>
                    <a:pt x="15862" y="0"/>
                  </a:moveTo>
                  <a:lnTo>
                    <a:pt x="836453" y="0"/>
                  </a:lnTo>
                  <a:cubicBezTo>
                    <a:pt x="840660" y="0"/>
                    <a:pt x="844695" y="1671"/>
                    <a:pt x="847670" y="4646"/>
                  </a:cubicBezTo>
                  <a:cubicBezTo>
                    <a:pt x="850644" y="7621"/>
                    <a:pt x="852315" y="11655"/>
                    <a:pt x="852315" y="15862"/>
                  </a:cubicBezTo>
                  <a:lnTo>
                    <a:pt x="852315" y="990064"/>
                  </a:lnTo>
                  <a:cubicBezTo>
                    <a:pt x="852315" y="998824"/>
                    <a:pt x="845214" y="1005926"/>
                    <a:pt x="836453" y="1005926"/>
                  </a:cubicBezTo>
                  <a:lnTo>
                    <a:pt x="15862" y="1005926"/>
                  </a:lnTo>
                  <a:cubicBezTo>
                    <a:pt x="11655" y="1005926"/>
                    <a:pt x="7621" y="1004255"/>
                    <a:pt x="4646" y="1001280"/>
                  </a:cubicBezTo>
                  <a:cubicBezTo>
                    <a:pt x="1671" y="998305"/>
                    <a:pt x="0" y="994271"/>
                    <a:pt x="0" y="990064"/>
                  </a:cubicBezTo>
                  <a:lnTo>
                    <a:pt x="0" y="15862"/>
                  </a:lnTo>
                  <a:cubicBezTo>
                    <a:pt x="0" y="7102"/>
                    <a:pt x="7102" y="0"/>
                    <a:pt x="15862" y="0"/>
                  </a:cubicBezTo>
                  <a:close/>
                </a:path>
              </a:pathLst>
            </a:custGeom>
            <a:gradFill rotWithShape="1">
              <a:gsLst>
                <a:gs pos="0">
                  <a:srgbClr val="FFFCFC">
                    <a:alpha val="69000"/>
                  </a:srgbClr>
                </a:gs>
                <a:gs pos="100000">
                  <a:srgbClr val="FFFFFF">
                    <a:alpha val="40000"/>
                  </a:srgbClr>
                </a:gs>
              </a:gsLst>
              <a:lin ang="0"/>
            </a:gradFill>
          </p:spPr>
        </p:sp>
        <p:sp>
          <p:nvSpPr>
            <p:cNvPr id="10" name="TextBox 10"/>
            <p:cNvSpPr txBox="1"/>
            <p:nvPr/>
          </p:nvSpPr>
          <p:spPr>
            <a:xfrm>
              <a:off x="0" y="-38100"/>
              <a:ext cx="852315" cy="1044026"/>
            </a:xfrm>
            <a:prstGeom prst="rect">
              <a:avLst/>
            </a:prstGeom>
          </p:spPr>
          <p:txBody>
            <a:bodyPr lIns="50800" tIns="50800" rIns="50800" bIns="50800" rtlCol="0" anchor="ctr"/>
            <a:lstStyle/>
            <a:p>
              <a:pPr algn="ctr">
                <a:lnSpc>
                  <a:spcPts val="3360"/>
                </a:lnSpc>
              </a:pPr>
              <a:endParaRPr/>
            </a:p>
          </p:txBody>
        </p:sp>
      </p:grpSp>
      <p:grpSp>
        <p:nvGrpSpPr>
          <p:cNvPr id="11" name="Group 11"/>
          <p:cNvGrpSpPr/>
          <p:nvPr/>
        </p:nvGrpSpPr>
        <p:grpSpPr>
          <a:xfrm rot="-10800000">
            <a:off x="4583367" y="-447627"/>
            <a:ext cx="9153945" cy="11250909"/>
            <a:chOff x="0" y="0"/>
            <a:chExt cx="1293827" cy="1590214"/>
          </a:xfrm>
        </p:grpSpPr>
        <p:sp>
          <p:nvSpPr>
            <p:cNvPr id="12" name="Freeform 12"/>
            <p:cNvSpPr/>
            <p:nvPr/>
          </p:nvSpPr>
          <p:spPr>
            <a:xfrm>
              <a:off x="0" y="0"/>
              <a:ext cx="1293827" cy="1590214"/>
            </a:xfrm>
            <a:custGeom>
              <a:avLst/>
              <a:gdLst/>
              <a:ahLst/>
              <a:cxnLst/>
              <a:rect l="l" t="t" r="r" b="b"/>
              <a:pathLst>
                <a:path w="1293827" h="1590214">
                  <a:moveTo>
                    <a:pt x="16518" y="0"/>
                  </a:moveTo>
                  <a:lnTo>
                    <a:pt x="1277309" y="0"/>
                  </a:lnTo>
                  <a:cubicBezTo>
                    <a:pt x="1281690" y="0"/>
                    <a:pt x="1285891" y="1740"/>
                    <a:pt x="1288989" y="4838"/>
                  </a:cubicBezTo>
                  <a:cubicBezTo>
                    <a:pt x="1292087" y="7936"/>
                    <a:pt x="1293827" y="12138"/>
                    <a:pt x="1293827" y="16518"/>
                  </a:cubicBezTo>
                  <a:lnTo>
                    <a:pt x="1293827" y="1573696"/>
                  </a:lnTo>
                  <a:cubicBezTo>
                    <a:pt x="1293827" y="1582819"/>
                    <a:pt x="1286432" y="1590214"/>
                    <a:pt x="1277309" y="1590214"/>
                  </a:cubicBezTo>
                  <a:lnTo>
                    <a:pt x="16518" y="1590214"/>
                  </a:lnTo>
                  <a:cubicBezTo>
                    <a:pt x="7396" y="1590214"/>
                    <a:pt x="0" y="1582819"/>
                    <a:pt x="0" y="1573696"/>
                  </a:cubicBezTo>
                  <a:lnTo>
                    <a:pt x="0" y="16518"/>
                  </a:lnTo>
                  <a:cubicBezTo>
                    <a:pt x="0" y="7396"/>
                    <a:pt x="7396" y="0"/>
                    <a:pt x="16518" y="0"/>
                  </a:cubicBezTo>
                  <a:close/>
                </a:path>
              </a:pathLst>
            </a:custGeom>
            <a:gradFill rotWithShape="1">
              <a:gsLst>
                <a:gs pos="0">
                  <a:srgbClr val="FFFCFC">
                    <a:alpha val="100000"/>
                  </a:srgbClr>
                </a:gs>
                <a:gs pos="100000">
                  <a:srgbClr val="FFFFFF">
                    <a:alpha val="40000"/>
                  </a:srgbClr>
                </a:gs>
              </a:gsLst>
              <a:lin ang="0"/>
            </a:gradFill>
          </p:spPr>
        </p:sp>
        <p:sp>
          <p:nvSpPr>
            <p:cNvPr id="13" name="TextBox 13"/>
            <p:cNvSpPr txBox="1"/>
            <p:nvPr/>
          </p:nvSpPr>
          <p:spPr>
            <a:xfrm>
              <a:off x="0" y="-38100"/>
              <a:ext cx="1293827" cy="1628314"/>
            </a:xfrm>
            <a:prstGeom prst="rect">
              <a:avLst/>
            </a:prstGeom>
          </p:spPr>
          <p:txBody>
            <a:bodyPr lIns="50800" tIns="50800" rIns="50800" bIns="50800" rtlCol="0" anchor="ctr"/>
            <a:lstStyle/>
            <a:p>
              <a:pPr algn="ctr">
                <a:lnSpc>
                  <a:spcPts val="3360"/>
                </a:lnSpc>
              </a:pPr>
              <a:endParaRPr/>
            </a:p>
          </p:txBody>
        </p:sp>
      </p:grpSp>
      <p:sp>
        <p:nvSpPr>
          <p:cNvPr id="14" name="Freeform 14"/>
          <p:cNvSpPr/>
          <p:nvPr/>
        </p:nvSpPr>
        <p:spPr>
          <a:xfrm>
            <a:off x="13473848" y="1630753"/>
            <a:ext cx="4814152" cy="12837739"/>
          </a:xfrm>
          <a:custGeom>
            <a:avLst/>
            <a:gdLst/>
            <a:ahLst/>
            <a:cxnLst/>
            <a:rect l="l" t="t" r="r" b="b"/>
            <a:pathLst>
              <a:path w="4814152" h="12837739">
                <a:moveTo>
                  <a:pt x="0" y="0"/>
                </a:moveTo>
                <a:lnTo>
                  <a:pt x="4814152" y="0"/>
                </a:lnTo>
                <a:lnTo>
                  <a:pt x="4814152" y="12837738"/>
                </a:lnTo>
                <a:lnTo>
                  <a:pt x="0" y="12837738"/>
                </a:lnTo>
                <a:lnTo>
                  <a:pt x="0" y="0"/>
                </a:lnTo>
                <a:close/>
              </a:path>
            </a:pathLst>
          </a:custGeom>
          <a:blipFill>
            <a:blip r:embed="rId6"/>
            <a:stretch>
              <a:fillRect/>
            </a:stretch>
          </a:blipFill>
        </p:spPr>
      </p:sp>
      <p:sp>
        <p:nvSpPr>
          <p:cNvPr id="15" name="Freeform 15"/>
          <p:cNvSpPr/>
          <p:nvPr/>
        </p:nvSpPr>
        <p:spPr>
          <a:xfrm>
            <a:off x="-1316779" y="1630753"/>
            <a:ext cx="6771162" cy="14143420"/>
          </a:xfrm>
          <a:custGeom>
            <a:avLst/>
            <a:gdLst/>
            <a:ahLst/>
            <a:cxnLst/>
            <a:rect l="l" t="t" r="r" b="b"/>
            <a:pathLst>
              <a:path w="6771162" h="14143420">
                <a:moveTo>
                  <a:pt x="0" y="0"/>
                </a:moveTo>
                <a:lnTo>
                  <a:pt x="6771163" y="0"/>
                </a:lnTo>
                <a:lnTo>
                  <a:pt x="6771163" y="14143420"/>
                </a:lnTo>
                <a:lnTo>
                  <a:pt x="0" y="14143420"/>
                </a:lnTo>
                <a:lnTo>
                  <a:pt x="0" y="0"/>
                </a:lnTo>
                <a:close/>
              </a:path>
            </a:pathLst>
          </a:custGeom>
          <a:blipFill>
            <a:blip r:embed="rId7"/>
            <a:stretch>
              <a:fillRect/>
            </a:stretch>
          </a:blipFill>
        </p:spPr>
      </p:sp>
      <p:sp>
        <p:nvSpPr>
          <p:cNvPr id="16" name="Freeform 16"/>
          <p:cNvSpPr/>
          <p:nvPr/>
        </p:nvSpPr>
        <p:spPr>
          <a:xfrm>
            <a:off x="10245430" y="8049622"/>
            <a:ext cx="7196851" cy="2873910"/>
          </a:xfrm>
          <a:custGeom>
            <a:avLst/>
            <a:gdLst/>
            <a:ahLst/>
            <a:cxnLst/>
            <a:rect l="l" t="t" r="r" b="b"/>
            <a:pathLst>
              <a:path w="7196851" h="2873910">
                <a:moveTo>
                  <a:pt x="0" y="0"/>
                </a:moveTo>
                <a:lnTo>
                  <a:pt x="7196852" y="0"/>
                </a:lnTo>
                <a:lnTo>
                  <a:pt x="7196852" y="2873910"/>
                </a:lnTo>
                <a:lnTo>
                  <a:pt x="0" y="2873910"/>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7" name="Freeform 17"/>
          <p:cNvSpPr/>
          <p:nvPr/>
        </p:nvSpPr>
        <p:spPr>
          <a:xfrm flipH="1">
            <a:off x="1028700" y="7929371"/>
            <a:ext cx="7196851" cy="2873910"/>
          </a:xfrm>
          <a:custGeom>
            <a:avLst/>
            <a:gdLst/>
            <a:ahLst/>
            <a:cxnLst/>
            <a:rect l="l" t="t" r="r" b="b"/>
            <a:pathLst>
              <a:path w="7196851" h="2873910">
                <a:moveTo>
                  <a:pt x="7196851" y="0"/>
                </a:moveTo>
                <a:lnTo>
                  <a:pt x="0" y="0"/>
                </a:lnTo>
                <a:lnTo>
                  <a:pt x="0" y="2873911"/>
                </a:lnTo>
                <a:lnTo>
                  <a:pt x="7196851" y="2873911"/>
                </a:lnTo>
                <a:lnTo>
                  <a:pt x="7196851" y="0"/>
                </a:lnTo>
                <a:close/>
              </a:path>
            </a:pathLst>
          </a:custGeom>
          <a:blipFill>
            <a:blip>
              <a:extLst>
                <a:ext uri="{96DAC541-7B7A-43D3-8B79-37D633B846F1}">
                  <asvg:svgBlip xmlns:asvg="http://schemas.microsoft.com/office/drawing/2016/SVG/main" r:embed="rId8"/>
                </a:ext>
              </a:extLst>
            </a:blip>
            <a:stretch>
              <a:fillRect/>
            </a:stretch>
          </a:blipFill>
        </p:spPr>
      </p:sp>
      <p:sp>
        <p:nvSpPr>
          <p:cNvPr id="18" name="TextBox 18"/>
          <p:cNvSpPr txBox="1"/>
          <p:nvPr/>
        </p:nvSpPr>
        <p:spPr>
          <a:xfrm>
            <a:off x="4328651" y="849879"/>
            <a:ext cx="9663377" cy="1409348"/>
          </a:xfrm>
          <a:prstGeom prst="rect">
            <a:avLst/>
          </a:prstGeom>
        </p:spPr>
        <p:txBody>
          <a:bodyPr lIns="0" tIns="0" rIns="0" bIns="0" rtlCol="0" anchor="t">
            <a:spAutoFit/>
          </a:bodyPr>
          <a:lstStyle/>
          <a:p>
            <a:pPr algn="ctr">
              <a:lnSpc>
                <a:spcPts val="11569"/>
              </a:lnSpc>
              <a:spcBef>
                <a:spcPct val="0"/>
              </a:spcBef>
            </a:pPr>
            <a:r>
              <a:rPr lang="en-US" sz="8263">
                <a:solidFill>
                  <a:srgbClr val="3F4060"/>
                </a:solidFill>
                <a:latin typeface="Anton"/>
                <a:ea typeface="Anton"/>
                <a:cs typeface="Anton"/>
                <a:sym typeface="Anton"/>
              </a:rPr>
              <a:t>Giới thiệu thành viên</a:t>
            </a:r>
          </a:p>
        </p:txBody>
      </p:sp>
      <p:sp>
        <p:nvSpPr>
          <p:cNvPr id="19" name="TextBox 19"/>
          <p:cNvSpPr txBox="1"/>
          <p:nvPr/>
        </p:nvSpPr>
        <p:spPr>
          <a:xfrm>
            <a:off x="5171534" y="2423969"/>
            <a:ext cx="3580452" cy="5703793"/>
          </a:xfrm>
          <a:prstGeom prst="rect">
            <a:avLst/>
          </a:prstGeom>
        </p:spPr>
        <p:txBody>
          <a:bodyPr lIns="0" tIns="0" rIns="0" bIns="0" rtlCol="0" anchor="t">
            <a:spAutoFit/>
          </a:bodyPr>
          <a:lstStyle/>
          <a:p>
            <a:pPr algn="ctr">
              <a:lnSpc>
                <a:spcPts val="7522"/>
              </a:lnSpc>
            </a:pPr>
            <a:r>
              <a:rPr lang="en-US" sz="5373">
                <a:solidFill>
                  <a:srgbClr val="3F4060"/>
                </a:solidFill>
                <a:latin typeface="Finesse"/>
                <a:ea typeface="Finesse"/>
                <a:cs typeface="Finesse"/>
                <a:sym typeface="Finesse"/>
              </a:rPr>
              <a:t>Kim Ngân</a:t>
            </a:r>
          </a:p>
          <a:p>
            <a:pPr algn="ctr">
              <a:lnSpc>
                <a:spcPts val="7522"/>
              </a:lnSpc>
            </a:pPr>
            <a:r>
              <a:rPr lang="en-US" sz="5373">
                <a:solidFill>
                  <a:srgbClr val="3F4060"/>
                </a:solidFill>
                <a:latin typeface="Finesse"/>
                <a:ea typeface="Finesse"/>
                <a:cs typeface="Finesse"/>
                <a:sym typeface="Finesse"/>
              </a:rPr>
              <a:t>Minh Anh</a:t>
            </a:r>
          </a:p>
          <a:p>
            <a:pPr algn="ctr">
              <a:lnSpc>
                <a:spcPts val="7522"/>
              </a:lnSpc>
            </a:pPr>
            <a:r>
              <a:rPr lang="en-US" sz="5373">
                <a:solidFill>
                  <a:srgbClr val="3F4060"/>
                </a:solidFill>
                <a:latin typeface="Finesse"/>
                <a:ea typeface="Finesse"/>
                <a:cs typeface="Finesse"/>
                <a:sym typeface="Finesse"/>
              </a:rPr>
              <a:t>Bảo Khôi</a:t>
            </a:r>
          </a:p>
          <a:p>
            <a:pPr algn="ctr">
              <a:lnSpc>
                <a:spcPts val="7522"/>
              </a:lnSpc>
            </a:pPr>
            <a:r>
              <a:rPr lang="en-US" sz="5373">
                <a:solidFill>
                  <a:srgbClr val="3F4060"/>
                </a:solidFill>
                <a:latin typeface="Finesse"/>
                <a:ea typeface="Finesse"/>
                <a:cs typeface="Finesse"/>
                <a:sym typeface="Finesse"/>
              </a:rPr>
              <a:t>Diễm Quỳnh</a:t>
            </a:r>
          </a:p>
          <a:p>
            <a:pPr algn="ctr">
              <a:lnSpc>
                <a:spcPts val="7522"/>
              </a:lnSpc>
            </a:pPr>
            <a:r>
              <a:rPr lang="en-US" sz="5373">
                <a:solidFill>
                  <a:srgbClr val="3F4060"/>
                </a:solidFill>
                <a:latin typeface="Finesse"/>
                <a:ea typeface="Finesse"/>
                <a:cs typeface="Finesse"/>
                <a:sym typeface="Finesse"/>
              </a:rPr>
              <a:t>Thanh Vân</a:t>
            </a:r>
          </a:p>
          <a:p>
            <a:pPr algn="ctr">
              <a:lnSpc>
                <a:spcPts val="7522"/>
              </a:lnSpc>
              <a:spcBef>
                <a:spcPct val="0"/>
              </a:spcBef>
            </a:pPr>
            <a:r>
              <a:rPr lang="en-US" sz="5373">
                <a:solidFill>
                  <a:srgbClr val="3F4060"/>
                </a:solidFill>
                <a:latin typeface="Finesse"/>
                <a:ea typeface="Finesse"/>
                <a:cs typeface="Finesse"/>
                <a:sym typeface="Finesse"/>
              </a:rPr>
              <a:t>Phương Anh</a:t>
            </a:r>
          </a:p>
        </p:txBody>
      </p:sp>
      <p:sp>
        <p:nvSpPr>
          <p:cNvPr id="20" name="TextBox 20"/>
          <p:cNvSpPr txBox="1"/>
          <p:nvPr/>
        </p:nvSpPr>
        <p:spPr>
          <a:xfrm>
            <a:off x="9521438" y="2423969"/>
            <a:ext cx="3580452" cy="5703793"/>
          </a:xfrm>
          <a:prstGeom prst="rect">
            <a:avLst/>
          </a:prstGeom>
        </p:spPr>
        <p:txBody>
          <a:bodyPr lIns="0" tIns="0" rIns="0" bIns="0" rtlCol="0" anchor="t">
            <a:spAutoFit/>
          </a:bodyPr>
          <a:lstStyle/>
          <a:p>
            <a:pPr algn="ctr">
              <a:lnSpc>
                <a:spcPts val="7522"/>
              </a:lnSpc>
            </a:pPr>
            <a:r>
              <a:rPr lang="en-US" sz="5373">
                <a:solidFill>
                  <a:srgbClr val="3F4060"/>
                </a:solidFill>
                <a:latin typeface="Finesse"/>
                <a:ea typeface="Finesse"/>
                <a:cs typeface="Finesse"/>
                <a:sym typeface="Finesse"/>
              </a:rPr>
              <a:t>Hoàng Khang</a:t>
            </a:r>
          </a:p>
          <a:p>
            <a:pPr algn="ctr">
              <a:lnSpc>
                <a:spcPts val="7522"/>
              </a:lnSpc>
            </a:pPr>
            <a:r>
              <a:rPr lang="en-US" sz="5373">
                <a:solidFill>
                  <a:srgbClr val="3F4060"/>
                </a:solidFill>
                <a:latin typeface="Finesse"/>
                <a:ea typeface="Finesse"/>
                <a:cs typeface="Finesse"/>
                <a:sym typeface="Finesse"/>
              </a:rPr>
              <a:t>Hải Đăng</a:t>
            </a:r>
          </a:p>
          <a:p>
            <a:pPr algn="ctr">
              <a:lnSpc>
                <a:spcPts val="7522"/>
              </a:lnSpc>
            </a:pPr>
            <a:r>
              <a:rPr lang="en-US" sz="5373">
                <a:solidFill>
                  <a:srgbClr val="3F4060"/>
                </a:solidFill>
                <a:latin typeface="Finesse"/>
                <a:ea typeface="Finesse"/>
                <a:cs typeface="Finesse"/>
                <a:sym typeface="Finesse"/>
              </a:rPr>
              <a:t>Thiên Ân</a:t>
            </a:r>
          </a:p>
          <a:p>
            <a:pPr algn="ctr">
              <a:lnSpc>
                <a:spcPts val="7522"/>
              </a:lnSpc>
            </a:pPr>
            <a:r>
              <a:rPr lang="en-US" sz="5373">
                <a:solidFill>
                  <a:srgbClr val="3F4060"/>
                </a:solidFill>
                <a:latin typeface="Finesse"/>
                <a:ea typeface="Finesse"/>
                <a:cs typeface="Finesse"/>
                <a:sym typeface="Finesse"/>
              </a:rPr>
              <a:t>Như Bình</a:t>
            </a:r>
          </a:p>
          <a:p>
            <a:pPr algn="ctr">
              <a:lnSpc>
                <a:spcPts val="7522"/>
              </a:lnSpc>
            </a:pPr>
            <a:r>
              <a:rPr lang="en-US" sz="5373">
                <a:solidFill>
                  <a:srgbClr val="3F4060"/>
                </a:solidFill>
                <a:latin typeface="Finesse"/>
                <a:ea typeface="Finesse"/>
                <a:cs typeface="Finesse"/>
                <a:sym typeface="Finesse"/>
              </a:rPr>
              <a:t>Hoàng Anh</a:t>
            </a:r>
          </a:p>
          <a:p>
            <a:pPr algn="ctr">
              <a:lnSpc>
                <a:spcPts val="7522"/>
              </a:lnSpc>
              <a:spcBef>
                <a:spcPct val="0"/>
              </a:spcBef>
            </a:pPr>
            <a:r>
              <a:rPr lang="en-US" sz="5373">
                <a:solidFill>
                  <a:srgbClr val="3F4060"/>
                </a:solidFill>
                <a:latin typeface="Finesse"/>
                <a:ea typeface="Finesse"/>
                <a:cs typeface="Finesse"/>
                <a:sym typeface="Finesse"/>
              </a:rPr>
              <a:t>Gia Minh</a:t>
            </a:r>
          </a:p>
        </p:txBody>
      </p:sp>
      <p:sp>
        <p:nvSpPr>
          <p:cNvPr id="21" name="Freeform 6">
            <a:extLst>
              <a:ext uri="{FF2B5EF4-FFF2-40B4-BE49-F238E27FC236}">
                <a16:creationId xmlns:a16="http://schemas.microsoft.com/office/drawing/2014/main" id="{4A3C7B17-CAEA-7B4C-92A6-73216CFE08AB}"/>
              </a:ext>
            </a:extLst>
          </p:cNvPr>
          <p:cNvSpPr/>
          <p:nvPr/>
        </p:nvSpPr>
        <p:spPr>
          <a:xfrm>
            <a:off x="21317366" y="3271059"/>
            <a:ext cx="2631570" cy="4596630"/>
          </a:xfrm>
          <a:custGeom>
            <a:avLst/>
            <a:gdLst/>
            <a:ahLst/>
            <a:cxnLst/>
            <a:rect l="l" t="t" r="r" b="b"/>
            <a:pathLst>
              <a:path w="2631570" h="4596630">
                <a:moveTo>
                  <a:pt x="0" y="0"/>
                </a:moveTo>
                <a:lnTo>
                  <a:pt x="2631570" y="0"/>
                </a:lnTo>
                <a:lnTo>
                  <a:pt x="2631570" y="4596630"/>
                </a:lnTo>
                <a:lnTo>
                  <a:pt x="0" y="4596630"/>
                </a:lnTo>
                <a:lnTo>
                  <a:pt x="0" y="0"/>
                </a:lnTo>
                <a:close/>
              </a:path>
            </a:pathLst>
          </a:custGeom>
          <a:blipFill>
            <a:blip r:embed="rId5"/>
            <a:stretch>
              <a:fillRect/>
            </a:stretch>
          </a:blipFill>
        </p:spPr>
      </p:sp>
      <p:sp>
        <p:nvSpPr>
          <p:cNvPr id="22" name="Freeform 8">
            <a:extLst>
              <a:ext uri="{FF2B5EF4-FFF2-40B4-BE49-F238E27FC236}">
                <a16:creationId xmlns:a16="http://schemas.microsoft.com/office/drawing/2014/main" id="{AC55046B-A464-79ED-D207-627B2423975C}"/>
              </a:ext>
            </a:extLst>
          </p:cNvPr>
          <p:cNvSpPr/>
          <p:nvPr/>
        </p:nvSpPr>
        <p:spPr>
          <a:xfrm>
            <a:off x="18582223" y="1843095"/>
            <a:ext cx="4050928" cy="7075857"/>
          </a:xfrm>
          <a:custGeom>
            <a:avLst/>
            <a:gdLst/>
            <a:ahLst/>
            <a:cxnLst/>
            <a:rect l="l" t="t" r="r" b="b"/>
            <a:pathLst>
              <a:path w="4050928" h="7075857">
                <a:moveTo>
                  <a:pt x="0" y="0"/>
                </a:moveTo>
                <a:lnTo>
                  <a:pt x="4050928" y="0"/>
                </a:lnTo>
                <a:lnTo>
                  <a:pt x="4050928" y="7075858"/>
                </a:lnTo>
                <a:lnTo>
                  <a:pt x="0" y="7075858"/>
                </a:lnTo>
                <a:lnTo>
                  <a:pt x="0" y="0"/>
                </a:lnTo>
                <a:close/>
              </a:path>
            </a:pathLst>
          </a:custGeom>
          <a:blipFill>
            <a:blip r:embed="rId5"/>
            <a:stretch>
              <a:fillRect/>
            </a:stretch>
          </a:blipFill>
        </p:spPr>
      </p:sp>
      <p:sp>
        <p:nvSpPr>
          <p:cNvPr id="23" name="Freeform 9">
            <a:extLst>
              <a:ext uri="{FF2B5EF4-FFF2-40B4-BE49-F238E27FC236}">
                <a16:creationId xmlns:a16="http://schemas.microsoft.com/office/drawing/2014/main" id="{3EE8203E-D3AE-9240-C975-6AB5DD2BF21B}"/>
              </a:ext>
            </a:extLst>
          </p:cNvPr>
          <p:cNvSpPr/>
          <p:nvPr/>
        </p:nvSpPr>
        <p:spPr>
          <a:xfrm flipH="1">
            <a:off x="19822225" y="7678167"/>
            <a:ext cx="2537780" cy="2303035"/>
          </a:xfrm>
          <a:custGeom>
            <a:avLst/>
            <a:gdLst/>
            <a:ahLst/>
            <a:cxnLst/>
            <a:rect l="l" t="t" r="r" b="b"/>
            <a:pathLst>
              <a:path w="2537780" h="2303035">
                <a:moveTo>
                  <a:pt x="2537780" y="0"/>
                </a:moveTo>
                <a:lnTo>
                  <a:pt x="0" y="0"/>
                </a:lnTo>
                <a:lnTo>
                  <a:pt x="0" y="2303036"/>
                </a:lnTo>
                <a:lnTo>
                  <a:pt x="2537780" y="2303036"/>
                </a:lnTo>
                <a:lnTo>
                  <a:pt x="2537780" y="0"/>
                </a:lnTo>
                <a:close/>
              </a:path>
            </a:pathLst>
          </a:custGeom>
          <a:blipFill>
            <a:blip r:embed="rId9"/>
            <a:stretch>
              <a:fillRect/>
            </a:stretch>
          </a:blipFill>
        </p:spPr>
      </p:sp>
      <p:sp>
        <p:nvSpPr>
          <p:cNvPr id="24" name="Freeform 10">
            <a:extLst>
              <a:ext uri="{FF2B5EF4-FFF2-40B4-BE49-F238E27FC236}">
                <a16:creationId xmlns:a16="http://schemas.microsoft.com/office/drawing/2014/main" id="{12E115CA-05CD-AB0B-F7CE-5B534DE1127C}"/>
              </a:ext>
            </a:extLst>
          </p:cNvPr>
          <p:cNvSpPr/>
          <p:nvPr/>
        </p:nvSpPr>
        <p:spPr>
          <a:xfrm flipH="1">
            <a:off x="21577270" y="6511004"/>
            <a:ext cx="5110041" cy="4637362"/>
          </a:xfrm>
          <a:custGeom>
            <a:avLst/>
            <a:gdLst/>
            <a:ahLst/>
            <a:cxnLst/>
            <a:rect l="l" t="t" r="r" b="b"/>
            <a:pathLst>
              <a:path w="5110041" h="4637362">
                <a:moveTo>
                  <a:pt x="5110042" y="0"/>
                </a:moveTo>
                <a:lnTo>
                  <a:pt x="0" y="0"/>
                </a:lnTo>
                <a:lnTo>
                  <a:pt x="0" y="4637362"/>
                </a:lnTo>
                <a:lnTo>
                  <a:pt x="5110042" y="4637362"/>
                </a:lnTo>
                <a:lnTo>
                  <a:pt x="5110042" y="0"/>
                </a:lnTo>
                <a:close/>
              </a:path>
            </a:pathLst>
          </a:custGeom>
          <a:blipFill>
            <a:blip r:embed="rId9"/>
            <a:stretch>
              <a:fillRect/>
            </a:stretch>
          </a:blipFill>
        </p:spPr>
      </p:sp>
      <p:sp>
        <p:nvSpPr>
          <p:cNvPr id="30" name="Freeform 13">
            <a:extLst>
              <a:ext uri="{FF2B5EF4-FFF2-40B4-BE49-F238E27FC236}">
                <a16:creationId xmlns:a16="http://schemas.microsoft.com/office/drawing/2014/main" id="{90F027BB-9104-02ED-C560-3A05C0149894}"/>
              </a:ext>
            </a:extLst>
          </p:cNvPr>
          <p:cNvSpPr/>
          <p:nvPr/>
        </p:nvSpPr>
        <p:spPr>
          <a:xfrm>
            <a:off x="-3558875" y="5464095"/>
            <a:ext cx="2631570" cy="4596630"/>
          </a:xfrm>
          <a:custGeom>
            <a:avLst/>
            <a:gdLst/>
            <a:ahLst/>
            <a:cxnLst/>
            <a:rect l="l" t="t" r="r" b="b"/>
            <a:pathLst>
              <a:path w="2631570" h="4596630">
                <a:moveTo>
                  <a:pt x="0" y="0"/>
                </a:moveTo>
                <a:lnTo>
                  <a:pt x="2631570" y="0"/>
                </a:lnTo>
                <a:lnTo>
                  <a:pt x="2631570" y="4596630"/>
                </a:lnTo>
                <a:lnTo>
                  <a:pt x="0" y="4596630"/>
                </a:lnTo>
                <a:lnTo>
                  <a:pt x="0" y="0"/>
                </a:lnTo>
                <a:close/>
              </a:path>
            </a:pathLst>
          </a:custGeom>
          <a:blipFill>
            <a:blip r:embed="rId5"/>
            <a:stretch>
              <a:fillRect/>
            </a:stretch>
          </a:blipFill>
        </p:spPr>
      </p:sp>
      <p:sp>
        <p:nvSpPr>
          <p:cNvPr id="31" name="Freeform 32">
            <a:extLst>
              <a:ext uri="{FF2B5EF4-FFF2-40B4-BE49-F238E27FC236}">
                <a16:creationId xmlns:a16="http://schemas.microsoft.com/office/drawing/2014/main" id="{CBEC9710-20FC-0320-49B0-6F1C3D54814C}"/>
              </a:ext>
            </a:extLst>
          </p:cNvPr>
          <p:cNvSpPr/>
          <p:nvPr/>
        </p:nvSpPr>
        <p:spPr>
          <a:xfrm rot="862837" flipH="1">
            <a:off x="-2348840" y="480746"/>
            <a:ext cx="2188123" cy="1911872"/>
          </a:xfrm>
          <a:custGeom>
            <a:avLst/>
            <a:gdLst/>
            <a:ahLst/>
            <a:cxnLst/>
            <a:rect l="l" t="t" r="r" b="b"/>
            <a:pathLst>
              <a:path w="2188123" h="1911872">
                <a:moveTo>
                  <a:pt x="2188122" y="0"/>
                </a:moveTo>
                <a:lnTo>
                  <a:pt x="0" y="0"/>
                </a:lnTo>
                <a:lnTo>
                  <a:pt x="0" y="1911873"/>
                </a:lnTo>
                <a:lnTo>
                  <a:pt x="2188122" y="1911873"/>
                </a:lnTo>
                <a:lnTo>
                  <a:pt x="2188122" y="0"/>
                </a:lnTo>
                <a:close/>
              </a:path>
            </a:pathLst>
          </a:custGeom>
          <a:blipFill>
            <a:blip r:embed="rId10"/>
            <a:stretch>
              <a:fillRect/>
            </a:stretch>
          </a:blipFill>
        </p:spPr>
      </p:sp>
      <p:sp>
        <p:nvSpPr>
          <p:cNvPr id="32" name="Freeform 4">
            <a:extLst>
              <a:ext uri="{FF2B5EF4-FFF2-40B4-BE49-F238E27FC236}">
                <a16:creationId xmlns:a16="http://schemas.microsoft.com/office/drawing/2014/main" id="{C3E25ED1-4BD4-260B-7FA2-EE27BA7505C0}"/>
              </a:ext>
            </a:extLst>
          </p:cNvPr>
          <p:cNvSpPr/>
          <p:nvPr/>
        </p:nvSpPr>
        <p:spPr>
          <a:xfrm>
            <a:off x="17930633" y="-77486"/>
            <a:ext cx="9031048" cy="5034810"/>
          </a:xfrm>
          <a:custGeom>
            <a:avLst/>
            <a:gdLst/>
            <a:ahLst/>
            <a:cxnLst/>
            <a:rect l="l" t="t" r="r" b="b"/>
            <a:pathLst>
              <a:path w="9031048" h="5034810">
                <a:moveTo>
                  <a:pt x="0" y="0"/>
                </a:moveTo>
                <a:lnTo>
                  <a:pt x="9031049" y="0"/>
                </a:lnTo>
                <a:lnTo>
                  <a:pt x="9031049" y="5034809"/>
                </a:lnTo>
                <a:lnTo>
                  <a:pt x="0" y="5034809"/>
                </a:lnTo>
                <a:lnTo>
                  <a:pt x="0" y="0"/>
                </a:lnTo>
                <a:close/>
              </a:path>
            </a:pathLst>
          </a:custGeom>
          <a:blipFill>
            <a:blip r:embed="rId4"/>
            <a:stretch>
              <a:fillRect/>
            </a:stretch>
          </a:blipFill>
        </p:spPr>
      </p:sp>
      <p:sp>
        <p:nvSpPr>
          <p:cNvPr id="33" name="Freeform 5">
            <a:extLst>
              <a:ext uri="{FF2B5EF4-FFF2-40B4-BE49-F238E27FC236}">
                <a16:creationId xmlns:a16="http://schemas.microsoft.com/office/drawing/2014/main" id="{9ECB643F-C1CF-9B06-2C53-0EDA8E158260}"/>
              </a:ext>
            </a:extLst>
          </p:cNvPr>
          <p:cNvSpPr/>
          <p:nvPr/>
        </p:nvSpPr>
        <p:spPr>
          <a:xfrm>
            <a:off x="-8664964" y="-77486"/>
            <a:ext cx="9031048" cy="5034810"/>
          </a:xfrm>
          <a:custGeom>
            <a:avLst/>
            <a:gdLst/>
            <a:ahLst/>
            <a:cxnLst/>
            <a:rect l="l" t="t" r="r" b="b"/>
            <a:pathLst>
              <a:path w="9031048" h="5034810">
                <a:moveTo>
                  <a:pt x="0" y="0"/>
                </a:moveTo>
                <a:lnTo>
                  <a:pt x="9031048" y="0"/>
                </a:lnTo>
                <a:lnTo>
                  <a:pt x="9031048" y="5034809"/>
                </a:lnTo>
                <a:lnTo>
                  <a:pt x="0" y="5034809"/>
                </a:lnTo>
                <a:lnTo>
                  <a:pt x="0" y="0"/>
                </a:lnTo>
                <a:close/>
              </a:path>
            </a:pathLst>
          </a:custGeom>
          <a:blipFill>
            <a:blip r:embed="rId4"/>
            <a:stretch>
              <a:fillRect/>
            </a:stretch>
          </a:blipFill>
        </p:spPr>
      </p:sp>
      <p:grpSp>
        <p:nvGrpSpPr>
          <p:cNvPr id="37" name="Group 25">
            <a:extLst>
              <a:ext uri="{FF2B5EF4-FFF2-40B4-BE49-F238E27FC236}">
                <a16:creationId xmlns:a16="http://schemas.microsoft.com/office/drawing/2014/main" id="{55D13BD2-0F52-0D63-3FBA-5F3CD53EEAE4}"/>
              </a:ext>
            </a:extLst>
          </p:cNvPr>
          <p:cNvGrpSpPr/>
          <p:nvPr/>
        </p:nvGrpSpPr>
        <p:grpSpPr>
          <a:xfrm>
            <a:off x="-8012658" y="2967204"/>
            <a:ext cx="7452265" cy="1666219"/>
            <a:chOff x="0" y="0"/>
            <a:chExt cx="1962737" cy="438840"/>
          </a:xfrm>
        </p:grpSpPr>
        <p:sp>
          <p:nvSpPr>
            <p:cNvPr id="38" name="Freeform 26">
              <a:extLst>
                <a:ext uri="{FF2B5EF4-FFF2-40B4-BE49-F238E27FC236}">
                  <a16:creationId xmlns:a16="http://schemas.microsoft.com/office/drawing/2014/main" id="{13237E9D-A402-26D5-E45B-C5CC977EBB51}"/>
                </a:ext>
              </a:extLst>
            </p:cNvPr>
            <p:cNvSpPr/>
            <p:nvPr/>
          </p:nvSpPr>
          <p:spPr>
            <a:xfrm>
              <a:off x="0" y="0"/>
              <a:ext cx="1962737" cy="438839"/>
            </a:xfrm>
            <a:custGeom>
              <a:avLst/>
              <a:gdLst/>
              <a:ahLst/>
              <a:cxnLst/>
              <a:rect l="l" t="t" r="r" b="b"/>
              <a:pathLst>
                <a:path w="1962737" h="438839">
                  <a:moveTo>
                    <a:pt x="51943" y="0"/>
                  </a:moveTo>
                  <a:lnTo>
                    <a:pt x="1910793" y="0"/>
                  </a:lnTo>
                  <a:cubicBezTo>
                    <a:pt x="1939481" y="0"/>
                    <a:pt x="1962737" y="23256"/>
                    <a:pt x="1962737" y="51943"/>
                  </a:cubicBezTo>
                  <a:lnTo>
                    <a:pt x="1962737" y="386896"/>
                  </a:lnTo>
                  <a:cubicBezTo>
                    <a:pt x="1962737" y="400672"/>
                    <a:pt x="1957264" y="413884"/>
                    <a:pt x="1947523" y="423626"/>
                  </a:cubicBezTo>
                  <a:cubicBezTo>
                    <a:pt x="1937782" y="433367"/>
                    <a:pt x="1924569" y="438839"/>
                    <a:pt x="1910793" y="438839"/>
                  </a:cubicBezTo>
                  <a:lnTo>
                    <a:pt x="51943" y="438839"/>
                  </a:lnTo>
                  <a:cubicBezTo>
                    <a:pt x="38167" y="438839"/>
                    <a:pt x="24955" y="433367"/>
                    <a:pt x="15214" y="423626"/>
                  </a:cubicBezTo>
                  <a:cubicBezTo>
                    <a:pt x="5473" y="413884"/>
                    <a:pt x="0" y="400672"/>
                    <a:pt x="0" y="386896"/>
                  </a:cubicBezTo>
                  <a:lnTo>
                    <a:pt x="0" y="51943"/>
                  </a:lnTo>
                  <a:cubicBezTo>
                    <a:pt x="0" y="38167"/>
                    <a:pt x="5473" y="24955"/>
                    <a:pt x="15214" y="15214"/>
                  </a:cubicBezTo>
                  <a:cubicBezTo>
                    <a:pt x="24955" y="5473"/>
                    <a:pt x="38167" y="0"/>
                    <a:pt x="51943" y="0"/>
                  </a:cubicBezTo>
                  <a:close/>
                </a:path>
              </a:pathLst>
            </a:custGeom>
            <a:solidFill>
              <a:srgbClr val="FFFFFF">
                <a:alpha val="72941"/>
              </a:srgbClr>
            </a:solidFill>
          </p:spPr>
        </p:sp>
        <p:sp>
          <p:nvSpPr>
            <p:cNvPr id="39" name="TextBox 27">
              <a:extLst>
                <a:ext uri="{FF2B5EF4-FFF2-40B4-BE49-F238E27FC236}">
                  <a16:creationId xmlns:a16="http://schemas.microsoft.com/office/drawing/2014/main" id="{9011C747-F59A-75F7-1842-B207BB383634}"/>
                </a:ext>
              </a:extLst>
            </p:cNvPr>
            <p:cNvSpPr txBox="1"/>
            <p:nvPr/>
          </p:nvSpPr>
          <p:spPr>
            <a:xfrm>
              <a:off x="0" y="-38100"/>
              <a:ext cx="1962737" cy="476940"/>
            </a:xfrm>
            <a:prstGeom prst="rect">
              <a:avLst/>
            </a:prstGeom>
          </p:spPr>
          <p:txBody>
            <a:bodyPr lIns="50800" tIns="50800" rIns="50800" bIns="50800" rtlCol="0" anchor="ctr"/>
            <a:lstStyle/>
            <a:p>
              <a:pPr algn="ctr">
                <a:lnSpc>
                  <a:spcPts val="3360"/>
                </a:lnSpc>
              </a:pPr>
              <a:endParaRPr/>
            </a:p>
          </p:txBody>
        </p:sp>
      </p:grpSp>
      <p:sp>
        <p:nvSpPr>
          <p:cNvPr id="40" name="TextBox 28">
            <a:extLst>
              <a:ext uri="{FF2B5EF4-FFF2-40B4-BE49-F238E27FC236}">
                <a16:creationId xmlns:a16="http://schemas.microsoft.com/office/drawing/2014/main" id="{47F5967D-2032-0E30-C2A2-80F5A6BDADE8}"/>
              </a:ext>
            </a:extLst>
          </p:cNvPr>
          <p:cNvSpPr txBox="1"/>
          <p:nvPr/>
        </p:nvSpPr>
        <p:spPr>
          <a:xfrm>
            <a:off x="-7645371" y="3079376"/>
            <a:ext cx="7278458" cy="1194226"/>
          </a:xfrm>
          <a:prstGeom prst="rect">
            <a:avLst/>
          </a:prstGeom>
        </p:spPr>
        <p:txBody>
          <a:bodyPr lIns="0" tIns="0" rIns="0" bIns="0" rtlCol="0" anchor="t">
            <a:spAutoFit/>
          </a:bodyPr>
          <a:lstStyle/>
          <a:p>
            <a:pPr algn="l">
              <a:lnSpc>
                <a:spcPts val="8709"/>
              </a:lnSpc>
              <a:spcBef>
                <a:spcPct val="0"/>
              </a:spcBef>
            </a:pPr>
            <a:r>
              <a:rPr lang="en-US" sz="6220">
                <a:solidFill>
                  <a:srgbClr val="3F4060"/>
                </a:solidFill>
                <a:latin typeface="Handpicked Seashells"/>
                <a:ea typeface="Handpicked Seashells"/>
                <a:cs typeface="Handpicked Seashells"/>
                <a:sym typeface="Handpicked Seashells"/>
              </a:rPr>
              <a:t>Năng lượng tái tạo là gì?</a:t>
            </a:r>
          </a:p>
        </p:txBody>
      </p:sp>
      <p:sp>
        <p:nvSpPr>
          <p:cNvPr id="41" name="TextBox 29">
            <a:extLst>
              <a:ext uri="{FF2B5EF4-FFF2-40B4-BE49-F238E27FC236}">
                <a16:creationId xmlns:a16="http://schemas.microsoft.com/office/drawing/2014/main" id="{C9FFB64F-4D8F-2AF1-5C70-B38ADE9593BE}"/>
              </a:ext>
            </a:extLst>
          </p:cNvPr>
          <p:cNvSpPr txBox="1"/>
          <p:nvPr/>
        </p:nvSpPr>
        <p:spPr>
          <a:xfrm>
            <a:off x="-8012658" y="4925589"/>
            <a:ext cx="6912081" cy="3915816"/>
          </a:xfrm>
          <a:prstGeom prst="rect">
            <a:avLst/>
          </a:prstGeom>
        </p:spPr>
        <p:txBody>
          <a:bodyPr lIns="0" tIns="0" rIns="0" bIns="0" rtlCol="0" anchor="t">
            <a:spAutoFit/>
          </a:bodyPr>
          <a:lstStyle/>
          <a:p>
            <a:pPr marL="800777" lvl="1" indent="-400389" algn="l">
              <a:lnSpc>
                <a:spcPts val="5192"/>
              </a:lnSpc>
              <a:spcBef>
                <a:spcPct val="0"/>
              </a:spcBef>
              <a:buFont typeface="Arial"/>
              <a:buChar char="•"/>
            </a:pPr>
            <a:r>
              <a:rPr lang="en-US" sz="3709" b="1">
                <a:solidFill>
                  <a:srgbClr val="404162"/>
                </a:solidFill>
                <a:latin typeface="Mali Medium"/>
                <a:ea typeface="Mali Medium"/>
                <a:cs typeface="Mali Medium"/>
                <a:sym typeface="Mali Medium"/>
              </a:rPr>
              <a:t>Nguồn năng lượng tự nhiên có khả năng tự phục hồi (mặt trời, gió, nước, sinh khối).</a:t>
            </a:r>
          </a:p>
          <a:p>
            <a:pPr marL="800777" lvl="1" indent="-400389" algn="l">
              <a:lnSpc>
                <a:spcPts val="5192"/>
              </a:lnSpc>
              <a:spcBef>
                <a:spcPct val="0"/>
              </a:spcBef>
              <a:buFont typeface="Arial"/>
              <a:buChar char="•"/>
            </a:pPr>
            <a:r>
              <a:rPr lang="en-US" sz="3709" b="1">
                <a:solidFill>
                  <a:srgbClr val="404162"/>
                </a:solidFill>
                <a:latin typeface="Mali Medium"/>
                <a:ea typeface="Mali Medium"/>
                <a:cs typeface="Mali Medium"/>
                <a:sym typeface="Mali Medium"/>
              </a:rPr>
              <a:t>Giảm ô nhiễm môi trường và hạn chế khí nhà kính.</a:t>
            </a:r>
          </a:p>
        </p:txBody>
      </p:sp>
      <p:grpSp>
        <p:nvGrpSpPr>
          <p:cNvPr id="42" name="Group 16">
            <a:extLst>
              <a:ext uri="{FF2B5EF4-FFF2-40B4-BE49-F238E27FC236}">
                <a16:creationId xmlns:a16="http://schemas.microsoft.com/office/drawing/2014/main" id="{2E46EA0D-B875-CAE2-0533-0BA4EBAF18C5}"/>
              </a:ext>
            </a:extLst>
          </p:cNvPr>
          <p:cNvGrpSpPr/>
          <p:nvPr/>
        </p:nvGrpSpPr>
        <p:grpSpPr>
          <a:xfrm>
            <a:off x="18742760" y="2967204"/>
            <a:ext cx="7452265" cy="6434745"/>
            <a:chOff x="0" y="0"/>
            <a:chExt cx="1962737" cy="1694748"/>
          </a:xfrm>
        </p:grpSpPr>
        <p:sp>
          <p:nvSpPr>
            <p:cNvPr id="43" name="Freeform 17">
              <a:extLst>
                <a:ext uri="{FF2B5EF4-FFF2-40B4-BE49-F238E27FC236}">
                  <a16:creationId xmlns:a16="http://schemas.microsoft.com/office/drawing/2014/main" id="{82073A19-1BC7-0B50-76A8-251010E53AD4}"/>
                </a:ext>
              </a:extLst>
            </p:cNvPr>
            <p:cNvSpPr/>
            <p:nvPr/>
          </p:nvSpPr>
          <p:spPr>
            <a:xfrm>
              <a:off x="0" y="0"/>
              <a:ext cx="1962737" cy="1694748"/>
            </a:xfrm>
            <a:custGeom>
              <a:avLst/>
              <a:gdLst/>
              <a:ahLst/>
              <a:cxnLst/>
              <a:rect l="l" t="t" r="r" b="b"/>
              <a:pathLst>
                <a:path w="1962737" h="1694748">
                  <a:moveTo>
                    <a:pt x="51943" y="0"/>
                  </a:moveTo>
                  <a:lnTo>
                    <a:pt x="1910793" y="0"/>
                  </a:lnTo>
                  <a:cubicBezTo>
                    <a:pt x="1939481" y="0"/>
                    <a:pt x="1962737" y="23256"/>
                    <a:pt x="1962737" y="51943"/>
                  </a:cubicBezTo>
                  <a:lnTo>
                    <a:pt x="1962737" y="1642804"/>
                  </a:lnTo>
                  <a:cubicBezTo>
                    <a:pt x="1962737" y="1656580"/>
                    <a:pt x="1957264" y="1669792"/>
                    <a:pt x="1947523" y="1679534"/>
                  </a:cubicBezTo>
                  <a:cubicBezTo>
                    <a:pt x="1937782" y="1689275"/>
                    <a:pt x="1924569" y="1694748"/>
                    <a:pt x="1910793" y="1694748"/>
                  </a:cubicBezTo>
                  <a:lnTo>
                    <a:pt x="51943" y="1694748"/>
                  </a:lnTo>
                  <a:cubicBezTo>
                    <a:pt x="23256" y="1694748"/>
                    <a:pt x="0" y="1671492"/>
                    <a:pt x="0" y="1642804"/>
                  </a:cubicBezTo>
                  <a:lnTo>
                    <a:pt x="0" y="51943"/>
                  </a:lnTo>
                  <a:cubicBezTo>
                    <a:pt x="0" y="38167"/>
                    <a:pt x="5473" y="24955"/>
                    <a:pt x="15214" y="15214"/>
                  </a:cubicBezTo>
                  <a:cubicBezTo>
                    <a:pt x="24955" y="5473"/>
                    <a:pt x="38167" y="0"/>
                    <a:pt x="51943" y="0"/>
                  </a:cubicBezTo>
                  <a:close/>
                </a:path>
              </a:pathLst>
            </a:custGeom>
            <a:gradFill rotWithShape="1">
              <a:gsLst>
                <a:gs pos="0">
                  <a:srgbClr val="FFFCFC">
                    <a:alpha val="69000"/>
                  </a:srgbClr>
                </a:gs>
                <a:gs pos="100000">
                  <a:srgbClr val="FFFFFF">
                    <a:alpha val="40000"/>
                  </a:srgbClr>
                </a:gs>
              </a:gsLst>
              <a:lin ang="0"/>
            </a:gradFill>
          </p:spPr>
        </p:sp>
        <p:sp>
          <p:nvSpPr>
            <p:cNvPr id="44" name="TextBox 18">
              <a:extLst>
                <a:ext uri="{FF2B5EF4-FFF2-40B4-BE49-F238E27FC236}">
                  <a16:creationId xmlns:a16="http://schemas.microsoft.com/office/drawing/2014/main" id="{61E1C4C9-46E3-F713-0A86-BFDE287B524A}"/>
                </a:ext>
              </a:extLst>
            </p:cNvPr>
            <p:cNvSpPr txBox="1"/>
            <p:nvPr/>
          </p:nvSpPr>
          <p:spPr>
            <a:xfrm>
              <a:off x="0" y="-38100"/>
              <a:ext cx="1962737" cy="1732848"/>
            </a:xfrm>
            <a:prstGeom prst="rect">
              <a:avLst/>
            </a:prstGeom>
          </p:spPr>
          <p:txBody>
            <a:bodyPr lIns="50800" tIns="50800" rIns="50800" bIns="50800" rtlCol="0" anchor="ctr"/>
            <a:lstStyle/>
            <a:p>
              <a:pPr algn="ctr">
                <a:lnSpc>
                  <a:spcPts val="3360"/>
                </a:lnSpc>
              </a:pPr>
              <a:endParaRPr/>
            </a:p>
          </p:txBody>
        </p:sp>
      </p:grpSp>
      <p:grpSp>
        <p:nvGrpSpPr>
          <p:cNvPr id="45" name="Group 19">
            <a:extLst>
              <a:ext uri="{FF2B5EF4-FFF2-40B4-BE49-F238E27FC236}">
                <a16:creationId xmlns:a16="http://schemas.microsoft.com/office/drawing/2014/main" id="{E8DFECE2-6F36-4966-1C9E-ED530965C103}"/>
              </a:ext>
            </a:extLst>
          </p:cNvPr>
          <p:cNvGrpSpPr/>
          <p:nvPr/>
        </p:nvGrpSpPr>
        <p:grpSpPr>
          <a:xfrm>
            <a:off x="18742760" y="2967204"/>
            <a:ext cx="7452265" cy="1666219"/>
            <a:chOff x="0" y="0"/>
            <a:chExt cx="1962737" cy="438840"/>
          </a:xfrm>
        </p:grpSpPr>
        <p:sp>
          <p:nvSpPr>
            <p:cNvPr id="46" name="Freeform 20">
              <a:extLst>
                <a:ext uri="{FF2B5EF4-FFF2-40B4-BE49-F238E27FC236}">
                  <a16:creationId xmlns:a16="http://schemas.microsoft.com/office/drawing/2014/main" id="{BB8AECC2-5239-5AB9-D6F0-B57440E1131C}"/>
                </a:ext>
              </a:extLst>
            </p:cNvPr>
            <p:cNvSpPr/>
            <p:nvPr/>
          </p:nvSpPr>
          <p:spPr>
            <a:xfrm>
              <a:off x="0" y="0"/>
              <a:ext cx="1962737" cy="438839"/>
            </a:xfrm>
            <a:custGeom>
              <a:avLst/>
              <a:gdLst/>
              <a:ahLst/>
              <a:cxnLst/>
              <a:rect l="l" t="t" r="r" b="b"/>
              <a:pathLst>
                <a:path w="1962737" h="438839">
                  <a:moveTo>
                    <a:pt x="51943" y="0"/>
                  </a:moveTo>
                  <a:lnTo>
                    <a:pt x="1910793" y="0"/>
                  </a:lnTo>
                  <a:cubicBezTo>
                    <a:pt x="1939481" y="0"/>
                    <a:pt x="1962737" y="23256"/>
                    <a:pt x="1962737" y="51943"/>
                  </a:cubicBezTo>
                  <a:lnTo>
                    <a:pt x="1962737" y="386896"/>
                  </a:lnTo>
                  <a:cubicBezTo>
                    <a:pt x="1962737" y="400672"/>
                    <a:pt x="1957264" y="413884"/>
                    <a:pt x="1947523" y="423626"/>
                  </a:cubicBezTo>
                  <a:cubicBezTo>
                    <a:pt x="1937782" y="433367"/>
                    <a:pt x="1924569" y="438839"/>
                    <a:pt x="1910793" y="438839"/>
                  </a:cubicBezTo>
                  <a:lnTo>
                    <a:pt x="51943" y="438839"/>
                  </a:lnTo>
                  <a:cubicBezTo>
                    <a:pt x="38167" y="438839"/>
                    <a:pt x="24955" y="433367"/>
                    <a:pt x="15214" y="423626"/>
                  </a:cubicBezTo>
                  <a:cubicBezTo>
                    <a:pt x="5473" y="413884"/>
                    <a:pt x="0" y="400672"/>
                    <a:pt x="0" y="386896"/>
                  </a:cubicBezTo>
                  <a:lnTo>
                    <a:pt x="0" y="51943"/>
                  </a:lnTo>
                  <a:cubicBezTo>
                    <a:pt x="0" y="38167"/>
                    <a:pt x="5473" y="24955"/>
                    <a:pt x="15214" y="15214"/>
                  </a:cubicBezTo>
                  <a:cubicBezTo>
                    <a:pt x="24955" y="5473"/>
                    <a:pt x="38167" y="0"/>
                    <a:pt x="51943" y="0"/>
                  </a:cubicBezTo>
                  <a:close/>
                </a:path>
              </a:pathLst>
            </a:custGeom>
            <a:solidFill>
              <a:srgbClr val="FFFFFF">
                <a:alpha val="72941"/>
              </a:srgbClr>
            </a:solidFill>
          </p:spPr>
        </p:sp>
        <p:sp>
          <p:nvSpPr>
            <p:cNvPr id="47" name="TextBox 21">
              <a:extLst>
                <a:ext uri="{FF2B5EF4-FFF2-40B4-BE49-F238E27FC236}">
                  <a16:creationId xmlns:a16="http://schemas.microsoft.com/office/drawing/2014/main" id="{F903C2D8-1633-DE15-EC09-186738549D63}"/>
                </a:ext>
              </a:extLst>
            </p:cNvPr>
            <p:cNvSpPr txBox="1"/>
            <p:nvPr/>
          </p:nvSpPr>
          <p:spPr>
            <a:xfrm>
              <a:off x="0" y="-38100"/>
              <a:ext cx="1962737" cy="476940"/>
            </a:xfrm>
            <a:prstGeom prst="rect">
              <a:avLst/>
            </a:prstGeom>
          </p:spPr>
          <p:txBody>
            <a:bodyPr lIns="50800" tIns="50800" rIns="50800" bIns="50800" rtlCol="0" anchor="ctr"/>
            <a:lstStyle/>
            <a:p>
              <a:pPr algn="ctr">
                <a:lnSpc>
                  <a:spcPts val="3360"/>
                </a:lnSpc>
              </a:pPr>
              <a:endParaRPr/>
            </a:p>
          </p:txBody>
        </p:sp>
      </p:grpSp>
      <p:sp>
        <p:nvSpPr>
          <p:cNvPr id="48" name="TextBox 30">
            <a:extLst>
              <a:ext uri="{FF2B5EF4-FFF2-40B4-BE49-F238E27FC236}">
                <a16:creationId xmlns:a16="http://schemas.microsoft.com/office/drawing/2014/main" id="{9B8C8107-2AA7-9F1C-70DE-8924951D4C16}"/>
              </a:ext>
            </a:extLst>
          </p:cNvPr>
          <p:cNvSpPr txBox="1"/>
          <p:nvPr/>
        </p:nvSpPr>
        <p:spPr>
          <a:xfrm>
            <a:off x="19549913" y="3079376"/>
            <a:ext cx="5938985" cy="1194226"/>
          </a:xfrm>
          <a:prstGeom prst="rect">
            <a:avLst/>
          </a:prstGeom>
        </p:spPr>
        <p:txBody>
          <a:bodyPr lIns="0" tIns="0" rIns="0" bIns="0" rtlCol="0" anchor="t">
            <a:spAutoFit/>
          </a:bodyPr>
          <a:lstStyle/>
          <a:p>
            <a:pPr algn="l">
              <a:lnSpc>
                <a:spcPts val="8709"/>
              </a:lnSpc>
              <a:spcBef>
                <a:spcPct val="0"/>
              </a:spcBef>
            </a:pPr>
            <a:r>
              <a:rPr lang="en-US" sz="6220">
                <a:solidFill>
                  <a:srgbClr val="3F4060"/>
                </a:solidFill>
                <a:latin typeface="Handpicked Seashells"/>
                <a:ea typeface="Handpicked Seashells"/>
                <a:cs typeface="Handpicked Seashells"/>
                <a:sym typeface="Handpicked Seashells"/>
              </a:rPr>
              <a:t>Tiềm năng tại Gia Lai:</a:t>
            </a:r>
          </a:p>
        </p:txBody>
      </p:sp>
      <p:sp>
        <p:nvSpPr>
          <p:cNvPr id="49" name="TextBox 31">
            <a:extLst>
              <a:ext uri="{FF2B5EF4-FFF2-40B4-BE49-F238E27FC236}">
                <a16:creationId xmlns:a16="http://schemas.microsoft.com/office/drawing/2014/main" id="{73739E57-653E-70C2-ED5C-185A1AC86FA7}"/>
              </a:ext>
            </a:extLst>
          </p:cNvPr>
          <p:cNvSpPr txBox="1"/>
          <p:nvPr/>
        </p:nvSpPr>
        <p:spPr>
          <a:xfrm>
            <a:off x="18570825" y="4685259"/>
            <a:ext cx="7796134" cy="4573041"/>
          </a:xfrm>
          <a:prstGeom prst="rect">
            <a:avLst/>
          </a:prstGeom>
        </p:spPr>
        <p:txBody>
          <a:bodyPr lIns="0" tIns="0" rIns="0" bIns="0" rtlCol="0" anchor="t">
            <a:spAutoFit/>
          </a:bodyPr>
          <a:lstStyle/>
          <a:p>
            <a:pPr marL="800777" lvl="1" indent="-400389" algn="l">
              <a:lnSpc>
                <a:spcPts val="5192"/>
              </a:lnSpc>
              <a:spcBef>
                <a:spcPct val="0"/>
              </a:spcBef>
              <a:buFont typeface="Arial"/>
              <a:buChar char="•"/>
            </a:pPr>
            <a:r>
              <a:rPr lang="en-US" sz="3709" b="1">
                <a:solidFill>
                  <a:srgbClr val="404162"/>
                </a:solidFill>
                <a:latin typeface="Mali Medium"/>
                <a:ea typeface="Mali Medium"/>
                <a:cs typeface="Mali Medium"/>
                <a:sym typeface="Mali Medium"/>
              </a:rPr>
              <a:t>Nắng: Nắng nhiều, bức xạ cao.</a:t>
            </a:r>
          </a:p>
          <a:p>
            <a:pPr marL="800777" lvl="1" indent="-400389" algn="l">
              <a:lnSpc>
                <a:spcPts val="5192"/>
              </a:lnSpc>
              <a:spcBef>
                <a:spcPct val="0"/>
              </a:spcBef>
              <a:buFont typeface="Arial"/>
              <a:buChar char="•"/>
            </a:pPr>
            <a:r>
              <a:rPr lang="en-US" sz="3709" b="1">
                <a:solidFill>
                  <a:srgbClr val="404162"/>
                </a:solidFill>
                <a:latin typeface="Mali Medium"/>
                <a:ea typeface="Mali Medium"/>
                <a:cs typeface="Mali Medium"/>
                <a:sym typeface="Mali Medium"/>
              </a:rPr>
              <a:t>Gió: Tốc độ gió lớn, dẫn đầu Tây Nguyên.</a:t>
            </a:r>
          </a:p>
          <a:p>
            <a:pPr marL="800777" lvl="1" indent="-400389" algn="l">
              <a:lnSpc>
                <a:spcPts val="5192"/>
              </a:lnSpc>
              <a:spcBef>
                <a:spcPct val="0"/>
              </a:spcBef>
              <a:buFont typeface="Arial"/>
              <a:buChar char="•"/>
            </a:pPr>
            <a:r>
              <a:rPr lang="en-US" sz="3709" b="1">
                <a:solidFill>
                  <a:srgbClr val="404162"/>
                </a:solidFill>
                <a:latin typeface="Mali Medium"/>
                <a:ea typeface="Mali Medium"/>
                <a:cs typeface="Mali Medium"/>
                <a:sym typeface="Mali Medium"/>
              </a:rPr>
              <a:t>Nước: Sông lớn, địa hình dốc.</a:t>
            </a:r>
          </a:p>
          <a:p>
            <a:pPr marL="800777" lvl="1" indent="-400389" algn="l">
              <a:lnSpc>
                <a:spcPts val="5192"/>
              </a:lnSpc>
              <a:spcBef>
                <a:spcPct val="0"/>
              </a:spcBef>
              <a:buFont typeface="Arial"/>
              <a:buChar char="•"/>
            </a:pPr>
            <a:r>
              <a:rPr lang="en-US" sz="3709" b="1">
                <a:solidFill>
                  <a:srgbClr val="404162"/>
                </a:solidFill>
                <a:latin typeface="Mali Medium"/>
                <a:ea typeface="Mali Medium"/>
                <a:cs typeface="Mali Medium"/>
                <a:sym typeface="Mali Medium"/>
              </a:rPr>
              <a:t>Sinh khối: Nông nghiệp dồi dào.</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iterate type="lt">
                                    <p:tmAbs val="100"/>
                                  </p:iterate>
                                  <p:childTnLst>
                                    <p:set>
                                      <p:cBhvr>
                                        <p:cTn id="6" dur="1" fill="hold">
                                          <p:stCondLst>
                                            <p:cond delay="0"/>
                                          </p:stCondLst>
                                        </p:cTn>
                                        <p:tgtEl>
                                          <p:spTgt spid="18"/>
                                        </p:tgtEl>
                                        <p:attrNameLst>
                                          <p:attrName>style.visibility</p:attrName>
                                        </p:attrNameLst>
                                      </p:cBhvr>
                                      <p:to>
                                        <p:strVal val="visible"/>
                                      </p:to>
                                    </p:set>
                                  </p:childTnLst>
                                </p:cTn>
                              </p:par>
                            </p:childTnLst>
                          </p:cTn>
                        </p:par>
                        <p:par>
                          <p:cTn id="7" fill="hold">
                            <p:stCondLst>
                              <p:cond delay="1701"/>
                            </p:stCondLst>
                            <p:childTnLst>
                              <p:par>
                                <p:cTn id="8" presetID="10" presetClass="entr" presetSubtype="0"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1000"/>
                                        <p:tgtEl>
                                          <p:spTgt spid="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Freeform 12">
            <a:extLst>
              <a:ext uri="{FF2B5EF4-FFF2-40B4-BE49-F238E27FC236}">
                <a16:creationId xmlns:a16="http://schemas.microsoft.com/office/drawing/2014/main" id="{2A12665B-005E-4F6D-E9FF-698E59E51B51}"/>
              </a:ext>
            </a:extLst>
          </p:cNvPr>
          <p:cNvSpPr/>
          <p:nvPr/>
        </p:nvSpPr>
        <p:spPr>
          <a:xfrm rot="871131">
            <a:off x="18314359" y="910935"/>
            <a:ext cx="9662269" cy="1920376"/>
          </a:xfrm>
          <a:custGeom>
            <a:avLst/>
            <a:gdLst/>
            <a:ahLst/>
            <a:cxnLst/>
            <a:rect l="l" t="t" r="r" b="b"/>
            <a:pathLst>
              <a:path w="9662269" h="1920376">
                <a:moveTo>
                  <a:pt x="0" y="0"/>
                </a:moveTo>
                <a:lnTo>
                  <a:pt x="9662270" y="0"/>
                </a:lnTo>
                <a:lnTo>
                  <a:pt x="9662270" y="1920376"/>
                </a:lnTo>
                <a:lnTo>
                  <a:pt x="0" y="1920376"/>
                </a:lnTo>
                <a:lnTo>
                  <a:pt x="0" y="0"/>
                </a:lnTo>
                <a:close/>
              </a:path>
            </a:pathLst>
          </a:custGeom>
          <a:blipFill>
            <a:blip r:embed="rId2"/>
            <a:stretch>
              <a:fillRect/>
            </a:stretch>
          </a:blipFill>
        </p:spPr>
      </p:sp>
      <p:grpSp>
        <p:nvGrpSpPr>
          <p:cNvPr id="45" name="Group 8">
            <a:extLst>
              <a:ext uri="{FF2B5EF4-FFF2-40B4-BE49-F238E27FC236}">
                <a16:creationId xmlns:a16="http://schemas.microsoft.com/office/drawing/2014/main" id="{258347CC-CB45-C4BE-D210-B78DBCB9AB4D}"/>
              </a:ext>
            </a:extLst>
          </p:cNvPr>
          <p:cNvGrpSpPr/>
          <p:nvPr/>
        </p:nvGrpSpPr>
        <p:grpSpPr>
          <a:xfrm>
            <a:off x="4377583" y="-11424432"/>
            <a:ext cx="9532834" cy="11250909"/>
            <a:chOff x="0" y="0"/>
            <a:chExt cx="852315" cy="1005926"/>
          </a:xfrm>
        </p:grpSpPr>
        <p:sp>
          <p:nvSpPr>
            <p:cNvPr id="46" name="Freeform 9">
              <a:extLst>
                <a:ext uri="{FF2B5EF4-FFF2-40B4-BE49-F238E27FC236}">
                  <a16:creationId xmlns:a16="http://schemas.microsoft.com/office/drawing/2014/main" id="{F9BE840E-2AEB-1BD1-12D7-94E53F8AD41C}"/>
                </a:ext>
              </a:extLst>
            </p:cNvPr>
            <p:cNvSpPr/>
            <p:nvPr/>
          </p:nvSpPr>
          <p:spPr>
            <a:xfrm>
              <a:off x="0" y="0"/>
              <a:ext cx="852315" cy="1005926"/>
            </a:xfrm>
            <a:custGeom>
              <a:avLst/>
              <a:gdLst/>
              <a:ahLst/>
              <a:cxnLst/>
              <a:rect l="l" t="t" r="r" b="b"/>
              <a:pathLst>
                <a:path w="852315" h="1005926">
                  <a:moveTo>
                    <a:pt x="15862" y="0"/>
                  </a:moveTo>
                  <a:lnTo>
                    <a:pt x="836453" y="0"/>
                  </a:lnTo>
                  <a:cubicBezTo>
                    <a:pt x="840660" y="0"/>
                    <a:pt x="844695" y="1671"/>
                    <a:pt x="847670" y="4646"/>
                  </a:cubicBezTo>
                  <a:cubicBezTo>
                    <a:pt x="850644" y="7621"/>
                    <a:pt x="852315" y="11655"/>
                    <a:pt x="852315" y="15862"/>
                  </a:cubicBezTo>
                  <a:lnTo>
                    <a:pt x="852315" y="990064"/>
                  </a:lnTo>
                  <a:cubicBezTo>
                    <a:pt x="852315" y="998824"/>
                    <a:pt x="845214" y="1005926"/>
                    <a:pt x="836453" y="1005926"/>
                  </a:cubicBezTo>
                  <a:lnTo>
                    <a:pt x="15862" y="1005926"/>
                  </a:lnTo>
                  <a:cubicBezTo>
                    <a:pt x="11655" y="1005926"/>
                    <a:pt x="7621" y="1004255"/>
                    <a:pt x="4646" y="1001280"/>
                  </a:cubicBezTo>
                  <a:cubicBezTo>
                    <a:pt x="1671" y="998305"/>
                    <a:pt x="0" y="994271"/>
                    <a:pt x="0" y="990064"/>
                  </a:cubicBezTo>
                  <a:lnTo>
                    <a:pt x="0" y="15862"/>
                  </a:lnTo>
                  <a:cubicBezTo>
                    <a:pt x="0" y="7102"/>
                    <a:pt x="7102" y="0"/>
                    <a:pt x="15862" y="0"/>
                  </a:cubicBezTo>
                  <a:close/>
                </a:path>
              </a:pathLst>
            </a:custGeom>
            <a:gradFill rotWithShape="1">
              <a:gsLst>
                <a:gs pos="0">
                  <a:srgbClr val="FFFCFC">
                    <a:alpha val="69000"/>
                  </a:srgbClr>
                </a:gs>
                <a:gs pos="100000">
                  <a:srgbClr val="FFFFFF">
                    <a:alpha val="40000"/>
                  </a:srgbClr>
                </a:gs>
              </a:gsLst>
              <a:lin ang="0"/>
            </a:gradFill>
          </p:spPr>
        </p:sp>
        <p:sp>
          <p:nvSpPr>
            <p:cNvPr id="47" name="TextBox 10">
              <a:extLst>
                <a:ext uri="{FF2B5EF4-FFF2-40B4-BE49-F238E27FC236}">
                  <a16:creationId xmlns:a16="http://schemas.microsoft.com/office/drawing/2014/main" id="{3AF49D9F-02AB-F7B4-C4E0-A14C03A45FDF}"/>
                </a:ext>
              </a:extLst>
            </p:cNvPr>
            <p:cNvSpPr txBox="1"/>
            <p:nvPr/>
          </p:nvSpPr>
          <p:spPr>
            <a:xfrm>
              <a:off x="0" y="-38100"/>
              <a:ext cx="852315" cy="1044026"/>
            </a:xfrm>
            <a:prstGeom prst="rect">
              <a:avLst/>
            </a:prstGeom>
          </p:spPr>
          <p:txBody>
            <a:bodyPr lIns="50800" tIns="50800" rIns="50800" bIns="50800" rtlCol="0" anchor="ctr"/>
            <a:lstStyle/>
            <a:p>
              <a:pPr algn="ctr">
                <a:lnSpc>
                  <a:spcPts val="3360"/>
                </a:lnSpc>
              </a:pPr>
              <a:endParaRPr/>
            </a:p>
          </p:txBody>
        </p:sp>
      </p:grpSp>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77439" b="-77439"/>
            </a:stretch>
          </a:blipFill>
        </p:spPr>
      </p:sp>
      <p:sp>
        <p:nvSpPr>
          <p:cNvPr id="3" name="Freeform 3"/>
          <p:cNvSpPr/>
          <p:nvPr/>
        </p:nvSpPr>
        <p:spPr>
          <a:xfrm>
            <a:off x="-2874592" y="6971530"/>
            <a:ext cx="25363254" cy="7271890"/>
          </a:xfrm>
          <a:custGeom>
            <a:avLst/>
            <a:gdLst/>
            <a:ahLst/>
            <a:cxnLst/>
            <a:rect l="l" t="t" r="r" b="b"/>
            <a:pathLst>
              <a:path w="25363254" h="7271890">
                <a:moveTo>
                  <a:pt x="0" y="0"/>
                </a:moveTo>
                <a:lnTo>
                  <a:pt x="25363254" y="0"/>
                </a:lnTo>
                <a:lnTo>
                  <a:pt x="25363254" y="7271890"/>
                </a:lnTo>
                <a:lnTo>
                  <a:pt x="0" y="7271890"/>
                </a:lnTo>
                <a:lnTo>
                  <a:pt x="0" y="0"/>
                </a:lnTo>
                <a:close/>
              </a:path>
            </a:pathLst>
          </a:custGeom>
          <a:blipFill>
            <a:blip>
              <a:extLst>
                <a:ext uri="{96DAC541-7B7A-43D3-8B79-37D633B846F1}">
                  <asvg:svgBlip xmlns:asvg="http://schemas.microsoft.com/office/drawing/2016/SVG/main" r:embed="rId4"/>
                </a:ext>
              </a:extLst>
            </a:blip>
            <a:stretch>
              <a:fillRect t="-71998"/>
            </a:stretch>
          </a:blipFill>
        </p:spPr>
      </p:sp>
      <p:sp>
        <p:nvSpPr>
          <p:cNvPr id="4" name="Freeform 4"/>
          <p:cNvSpPr/>
          <p:nvPr/>
        </p:nvSpPr>
        <p:spPr>
          <a:xfrm>
            <a:off x="11519158" y="-77486"/>
            <a:ext cx="9031048" cy="5034810"/>
          </a:xfrm>
          <a:custGeom>
            <a:avLst/>
            <a:gdLst/>
            <a:ahLst/>
            <a:cxnLst/>
            <a:rect l="l" t="t" r="r" b="b"/>
            <a:pathLst>
              <a:path w="9031048" h="5034810">
                <a:moveTo>
                  <a:pt x="0" y="0"/>
                </a:moveTo>
                <a:lnTo>
                  <a:pt x="9031049" y="0"/>
                </a:lnTo>
                <a:lnTo>
                  <a:pt x="9031049" y="5034809"/>
                </a:lnTo>
                <a:lnTo>
                  <a:pt x="0" y="5034809"/>
                </a:lnTo>
                <a:lnTo>
                  <a:pt x="0" y="0"/>
                </a:lnTo>
                <a:close/>
              </a:path>
            </a:pathLst>
          </a:custGeom>
          <a:blipFill>
            <a:blip r:embed="rId5"/>
            <a:stretch>
              <a:fillRect/>
            </a:stretch>
          </a:blipFill>
        </p:spPr>
      </p:sp>
      <p:sp>
        <p:nvSpPr>
          <p:cNvPr id="5" name="Freeform 5"/>
          <p:cNvSpPr/>
          <p:nvPr/>
        </p:nvSpPr>
        <p:spPr>
          <a:xfrm>
            <a:off x="-4327884" y="-77486"/>
            <a:ext cx="9031048" cy="5034810"/>
          </a:xfrm>
          <a:custGeom>
            <a:avLst/>
            <a:gdLst/>
            <a:ahLst/>
            <a:cxnLst/>
            <a:rect l="l" t="t" r="r" b="b"/>
            <a:pathLst>
              <a:path w="9031048" h="5034810">
                <a:moveTo>
                  <a:pt x="0" y="0"/>
                </a:moveTo>
                <a:lnTo>
                  <a:pt x="9031048" y="0"/>
                </a:lnTo>
                <a:lnTo>
                  <a:pt x="9031048" y="5034809"/>
                </a:lnTo>
                <a:lnTo>
                  <a:pt x="0" y="5034809"/>
                </a:lnTo>
                <a:lnTo>
                  <a:pt x="0" y="0"/>
                </a:lnTo>
                <a:close/>
              </a:path>
            </a:pathLst>
          </a:custGeom>
          <a:blipFill>
            <a:blip r:embed="rId5"/>
            <a:stretch>
              <a:fillRect/>
            </a:stretch>
          </a:blipFill>
        </p:spPr>
      </p:sp>
      <p:grpSp>
        <p:nvGrpSpPr>
          <p:cNvPr id="6" name="Group 6"/>
          <p:cNvGrpSpPr/>
          <p:nvPr/>
        </p:nvGrpSpPr>
        <p:grpSpPr>
          <a:xfrm>
            <a:off x="7726466" y="2439919"/>
            <a:ext cx="9532834" cy="5584531"/>
            <a:chOff x="0" y="0"/>
            <a:chExt cx="852315" cy="499304"/>
          </a:xfrm>
        </p:grpSpPr>
        <p:sp>
          <p:nvSpPr>
            <p:cNvPr id="7" name="Freeform 7"/>
            <p:cNvSpPr/>
            <p:nvPr/>
          </p:nvSpPr>
          <p:spPr>
            <a:xfrm>
              <a:off x="0" y="0"/>
              <a:ext cx="852315" cy="499304"/>
            </a:xfrm>
            <a:custGeom>
              <a:avLst/>
              <a:gdLst/>
              <a:ahLst/>
              <a:cxnLst/>
              <a:rect l="l" t="t" r="r" b="b"/>
              <a:pathLst>
                <a:path w="852315" h="499304">
                  <a:moveTo>
                    <a:pt x="15862" y="0"/>
                  </a:moveTo>
                  <a:lnTo>
                    <a:pt x="836453" y="0"/>
                  </a:lnTo>
                  <a:cubicBezTo>
                    <a:pt x="840660" y="0"/>
                    <a:pt x="844695" y="1671"/>
                    <a:pt x="847670" y="4646"/>
                  </a:cubicBezTo>
                  <a:cubicBezTo>
                    <a:pt x="850644" y="7621"/>
                    <a:pt x="852315" y="11655"/>
                    <a:pt x="852315" y="15862"/>
                  </a:cubicBezTo>
                  <a:lnTo>
                    <a:pt x="852315" y="483442"/>
                  </a:lnTo>
                  <a:cubicBezTo>
                    <a:pt x="852315" y="492202"/>
                    <a:pt x="845214" y="499304"/>
                    <a:pt x="836453" y="499304"/>
                  </a:cubicBezTo>
                  <a:lnTo>
                    <a:pt x="15862" y="499304"/>
                  </a:lnTo>
                  <a:cubicBezTo>
                    <a:pt x="7102" y="499304"/>
                    <a:pt x="0" y="492202"/>
                    <a:pt x="0" y="483442"/>
                  </a:cubicBezTo>
                  <a:lnTo>
                    <a:pt x="0" y="15862"/>
                  </a:lnTo>
                  <a:cubicBezTo>
                    <a:pt x="0" y="7102"/>
                    <a:pt x="7102" y="0"/>
                    <a:pt x="15862" y="0"/>
                  </a:cubicBezTo>
                  <a:close/>
                </a:path>
              </a:pathLst>
            </a:custGeom>
            <a:gradFill rotWithShape="1">
              <a:gsLst>
                <a:gs pos="0">
                  <a:srgbClr val="FFFCFC">
                    <a:alpha val="0"/>
                  </a:srgbClr>
                </a:gs>
                <a:gs pos="100000">
                  <a:srgbClr val="FFFFFF">
                    <a:alpha val="0"/>
                  </a:srgbClr>
                </a:gs>
              </a:gsLst>
              <a:lin ang="0"/>
            </a:gradFill>
          </p:spPr>
        </p:sp>
        <p:sp>
          <p:nvSpPr>
            <p:cNvPr id="8" name="TextBox 8"/>
            <p:cNvSpPr txBox="1"/>
            <p:nvPr/>
          </p:nvSpPr>
          <p:spPr>
            <a:xfrm>
              <a:off x="0" y="-38100"/>
              <a:ext cx="852315" cy="537404"/>
            </a:xfrm>
            <a:prstGeom prst="rect">
              <a:avLst/>
            </a:prstGeom>
          </p:spPr>
          <p:txBody>
            <a:bodyPr lIns="50800" tIns="50800" rIns="50800" bIns="50800" rtlCol="0" anchor="ctr"/>
            <a:lstStyle/>
            <a:p>
              <a:pPr algn="ctr">
                <a:lnSpc>
                  <a:spcPts val="3360"/>
                </a:lnSpc>
              </a:pPr>
              <a:endParaRPr/>
            </a:p>
          </p:txBody>
        </p:sp>
      </p:grpSp>
      <p:grpSp>
        <p:nvGrpSpPr>
          <p:cNvPr id="9" name="Group 9"/>
          <p:cNvGrpSpPr/>
          <p:nvPr/>
        </p:nvGrpSpPr>
        <p:grpSpPr>
          <a:xfrm rot="-10800000">
            <a:off x="7915910" y="2439919"/>
            <a:ext cx="9153945" cy="5104690"/>
            <a:chOff x="0" y="0"/>
            <a:chExt cx="1293827" cy="721502"/>
          </a:xfrm>
        </p:grpSpPr>
        <p:sp>
          <p:nvSpPr>
            <p:cNvPr id="10" name="Freeform 10"/>
            <p:cNvSpPr/>
            <p:nvPr/>
          </p:nvSpPr>
          <p:spPr>
            <a:xfrm>
              <a:off x="0" y="0"/>
              <a:ext cx="1293827" cy="721502"/>
            </a:xfrm>
            <a:custGeom>
              <a:avLst/>
              <a:gdLst/>
              <a:ahLst/>
              <a:cxnLst/>
              <a:rect l="l" t="t" r="r" b="b"/>
              <a:pathLst>
                <a:path w="1293827" h="721502">
                  <a:moveTo>
                    <a:pt x="16518" y="0"/>
                  </a:moveTo>
                  <a:lnTo>
                    <a:pt x="1277309" y="0"/>
                  </a:lnTo>
                  <a:cubicBezTo>
                    <a:pt x="1281690" y="0"/>
                    <a:pt x="1285891" y="1740"/>
                    <a:pt x="1288989" y="4838"/>
                  </a:cubicBezTo>
                  <a:cubicBezTo>
                    <a:pt x="1292087" y="7936"/>
                    <a:pt x="1293827" y="12138"/>
                    <a:pt x="1293827" y="16518"/>
                  </a:cubicBezTo>
                  <a:lnTo>
                    <a:pt x="1293827" y="704983"/>
                  </a:lnTo>
                  <a:cubicBezTo>
                    <a:pt x="1293827" y="709364"/>
                    <a:pt x="1292087" y="713566"/>
                    <a:pt x="1288989" y="716664"/>
                  </a:cubicBezTo>
                  <a:cubicBezTo>
                    <a:pt x="1285891" y="719761"/>
                    <a:pt x="1281690" y="721502"/>
                    <a:pt x="1277309" y="721502"/>
                  </a:cubicBezTo>
                  <a:lnTo>
                    <a:pt x="16518" y="721502"/>
                  </a:lnTo>
                  <a:cubicBezTo>
                    <a:pt x="7396" y="721502"/>
                    <a:pt x="0" y="714106"/>
                    <a:pt x="0" y="704983"/>
                  </a:cubicBezTo>
                  <a:lnTo>
                    <a:pt x="0" y="16518"/>
                  </a:lnTo>
                  <a:cubicBezTo>
                    <a:pt x="0" y="7396"/>
                    <a:pt x="7396" y="0"/>
                    <a:pt x="16518" y="0"/>
                  </a:cubicBezTo>
                  <a:close/>
                </a:path>
              </a:pathLst>
            </a:custGeom>
            <a:gradFill rotWithShape="1">
              <a:gsLst>
                <a:gs pos="0">
                  <a:srgbClr val="FFFCFC">
                    <a:alpha val="0"/>
                  </a:srgbClr>
                </a:gs>
                <a:gs pos="100000">
                  <a:srgbClr val="FFFFFF">
                    <a:alpha val="0"/>
                  </a:srgbClr>
                </a:gs>
              </a:gsLst>
              <a:lin ang="0"/>
            </a:gradFill>
          </p:spPr>
        </p:sp>
        <p:sp>
          <p:nvSpPr>
            <p:cNvPr id="11" name="TextBox 11"/>
            <p:cNvSpPr txBox="1"/>
            <p:nvPr/>
          </p:nvSpPr>
          <p:spPr>
            <a:xfrm>
              <a:off x="0" y="-38100"/>
              <a:ext cx="1293827" cy="759602"/>
            </a:xfrm>
            <a:prstGeom prst="rect">
              <a:avLst/>
            </a:prstGeom>
          </p:spPr>
          <p:txBody>
            <a:bodyPr lIns="50800" tIns="50800" rIns="50800" bIns="50800" rtlCol="0" anchor="ctr"/>
            <a:lstStyle/>
            <a:p>
              <a:pPr algn="ctr">
                <a:lnSpc>
                  <a:spcPts val="3360"/>
                </a:lnSpc>
              </a:pPr>
              <a:endParaRPr/>
            </a:p>
          </p:txBody>
        </p:sp>
      </p:grpSp>
      <p:sp>
        <p:nvSpPr>
          <p:cNvPr id="12" name="Freeform 12"/>
          <p:cNvSpPr/>
          <p:nvPr/>
        </p:nvSpPr>
        <p:spPr>
          <a:xfrm flipH="1">
            <a:off x="15098921" y="7441405"/>
            <a:ext cx="4320758" cy="3921088"/>
          </a:xfrm>
          <a:custGeom>
            <a:avLst/>
            <a:gdLst/>
            <a:ahLst/>
            <a:cxnLst/>
            <a:rect l="l" t="t" r="r" b="b"/>
            <a:pathLst>
              <a:path w="4320758" h="3921088">
                <a:moveTo>
                  <a:pt x="4320758" y="0"/>
                </a:moveTo>
                <a:lnTo>
                  <a:pt x="0" y="0"/>
                </a:lnTo>
                <a:lnTo>
                  <a:pt x="0" y="3921088"/>
                </a:lnTo>
                <a:lnTo>
                  <a:pt x="4320758" y="3921088"/>
                </a:lnTo>
                <a:lnTo>
                  <a:pt x="4320758" y="0"/>
                </a:lnTo>
                <a:close/>
              </a:path>
            </a:pathLst>
          </a:custGeom>
          <a:blipFill>
            <a:blip r:embed="rId6"/>
            <a:stretch>
              <a:fillRect/>
            </a:stretch>
          </a:blipFill>
        </p:spPr>
      </p:sp>
      <p:sp>
        <p:nvSpPr>
          <p:cNvPr id="13" name="Freeform 13"/>
          <p:cNvSpPr/>
          <p:nvPr/>
        </p:nvSpPr>
        <p:spPr>
          <a:xfrm>
            <a:off x="375053" y="5464095"/>
            <a:ext cx="2631570" cy="4596630"/>
          </a:xfrm>
          <a:custGeom>
            <a:avLst/>
            <a:gdLst/>
            <a:ahLst/>
            <a:cxnLst/>
            <a:rect l="l" t="t" r="r" b="b"/>
            <a:pathLst>
              <a:path w="2631570" h="4596630">
                <a:moveTo>
                  <a:pt x="0" y="0"/>
                </a:moveTo>
                <a:lnTo>
                  <a:pt x="2631570" y="0"/>
                </a:lnTo>
                <a:lnTo>
                  <a:pt x="2631570" y="4596630"/>
                </a:lnTo>
                <a:lnTo>
                  <a:pt x="0" y="4596630"/>
                </a:lnTo>
                <a:lnTo>
                  <a:pt x="0" y="0"/>
                </a:lnTo>
                <a:close/>
              </a:path>
            </a:pathLst>
          </a:custGeom>
          <a:blipFill>
            <a:blip r:embed="rId7"/>
            <a:stretch>
              <a:fillRect/>
            </a:stretch>
          </a:blipFill>
        </p:spPr>
      </p:sp>
      <p:sp>
        <p:nvSpPr>
          <p:cNvPr id="14" name="Freeform 14"/>
          <p:cNvSpPr/>
          <p:nvPr/>
        </p:nvSpPr>
        <p:spPr>
          <a:xfrm>
            <a:off x="6145874" y="-2550940"/>
            <a:ext cx="5996251" cy="4946907"/>
          </a:xfrm>
          <a:custGeom>
            <a:avLst/>
            <a:gdLst/>
            <a:ahLst/>
            <a:cxnLst/>
            <a:rect l="l" t="t" r="r" b="b"/>
            <a:pathLst>
              <a:path w="5996251" h="4946907">
                <a:moveTo>
                  <a:pt x="0" y="0"/>
                </a:moveTo>
                <a:lnTo>
                  <a:pt x="5996252" y="0"/>
                </a:lnTo>
                <a:lnTo>
                  <a:pt x="5996252" y="4946908"/>
                </a:lnTo>
                <a:lnTo>
                  <a:pt x="0" y="4946908"/>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5" name="TextBox 15"/>
          <p:cNvSpPr txBox="1"/>
          <p:nvPr/>
        </p:nvSpPr>
        <p:spPr>
          <a:xfrm>
            <a:off x="6551918" y="306678"/>
            <a:ext cx="4967240" cy="1873522"/>
          </a:xfrm>
          <a:prstGeom prst="rect">
            <a:avLst/>
          </a:prstGeom>
        </p:spPr>
        <p:txBody>
          <a:bodyPr lIns="0" tIns="0" rIns="0" bIns="0" rtlCol="0" anchor="t">
            <a:spAutoFit/>
          </a:bodyPr>
          <a:lstStyle/>
          <a:p>
            <a:pPr marL="1158154" lvl="1" indent="-579077" algn="l">
              <a:lnSpc>
                <a:spcPts val="7510"/>
              </a:lnSpc>
              <a:spcBef>
                <a:spcPct val="0"/>
              </a:spcBef>
              <a:buAutoNum type="arabicPeriod"/>
            </a:pPr>
            <a:r>
              <a:rPr lang="en-US" sz="5364">
                <a:solidFill>
                  <a:srgbClr val="FFFFFF"/>
                </a:solidFill>
                <a:latin typeface="Cheering Section"/>
                <a:ea typeface="Cheering Section"/>
                <a:cs typeface="Cheering Section"/>
                <a:sym typeface="Cheering Section"/>
              </a:rPr>
              <a:t>Giới thiệu &amp; Khái niệm</a:t>
            </a:r>
          </a:p>
        </p:txBody>
      </p:sp>
      <p:grpSp>
        <p:nvGrpSpPr>
          <p:cNvPr id="16" name="Group 16"/>
          <p:cNvGrpSpPr/>
          <p:nvPr/>
        </p:nvGrpSpPr>
        <p:grpSpPr>
          <a:xfrm>
            <a:off x="9807035" y="2967204"/>
            <a:ext cx="7452265" cy="6434745"/>
            <a:chOff x="0" y="0"/>
            <a:chExt cx="1962737" cy="1694748"/>
          </a:xfrm>
        </p:grpSpPr>
        <p:sp>
          <p:nvSpPr>
            <p:cNvPr id="17" name="Freeform 17"/>
            <p:cNvSpPr/>
            <p:nvPr/>
          </p:nvSpPr>
          <p:spPr>
            <a:xfrm>
              <a:off x="0" y="0"/>
              <a:ext cx="1962737" cy="1694748"/>
            </a:xfrm>
            <a:custGeom>
              <a:avLst/>
              <a:gdLst/>
              <a:ahLst/>
              <a:cxnLst/>
              <a:rect l="l" t="t" r="r" b="b"/>
              <a:pathLst>
                <a:path w="1962737" h="1694748">
                  <a:moveTo>
                    <a:pt x="51943" y="0"/>
                  </a:moveTo>
                  <a:lnTo>
                    <a:pt x="1910793" y="0"/>
                  </a:lnTo>
                  <a:cubicBezTo>
                    <a:pt x="1939481" y="0"/>
                    <a:pt x="1962737" y="23256"/>
                    <a:pt x="1962737" y="51943"/>
                  </a:cubicBezTo>
                  <a:lnTo>
                    <a:pt x="1962737" y="1642804"/>
                  </a:lnTo>
                  <a:cubicBezTo>
                    <a:pt x="1962737" y="1656580"/>
                    <a:pt x="1957264" y="1669792"/>
                    <a:pt x="1947523" y="1679534"/>
                  </a:cubicBezTo>
                  <a:cubicBezTo>
                    <a:pt x="1937782" y="1689275"/>
                    <a:pt x="1924569" y="1694748"/>
                    <a:pt x="1910793" y="1694748"/>
                  </a:cubicBezTo>
                  <a:lnTo>
                    <a:pt x="51943" y="1694748"/>
                  </a:lnTo>
                  <a:cubicBezTo>
                    <a:pt x="23256" y="1694748"/>
                    <a:pt x="0" y="1671492"/>
                    <a:pt x="0" y="1642804"/>
                  </a:cubicBezTo>
                  <a:lnTo>
                    <a:pt x="0" y="51943"/>
                  </a:lnTo>
                  <a:cubicBezTo>
                    <a:pt x="0" y="38167"/>
                    <a:pt x="5473" y="24955"/>
                    <a:pt x="15214" y="15214"/>
                  </a:cubicBezTo>
                  <a:cubicBezTo>
                    <a:pt x="24955" y="5473"/>
                    <a:pt x="38167" y="0"/>
                    <a:pt x="51943" y="0"/>
                  </a:cubicBezTo>
                  <a:close/>
                </a:path>
              </a:pathLst>
            </a:custGeom>
            <a:gradFill rotWithShape="1">
              <a:gsLst>
                <a:gs pos="0">
                  <a:srgbClr val="FFFCFC">
                    <a:alpha val="69000"/>
                  </a:srgbClr>
                </a:gs>
                <a:gs pos="100000">
                  <a:srgbClr val="FFFFFF">
                    <a:alpha val="40000"/>
                  </a:srgbClr>
                </a:gs>
              </a:gsLst>
              <a:lin ang="0"/>
            </a:gradFill>
          </p:spPr>
        </p:sp>
        <p:sp>
          <p:nvSpPr>
            <p:cNvPr id="18" name="TextBox 18"/>
            <p:cNvSpPr txBox="1"/>
            <p:nvPr/>
          </p:nvSpPr>
          <p:spPr>
            <a:xfrm>
              <a:off x="0" y="-38100"/>
              <a:ext cx="1962737" cy="1732848"/>
            </a:xfrm>
            <a:prstGeom prst="rect">
              <a:avLst/>
            </a:prstGeom>
          </p:spPr>
          <p:txBody>
            <a:bodyPr lIns="50800" tIns="50800" rIns="50800" bIns="50800" rtlCol="0" anchor="ctr"/>
            <a:lstStyle/>
            <a:p>
              <a:pPr algn="ctr">
                <a:lnSpc>
                  <a:spcPts val="3360"/>
                </a:lnSpc>
              </a:pPr>
              <a:endParaRPr/>
            </a:p>
          </p:txBody>
        </p:sp>
      </p:grpSp>
      <p:grpSp>
        <p:nvGrpSpPr>
          <p:cNvPr id="19" name="Group 19"/>
          <p:cNvGrpSpPr/>
          <p:nvPr/>
        </p:nvGrpSpPr>
        <p:grpSpPr>
          <a:xfrm>
            <a:off x="9807035" y="2967204"/>
            <a:ext cx="7452265" cy="1666219"/>
            <a:chOff x="0" y="0"/>
            <a:chExt cx="1962737" cy="438840"/>
          </a:xfrm>
        </p:grpSpPr>
        <p:sp>
          <p:nvSpPr>
            <p:cNvPr id="20" name="Freeform 20"/>
            <p:cNvSpPr/>
            <p:nvPr/>
          </p:nvSpPr>
          <p:spPr>
            <a:xfrm>
              <a:off x="0" y="0"/>
              <a:ext cx="1962737" cy="438839"/>
            </a:xfrm>
            <a:custGeom>
              <a:avLst/>
              <a:gdLst/>
              <a:ahLst/>
              <a:cxnLst/>
              <a:rect l="l" t="t" r="r" b="b"/>
              <a:pathLst>
                <a:path w="1962737" h="438839">
                  <a:moveTo>
                    <a:pt x="51943" y="0"/>
                  </a:moveTo>
                  <a:lnTo>
                    <a:pt x="1910793" y="0"/>
                  </a:lnTo>
                  <a:cubicBezTo>
                    <a:pt x="1939481" y="0"/>
                    <a:pt x="1962737" y="23256"/>
                    <a:pt x="1962737" y="51943"/>
                  </a:cubicBezTo>
                  <a:lnTo>
                    <a:pt x="1962737" y="386896"/>
                  </a:lnTo>
                  <a:cubicBezTo>
                    <a:pt x="1962737" y="400672"/>
                    <a:pt x="1957264" y="413884"/>
                    <a:pt x="1947523" y="423626"/>
                  </a:cubicBezTo>
                  <a:cubicBezTo>
                    <a:pt x="1937782" y="433367"/>
                    <a:pt x="1924569" y="438839"/>
                    <a:pt x="1910793" y="438839"/>
                  </a:cubicBezTo>
                  <a:lnTo>
                    <a:pt x="51943" y="438839"/>
                  </a:lnTo>
                  <a:cubicBezTo>
                    <a:pt x="38167" y="438839"/>
                    <a:pt x="24955" y="433367"/>
                    <a:pt x="15214" y="423626"/>
                  </a:cubicBezTo>
                  <a:cubicBezTo>
                    <a:pt x="5473" y="413884"/>
                    <a:pt x="0" y="400672"/>
                    <a:pt x="0" y="386896"/>
                  </a:cubicBezTo>
                  <a:lnTo>
                    <a:pt x="0" y="51943"/>
                  </a:lnTo>
                  <a:cubicBezTo>
                    <a:pt x="0" y="38167"/>
                    <a:pt x="5473" y="24955"/>
                    <a:pt x="15214" y="15214"/>
                  </a:cubicBezTo>
                  <a:cubicBezTo>
                    <a:pt x="24955" y="5473"/>
                    <a:pt x="38167" y="0"/>
                    <a:pt x="51943" y="0"/>
                  </a:cubicBezTo>
                  <a:close/>
                </a:path>
              </a:pathLst>
            </a:custGeom>
            <a:solidFill>
              <a:srgbClr val="FFFFFF">
                <a:alpha val="72941"/>
              </a:srgbClr>
            </a:solidFill>
          </p:spPr>
        </p:sp>
        <p:sp>
          <p:nvSpPr>
            <p:cNvPr id="21" name="TextBox 21"/>
            <p:cNvSpPr txBox="1"/>
            <p:nvPr/>
          </p:nvSpPr>
          <p:spPr>
            <a:xfrm>
              <a:off x="0" y="-38100"/>
              <a:ext cx="1962737" cy="476940"/>
            </a:xfrm>
            <a:prstGeom prst="rect">
              <a:avLst/>
            </a:prstGeom>
          </p:spPr>
          <p:txBody>
            <a:bodyPr lIns="50800" tIns="50800" rIns="50800" bIns="50800" rtlCol="0" anchor="ctr"/>
            <a:lstStyle/>
            <a:p>
              <a:pPr algn="ctr">
                <a:lnSpc>
                  <a:spcPts val="3360"/>
                </a:lnSpc>
              </a:pPr>
              <a:endParaRPr/>
            </a:p>
          </p:txBody>
        </p:sp>
      </p:grpSp>
      <p:grpSp>
        <p:nvGrpSpPr>
          <p:cNvPr id="22" name="Group 22"/>
          <p:cNvGrpSpPr/>
          <p:nvPr/>
        </p:nvGrpSpPr>
        <p:grpSpPr>
          <a:xfrm>
            <a:off x="1028700" y="2967204"/>
            <a:ext cx="7452265" cy="6434745"/>
            <a:chOff x="0" y="0"/>
            <a:chExt cx="1962737" cy="1694748"/>
          </a:xfrm>
        </p:grpSpPr>
        <p:sp>
          <p:nvSpPr>
            <p:cNvPr id="23" name="Freeform 23"/>
            <p:cNvSpPr/>
            <p:nvPr/>
          </p:nvSpPr>
          <p:spPr>
            <a:xfrm>
              <a:off x="0" y="0"/>
              <a:ext cx="1962737" cy="1694748"/>
            </a:xfrm>
            <a:custGeom>
              <a:avLst/>
              <a:gdLst/>
              <a:ahLst/>
              <a:cxnLst/>
              <a:rect l="l" t="t" r="r" b="b"/>
              <a:pathLst>
                <a:path w="1962737" h="1694748">
                  <a:moveTo>
                    <a:pt x="51943" y="0"/>
                  </a:moveTo>
                  <a:lnTo>
                    <a:pt x="1910793" y="0"/>
                  </a:lnTo>
                  <a:cubicBezTo>
                    <a:pt x="1939481" y="0"/>
                    <a:pt x="1962737" y="23256"/>
                    <a:pt x="1962737" y="51943"/>
                  </a:cubicBezTo>
                  <a:lnTo>
                    <a:pt x="1962737" y="1642804"/>
                  </a:lnTo>
                  <a:cubicBezTo>
                    <a:pt x="1962737" y="1656580"/>
                    <a:pt x="1957264" y="1669792"/>
                    <a:pt x="1947523" y="1679534"/>
                  </a:cubicBezTo>
                  <a:cubicBezTo>
                    <a:pt x="1937782" y="1689275"/>
                    <a:pt x="1924569" y="1694748"/>
                    <a:pt x="1910793" y="1694748"/>
                  </a:cubicBezTo>
                  <a:lnTo>
                    <a:pt x="51943" y="1694748"/>
                  </a:lnTo>
                  <a:cubicBezTo>
                    <a:pt x="23256" y="1694748"/>
                    <a:pt x="0" y="1671492"/>
                    <a:pt x="0" y="1642804"/>
                  </a:cubicBezTo>
                  <a:lnTo>
                    <a:pt x="0" y="51943"/>
                  </a:lnTo>
                  <a:cubicBezTo>
                    <a:pt x="0" y="38167"/>
                    <a:pt x="5473" y="24955"/>
                    <a:pt x="15214" y="15214"/>
                  </a:cubicBezTo>
                  <a:cubicBezTo>
                    <a:pt x="24955" y="5473"/>
                    <a:pt x="38167" y="0"/>
                    <a:pt x="51943" y="0"/>
                  </a:cubicBezTo>
                  <a:close/>
                </a:path>
              </a:pathLst>
            </a:custGeom>
            <a:gradFill rotWithShape="1">
              <a:gsLst>
                <a:gs pos="0">
                  <a:srgbClr val="FFFCFC">
                    <a:alpha val="69000"/>
                  </a:srgbClr>
                </a:gs>
                <a:gs pos="100000">
                  <a:srgbClr val="FFFFFF">
                    <a:alpha val="40000"/>
                  </a:srgbClr>
                </a:gs>
              </a:gsLst>
              <a:lin ang="0"/>
            </a:gradFill>
          </p:spPr>
        </p:sp>
        <p:sp>
          <p:nvSpPr>
            <p:cNvPr id="24" name="TextBox 24"/>
            <p:cNvSpPr txBox="1"/>
            <p:nvPr/>
          </p:nvSpPr>
          <p:spPr>
            <a:xfrm>
              <a:off x="0" y="-38100"/>
              <a:ext cx="1962737" cy="1732848"/>
            </a:xfrm>
            <a:prstGeom prst="rect">
              <a:avLst/>
            </a:prstGeom>
          </p:spPr>
          <p:txBody>
            <a:bodyPr lIns="50800" tIns="50800" rIns="50800" bIns="50800" rtlCol="0" anchor="ctr"/>
            <a:lstStyle/>
            <a:p>
              <a:pPr algn="ctr">
                <a:lnSpc>
                  <a:spcPts val="3360"/>
                </a:lnSpc>
              </a:pPr>
              <a:endParaRPr/>
            </a:p>
          </p:txBody>
        </p:sp>
      </p:grpSp>
      <p:grpSp>
        <p:nvGrpSpPr>
          <p:cNvPr id="25" name="Group 25"/>
          <p:cNvGrpSpPr/>
          <p:nvPr/>
        </p:nvGrpSpPr>
        <p:grpSpPr>
          <a:xfrm>
            <a:off x="1028700" y="2967204"/>
            <a:ext cx="7452265" cy="1666219"/>
            <a:chOff x="0" y="0"/>
            <a:chExt cx="1962737" cy="438840"/>
          </a:xfrm>
        </p:grpSpPr>
        <p:sp>
          <p:nvSpPr>
            <p:cNvPr id="26" name="Freeform 26"/>
            <p:cNvSpPr/>
            <p:nvPr/>
          </p:nvSpPr>
          <p:spPr>
            <a:xfrm>
              <a:off x="0" y="0"/>
              <a:ext cx="1962737" cy="438839"/>
            </a:xfrm>
            <a:custGeom>
              <a:avLst/>
              <a:gdLst/>
              <a:ahLst/>
              <a:cxnLst/>
              <a:rect l="l" t="t" r="r" b="b"/>
              <a:pathLst>
                <a:path w="1962737" h="438839">
                  <a:moveTo>
                    <a:pt x="51943" y="0"/>
                  </a:moveTo>
                  <a:lnTo>
                    <a:pt x="1910793" y="0"/>
                  </a:lnTo>
                  <a:cubicBezTo>
                    <a:pt x="1939481" y="0"/>
                    <a:pt x="1962737" y="23256"/>
                    <a:pt x="1962737" y="51943"/>
                  </a:cubicBezTo>
                  <a:lnTo>
                    <a:pt x="1962737" y="386896"/>
                  </a:lnTo>
                  <a:cubicBezTo>
                    <a:pt x="1962737" y="400672"/>
                    <a:pt x="1957264" y="413884"/>
                    <a:pt x="1947523" y="423626"/>
                  </a:cubicBezTo>
                  <a:cubicBezTo>
                    <a:pt x="1937782" y="433367"/>
                    <a:pt x="1924569" y="438839"/>
                    <a:pt x="1910793" y="438839"/>
                  </a:cubicBezTo>
                  <a:lnTo>
                    <a:pt x="51943" y="438839"/>
                  </a:lnTo>
                  <a:cubicBezTo>
                    <a:pt x="38167" y="438839"/>
                    <a:pt x="24955" y="433367"/>
                    <a:pt x="15214" y="423626"/>
                  </a:cubicBezTo>
                  <a:cubicBezTo>
                    <a:pt x="5473" y="413884"/>
                    <a:pt x="0" y="400672"/>
                    <a:pt x="0" y="386896"/>
                  </a:cubicBezTo>
                  <a:lnTo>
                    <a:pt x="0" y="51943"/>
                  </a:lnTo>
                  <a:cubicBezTo>
                    <a:pt x="0" y="38167"/>
                    <a:pt x="5473" y="24955"/>
                    <a:pt x="15214" y="15214"/>
                  </a:cubicBezTo>
                  <a:cubicBezTo>
                    <a:pt x="24955" y="5473"/>
                    <a:pt x="38167" y="0"/>
                    <a:pt x="51943" y="0"/>
                  </a:cubicBezTo>
                  <a:close/>
                </a:path>
              </a:pathLst>
            </a:custGeom>
            <a:solidFill>
              <a:srgbClr val="FFFFFF">
                <a:alpha val="72941"/>
              </a:srgbClr>
            </a:solidFill>
          </p:spPr>
        </p:sp>
        <p:sp>
          <p:nvSpPr>
            <p:cNvPr id="27" name="TextBox 27"/>
            <p:cNvSpPr txBox="1"/>
            <p:nvPr/>
          </p:nvSpPr>
          <p:spPr>
            <a:xfrm>
              <a:off x="0" y="-38100"/>
              <a:ext cx="1962737" cy="476940"/>
            </a:xfrm>
            <a:prstGeom prst="rect">
              <a:avLst/>
            </a:prstGeom>
          </p:spPr>
          <p:txBody>
            <a:bodyPr lIns="50800" tIns="50800" rIns="50800" bIns="50800" rtlCol="0" anchor="ctr"/>
            <a:lstStyle/>
            <a:p>
              <a:pPr algn="ctr">
                <a:lnSpc>
                  <a:spcPts val="3360"/>
                </a:lnSpc>
              </a:pPr>
              <a:endParaRPr/>
            </a:p>
          </p:txBody>
        </p:sp>
      </p:grpSp>
      <p:sp>
        <p:nvSpPr>
          <p:cNvPr id="28" name="TextBox 28"/>
          <p:cNvSpPr txBox="1"/>
          <p:nvPr/>
        </p:nvSpPr>
        <p:spPr>
          <a:xfrm>
            <a:off x="1395987" y="3079376"/>
            <a:ext cx="7278458" cy="1194226"/>
          </a:xfrm>
          <a:prstGeom prst="rect">
            <a:avLst/>
          </a:prstGeom>
        </p:spPr>
        <p:txBody>
          <a:bodyPr lIns="0" tIns="0" rIns="0" bIns="0" rtlCol="0" anchor="t">
            <a:spAutoFit/>
          </a:bodyPr>
          <a:lstStyle/>
          <a:p>
            <a:pPr algn="l">
              <a:lnSpc>
                <a:spcPts val="8709"/>
              </a:lnSpc>
              <a:spcBef>
                <a:spcPct val="0"/>
              </a:spcBef>
            </a:pPr>
            <a:r>
              <a:rPr lang="en-US" sz="6220">
                <a:solidFill>
                  <a:srgbClr val="3F4060"/>
                </a:solidFill>
                <a:latin typeface="Handpicked Seashells"/>
                <a:ea typeface="Handpicked Seashells"/>
                <a:cs typeface="Handpicked Seashells"/>
                <a:sym typeface="Handpicked Seashells"/>
              </a:rPr>
              <a:t>Năng lượng tái tạo là gì?</a:t>
            </a:r>
          </a:p>
        </p:txBody>
      </p:sp>
      <p:sp>
        <p:nvSpPr>
          <p:cNvPr id="29" name="TextBox 29"/>
          <p:cNvSpPr txBox="1"/>
          <p:nvPr/>
        </p:nvSpPr>
        <p:spPr>
          <a:xfrm>
            <a:off x="1028700" y="4925589"/>
            <a:ext cx="6912081" cy="3915816"/>
          </a:xfrm>
          <a:prstGeom prst="rect">
            <a:avLst/>
          </a:prstGeom>
        </p:spPr>
        <p:txBody>
          <a:bodyPr lIns="0" tIns="0" rIns="0" bIns="0" rtlCol="0" anchor="t">
            <a:spAutoFit/>
          </a:bodyPr>
          <a:lstStyle/>
          <a:p>
            <a:pPr marL="800777" lvl="1" indent="-400389" algn="l">
              <a:lnSpc>
                <a:spcPts val="5192"/>
              </a:lnSpc>
              <a:spcBef>
                <a:spcPct val="0"/>
              </a:spcBef>
              <a:buFont typeface="Arial"/>
              <a:buChar char="•"/>
            </a:pPr>
            <a:r>
              <a:rPr lang="en-US" sz="3709" b="1">
                <a:solidFill>
                  <a:srgbClr val="404162"/>
                </a:solidFill>
                <a:latin typeface="Mali Medium"/>
                <a:ea typeface="Mali Medium"/>
                <a:cs typeface="Mali Medium"/>
                <a:sym typeface="Mali Medium"/>
              </a:rPr>
              <a:t>Nguồn năng lượng tự nhiên có khả năng tự phục hồi (mặt trời, gió, nước, sinh khối).</a:t>
            </a:r>
          </a:p>
          <a:p>
            <a:pPr marL="800777" lvl="1" indent="-400389" algn="l">
              <a:lnSpc>
                <a:spcPts val="5192"/>
              </a:lnSpc>
              <a:spcBef>
                <a:spcPct val="0"/>
              </a:spcBef>
              <a:buFont typeface="Arial"/>
              <a:buChar char="•"/>
            </a:pPr>
            <a:r>
              <a:rPr lang="en-US" sz="3709" b="1">
                <a:solidFill>
                  <a:srgbClr val="404162"/>
                </a:solidFill>
                <a:latin typeface="Mali Medium"/>
                <a:ea typeface="Mali Medium"/>
                <a:cs typeface="Mali Medium"/>
                <a:sym typeface="Mali Medium"/>
              </a:rPr>
              <a:t>Giảm ô nhiễm môi trường và hạn chế khí nhà kính.</a:t>
            </a:r>
          </a:p>
        </p:txBody>
      </p:sp>
      <p:sp>
        <p:nvSpPr>
          <p:cNvPr id="30" name="TextBox 30"/>
          <p:cNvSpPr txBox="1"/>
          <p:nvPr/>
        </p:nvSpPr>
        <p:spPr>
          <a:xfrm>
            <a:off x="10614188" y="3079376"/>
            <a:ext cx="5938985" cy="1194226"/>
          </a:xfrm>
          <a:prstGeom prst="rect">
            <a:avLst/>
          </a:prstGeom>
        </p:spPr>
        <p:txBody>
          <a:bodyPr lIns="0" tIns="0" rIns="0" bIns="0" rtlCol="0" anchor="t">
            <a:spAutoFit/>
          </a:bodyPr>
          <a:lstStyle/>
          <a:p>
            <a:pPr algn="l">
              <a:lnSpc>
                <a:spcPts val="8709"/>
              </a:lnSpc>
              <a:spcBef>
                <a:spcPct val="0"/>
              </a:spcBef>
            </a:pPr>
            <a:r>
              <a:rPr lang="en-US" sz="6220">
                <a:solidFill>
                  <a:srgbClr val="3F4060"/>
                </a:solidFill>
                <a:latin typeface="Handpicked Seashells"/>
                <a:ea typeface="Handpicked Seashells"/>
                <a:cs typeface="Handpicked Seashells"/>
                <a:sym typeface="Handpicked Seashells"/>
              </a:rPr>
              <a:t>Tiềm năng tại Gia Lai:</a:t>
            </a:r>
          </a:p>
        </p:txBody>
      </p:sp>
      <p:sp>
        <p:nvSpPr>
          <p:cNvPr id="31" name="TextBox 31"/>
          <p:cNvSpPr txBox="1"/>
          <p:nvPr/>
        </p:nvSpPr>
        <p:spPr>
          <a:xfrm>
            <a:off x="9635100" y="4685259"/>
            <a:ext cx="7553472" cy="4573041"/>
          </a:xfrm>
          <a:prstGeom prst="rect">
            <a:avLst/>
          </a:prstGeom>
        </p:spPr>
        <p:txBody>
          <a:bodyPr wrap="square" lIns="0" tIns="0" rIns="0" bIns="0" rtlCol="0" anchor="t">
            <a:spAutoFit/>
          </a:bodyPr>
          <a:lstStyle/>
          <a:p>
            <a:pPr marL="800777" lvl="1" indent="-400389" algn="l">
              <a:lnSpc>
                <a:spcPts val="5192"/>
              </a:lnSpc>
              <a:spcBef>
                <a:spcPct val="0"/>
              </a:spcBef>
              <a:buFont typeface="Arial"/>
              <a:buChar char="•"/>
            </a:pPr>
            <a:r>
              <a:rPr lang="en-US" sz="3709" b="1">
                <a:solidFill>
                  <a:srgbClr val="404162"/>
                </a:solidFill>
                <a:latin typeface="Mali Medium"/>
                <a:ea typeface="Mali Medium"/>
                <a:cs typeface="Mali Medium"/>
                <a:sym typeface="Mali Medium"/>
              </a:rPr>
              <a:t>Nắng: Nắng nhiều, bức xạ cao.</a:t>
            </a:r>
          </a:p>
          <a:p>
            <a:pPr marL="800777" lvl="1" indent="-400389" algn="l">
              <a:lnSpc>
                <a:spcPts val="5192"/>
              </a:lnSpc>
              <a:spcBef>
                <a:spcPct val="0"/>
              </a:spcBef>
              <a:buFont typeface="Arial"/>
              <a:buChar char="•"/>
            </a:pPr>
            <a:r>
              <a:rPr lang="en-US" sz="3709" b="1">
                <a:solidFill>
                  <a:srgbClr val="404162"/>
                </a:solidFill>
                <a:latin typeface="Mali Medium"/>
                <a:ea typeface="Mali Medium"/>
                <a:cs typeface="Mali Medium"/>
                <a:sym typeface="Mali Medium"/>
              </a:rPr>
              <a:t>Gió: Tốc độ gió lớn, dẫn đầu Tây Nguyên.</a:t>
            </a:r>
          </a:p>
          <a:p>
            <a:pPr marL="800777" lvl="1" indent="-400389" algn="l">
              <a:lnSpc>
                <a:spcPts val="5192"/>
              </a:lnSpc>
              <a:spcBef>
                <a:spcPct val="0"/>
              </a:spcBef>
              <a:buFont typeface="Arial"/>
              <a:buChar char="•"/>
            </a:pPr>
            <a:r>
              <a:rPr lang="en-US" sz="3709" b="1">
                <a:solidFill>
                  <a:srgbClr val="404162"/>
                </a:solidFill>
                <a:latin typeface="Mali Medium"/>
                <a:ea typeface="Mali Medium"/>
                <a:cs typeface="Mali Medium"/>
                <a:sym typeface="Mali Medium"/>
              </a:rPr>
              <a:t>Nước: Sông lớn, địa hình dốc.</a:t>
            </a:r>
          </a:p>
          <a:p>
            <a:pPr marL="800777" lvl="1" indent="-400389" algn="l">
              <a:lnSpc>
                <a:spcPts val="5192"/>
              </a:lnSpc>
              <a:spcBef>
                <a:spcPct val="0"/>
              </a:spcBef>
              <a:buFont typeface="Arial"/>
              <a:buChar char="•"/>
            </a:pPr>
            <a:r>
              <a:rPr lang="en-US" sz="3709" b="1">
                <a:solidFill>
                  <a:srgbClr val="404162"/>
                </a:solidFill>
                <a:latin typeface="Mali Medium"/>
                <a:ea typeface="Mali Medium"/>
                <a:cs typeface="Mali Medium"/>
                <a:sym typeface="Mali Medium"/>
              </a:rPr>
              <a:t>Sinh khối: Nông nghiệp dồi dào.</a:t>
            </a:r>
          </a:p>
        </p:txBody>
      </p:sp>
      <p:sp>
        <p:nvSpPr>
          <p:cNvPr id="32" name="Freeform 32"/>
          <p:cNvSpPr/>
          <p:nvPr/>
        </p:nvSpPr>
        <p:spPr>
          <a:xfrm rot="862837" flipH="1">
            <a:off x="2982645" y="451610"/>
            <a:ext cx="2188123" cy="1911872"/>
          </a:xfrm>
          <a:custGeom>
            <a:avLst/>
            <a:gdLst/>
            <a:ahLst/>
            <a:cxnLst/>
            <a:rect l="l" t="t" r="r" b="b"/>
            <a:pathLst>
              <a:path w="2188123" h="1911872">
                <a:moveTo>
                  <a:pt x="2188122" y="0"/>
                </a:moveTo>
                <a:lnTo>
                  <a:pt x="0" y="0"/>
                </a:lnTo>
                <a:lnTo>
                  <a:pt x="0" y="1911873"/>
                </a:lnTo>
                <a:lnTo>
                  <a:pt x="2188122" y="1911873"/>
                </a:lnTo>
                <a:lnTo>
                  <a:pt x="2188122" y="0"/>
                </a:lnTo>
                <a:close/>
              </a:path>
            </a:pathLst>
          </a:custGeom>
          <a:blipFill>
            <a:blip r:embed="rId9"/>
            <a:stretch>
              <a:fillRect/>
            </a:stretch>
          </a:blipFill>
        </p:spPr>
      </p:sp>
      <p:grpSp>
        <p:nvGrpSpPr>
          <p:cNvPr id="39" name="Group 11">
            <a:extLst>
              <a:ext uri="{FF2B5EF4-FFF2-40B4-BE49-F238E27FC236}">
                <a16:creationId xmlns:a16="http://schemas.microsoft.com/office/drawing/2014/main" id="{EEBB7192-4689-F636-27CF-8E63C1ADF1A9}"/>
              </a:ext>
            </a:extLst>
          </p:cNvPr>
          <p:cNvGrpSpPr/>
          <p:nvPr/>
        </p:nvGrpSpPr>
        <p:grpSpPr>
          <a:xfrm rot="-10800000">
            <a:off x="4659155" y="-11520470"/>
            <a:ext cx="9153945" cy="11250909"/>
            <a:chOff x="0" y="0"/>
            <a:chExt cx="1293827" cy="1590214"/>
          </a:xfrm>
        </p:grpSpPr>
        <p:sp>
          <p:nvSpPr>
            <p:cNvPr id="40" name="Freeform 12">
              <a:extLst>
                <a:ext uri="{FF2B5EF4-FFF2-40B4-BE49-F238E27FC236}">
                  <a16:creationId xmlns:a16="http://schemas.microsoft.com/office/drawing/2014/main" id="{F3E2F5D5-3E9D-60AD-343C-44967CB7A2B8}"/>
                </a:ext>
              </a:extLst>
            </p:cNvPr>
            <p:cNvSpPr/>
            <p:nvPr/>
          </p:nvSpPr>
          <p:spPr>
            <a:xfrm>
              <a:off x="0" y="0"/>
              <a:ext cx="1293827" cy="1590214"/>
            </a:xfrm>
            <a:custGeom>
              <a:avLst/>
              <a:gdLst/>
              <a:ahLst/>
              <a:cxnLst/>
              <a:rect l="l" t="t" r="r" b="b"/>
              <a:pathLst>
                <a:path w="1293827" h="1590214">
                  <a:moveTo>
                    <a:pt x="16518" y="0"/>
                  </a:moveTo>
                  <a:lnTo>
                    <a:pt x="1277309" y="0"/>
                  </a:lnTo>
                  <a:cubicBezTo>
                    <a:pt x="1281690" y="0"/>
                    <a:pt x="1285891" y="1740"/>
                    <a:pt x="1288989" y="4838"/>
                  </a:cubicBezTo>
                  <a:cubicBezTo>
                    <a:pt x="1292087" y="7936"/>
                    <a:pt x="1293827" y="12138"/>
                    <a:pt x="1293827" y="16518"/>
                  </a:cubicBezTo>
                  <a:lnTo>
                    <a:pt x="1293827" y="1573696"/>
                  </a:lnTo>
                  <a:cubicBezTo>
                    <a:pt x="1293827" y="1582819"/>
                    <a:pt x="1286432" y="1590214"/>
                    <a:pt x="1277309" y="1590214"/>
                  </a:cubicBezTo>
                  <a:lnTo>
                    <a:pt x="16518" y="1590214"/>
                  </a:lnTo>
                  <a:cubicBezTo>
                    <a:pt x="7396" y="1590214"/>
                    <a:pt x="0" y="1582819"/>
                    <a:pt x="0" y="1573696"/>
                  </a:cubicBezTo>
                  <a:lnTo>
                    <a:pt x="0" y="16518"/>
                  </a:lnTo>
                  <a:cubicBezTo>
                    <a:pt x="0" y="7396"/>
                    <a:pt x="7396" y="0"/>
                    <a:pt x="16518" y="0"/>
                  </a:cubicBezTo>
                  <a:close/>
                </a:path>
              </a:pathLst>
            </a:custGeom>
            <a:gradFill rotWithShape="1">
              <a:gsLst>
                <a:gs pos="0">
                  <a:srgbClr val="FFFCFC">
                    <a:alpha val="100000"/>
                  </a:srgbClr>
                </a:gs>
                <a:gs pos="100000">
                  <a:srgbClr val="FFFFFF">
                    <a:alpha val="40000"/>
                  </a:srgbClr>
                </a:gs>
              </a:gsLst>
              <a:lin ang="0"/>
            </a:gradFill>
          </p:spPr>
        </p:sp>
        <p:sp>
          <p:nvSpPr>
            <p:cNvPr id="41" name="TextBox 13">
              <a:extLst>
                <a:ext uri="{FF2B5EF4-FFF2-40B4-BE49-F238E27FC236}">
                  <a16:creationId xmlns:a16="http://schemas.microsoft.com/office/drawing/2014/main" id="{CA393A47-594E-14E1-DBDA-D92C43C3C599}"/>
                </a:ext>
              </a:extLst>
            </p:cNvPr>
            <p:cNvSpPr txBox="1"/>
            <p:nvPr/>
          </p:nvSpPr>
          <p:spPr>
            <a:xfrm>
              <a:off x="0" y="-38100"/>
              <a:ext cx="1293827" cy="1628314"/>
            </a:xfrm>
            <a:prstGeom prst="rect">
              <a:avLst/>
            </a:prstGeom>
          </p:spPr>
          <p:txBody>
            <a:bodyPr lIns="50800" tIns="50800" rIns="50800" bIns="50800" rtlCol="0" anchor="ctr"/>
            <a:lstStyle/>
            <a:p>
              <a:pPr algn="ctr">
                <a:lnSpc>
                  <a:spcPts val="3360"/>
                </a:lnSpc>
              </a:pPr>
              <a:endParaRPr/>
            </a:p>
          </p:txBody>
        </p:sp>
      </p:grpSp>
      <p:sp>
        <p:nvSpPr>
          <p:cNvPr id="42" name="TextBox 18">
            <a:extLst>
              <a:ext uri="{FF2B5EF4-FFF2-40B4-BE49-F238E27FC236}">
                <a16:creationId xmlns:a16="http://schemas.microsoft.com/office/drawing/2014/main" id="{B5ABFB52-5318-969E-A1A9-8041734622A1}"/>
              </a:ext>
            </a:extLst>
          </p:cNvPr>
          <p:cNvSpPr txBox="1"/>
          <p:nvPr/>
        </p:nvSpPr>
        <p:spPr>
          <a:xfrm>
            <a:off x="4328651" y="-10097052"/>
            <a:ext cx="9663377" cy="1409348"/>
          </a:xfrm>
          <a:prstGeom prst="rect">
            <a:avLst/>
          </a:prstGeom>
        </p:spPr>
        <p:txBody>
          <a:bodyPr lIns="0" tIns="0" rIns="0" bIns="0" rtlCol="0" anchor="t">
            <a:spAutoFit/>
          </a:bodyPr>
          <a:lstStyle/>
          <a:p>
            <a:pPr algn="ctr">
              <a:lnSpc>
                <a:spcPts val="11569"/>
              </a:lnSpc>
              <a:spcBef>
                <a:spcPct val="0"/>
              </a:spcBef>
            </a:pPr>
            <a:r>
              <a:rPr lang="en-US" sz="8263">
                <a:solidFill>
                  <a:srgbClr val="3F4060"/>
                </a:solidFill>
                <a:latin typeface="Anton"/>
                <a:ea typeface="Anton"/>
                <a:cs typeface="Anton"/>
                <a:sym typeface="Anton"/>
              </a:rPr>
              <a:t>Giới thiệu thành viên</a:t>
            </a:r>
          </a:p>
        </p:txBody>
      </p:sp>
      <p:sp>
        <p:nvSpPr>
          <p:cNvPr id="43" name="TextBox 19">
            <a:extLst>
              <a:ext uri="{FF2B5EF4-FFF2-40B4-BE49-F238E27FC236}">
                <a16:creationId xmlns:a16="http://schemas.microsoft.com/office/drawing/2014/main" id="{E8921637-91D7-6E17-4191-EA8FCABF2BB6}"/>
              </a:ext>
            </a:extLst>
          </p:cNvPr>
          <p:cNvSpPr txBox="1"/>
          <p:nvPr/>
        </p:nvSpPr>
        <p:spPr>
          <a:xfrm>
            <a:off x="5171534" y="-8522962"/>
            <a:ext cx="3580452" cy="5703793"/>
          </a:xfrm>
          <a:prstGeom prst="rect">
            <a:avLst/>
          </a:prstGeom>
        </p:spPr>
        <p:txBody>
          <a:bodyPr lIns="0" tIns="0" rIns="0" bIns="0" rtlCol="0" anchor="t">
            <a:spAutoFit/>
          </a:bodyPr>
          <a:lstStyle/>
          <a:p>
            <a:pPr algn="ctr">
              <a:lnSpc>
                <a:spcPts val="7522"/>
              </a:lnSpc>
            </a:pPr>
            <a:r>
              <a:rPr lang="en-US" sz="5373">
                <a:solidFill>
                  <a:srgbClr val="3F4060"/>
                </a:solidFill>
                <a:latin typeface="Finesse"/>
                <a:ea typeface="Finesse"/>
                <a:cs typeface="Finesse"/>
                <a:sym typeface="Finesse"/>
              </a:rPr>
              <a:t>Kim Ngân</a:t>
            </a:r>
          </a:p>
          <a:p>
            <a:pPr algn="ctr">
              <a:lnSpc>
                <a:spcPts val="7522"/>
              </a:lnSpc>
            </a:pPr>
            <a:r>
              <a:rPr lang="en-US" sz="5373">
                <a:solidFill>
                  <a:srgbClr val="3F4060"/>
                </a:solidFill>
                <a:latin typeface="Finesse"/>
                <a:ea typeface="Finesse"/>
                <a:cs typeface="Finesse"/>
                <a:sym typeface="Finesse"/>
              </a:rPr>
              <a:t>Minh Anh</a:t>
            </a:r>
          </a:p>
          <a:p>
            <a:pPr algn="ctr">
              <a:lnSpc>
                <a:spcPts val="7522"/>
              </a:lnSpc>
            </a:pPr>
            <a:r>
              <a:rPr lang="en-US" sz="5373">
                <a:solidFill>
                  <a:srgbClr val="3F4060"/>
                </a:solidFill>
                <a:latin typeface="Finesse"/>
                <a:ea typeface="Finesse"/>
                <a:cs typeface="Finesse"/>
                <a:sym typeface="Finesse"/>
              </a:rPr>
              <a:t>Bảo Khôi</a:t>
            </a:r>
          </a:p>
          <a:p>
            <a:pPr algn="ctr">
              <a:lnSpc>
                <a:spcPts val="7522"/>
              </a:lnSpc>
            </a:pPr>
            <a:r>
              <a:rPr lang="en-US" sz="5373">
                <a:solidFill>
                  <a:srgbClr val="3F4060"/>
                </a:solidFill>
                <a:latin typeface="Finesse"/>
                <a:ea typeface="Finesse"/>
                <a:cs typeface="Finesse"/>
                <a:sym typeface="Finesse"/>
              </a:rPr>
              <a:t>Diễm Quỳnh</a:t>
            </a:r>
          </a:p>
          <a:p>
            <a:pPr algn="ctr">
              <a:lnSpc>
                <a:spcPts val="7522"/>
              </a:lnSpc>
            </a:pPr>
            <a:r>
              <a:rPr lang="en-US" sz="5373">
                <a:solidFill>
                  <a:srgbClr val="3F4060"/>
                </a:solidFill>
                <a:latin typeface="Finesse"/>
                <a:ea typeface="Finesse"/>
                <a:cs typeface="Finesse"/>
                <a:sym typeface="Finesse"/>
              </a:rPr>
              <a:t>Thanh Vân</a:t>
            </a:r>
          </a:p>
          <a:p>
            <a:pPr algn="ctr">
              <a:lnSpc>
                <a:spcPts val="7522"/>
              </a:lnSpc>
              <a:spcBef>
                <a:spcPct val="0"/>
              </a:spcBef>
            </a:pPr>
            <a:r>
              <a:rPr lang="en-US" sz="5373">
                <a:solidFill>
                  <a:srgbClr val="3F4060"/>
                </a:solidFill>
                <a:latin typeface="Finesse"/>
                <a:ea typeface="Finesse"/>
                <a:cs typeface="Finesse"/>
                <a:sym typeface="Finesse"/>
              </a:rPr>
              <a:t>Phương Anh</a:t>
            </a:r>
          </a:p>
        </p:txBody>
      </p:sp>
      <p:sp>
        <p:nvSpPr>
          <p:cNvPr id="44" name="TextBox 20">
            <a:extLst>
              <a:ext uri="{FF2B5EF4-FFF2-40B4-BE49-F238E27FC236}">
                <a16:creationId xmlns:a16="http://schemas.microsoft.com/office/drawing/2014/main" id="{2E1DA4CD-728B-80D0-E90D-D354BDEAB1C7}"/>
              </a:ext>
            </a:extLst>
          </p:cNvPr>
          <p:cNvSpPr txBox="1"/>
          <p:nvPr/>
        </p:nvSpPr>
        <p:spPr>
          <a:xfrm>
            <a:off x="9521438" y="-8522962"/>
            <a:ext cx="3580452" cy="5703793"/>
          </a:xfrm>
          <a:prstGeom prst="rect">
            <a:avLst/>
          </a:prstGeom>
        </p:spPr>
        <p:txBody>
          <a:bodyPr lIns="0" tIns="0" rIns="0" bIns="0" rtlCol="0" anchor="t">
            <a:spAutoFit/>
          </a:bodyPr>
          <a:lstStyle/>
          <a:p>
            <a:pPr algn="ctr">
              <a:lnSpc>
                <a:spcPts val="7522"/>
              </a:lnSpc>
            </a:pPr>
            <a:r>
              <a:rPr lang="en-US" sz="5373">
                <a:solidFill>
                  <a:srgbClr val="3F4060"/>
                </a:solidFill>
                <a:latin typeface="Finesse"/>
                <a:ea typeface="Finesse"/>
                <a:cs typeface="Finesse"/>
                <a:sym typeface="Finesse"/>
              </a:rPr>
              <a:t>Hoàng Khang</a:t>
            </a:r>
          </a:p>
          <a:p>
            <a:pPr algn="ctr">
              <a:lnSpc>
                <a:spcPts val="7522"/>
              </a:lnSpc>
            </a:pPr>
            <a:r>
              <a:rPr lang="en-US" sz="5373">
                <a:solidFill>
                  <a:srgbClr val="3F4060"/>
                </a:solidFill>
                <a:latin typeface="Finesse"/>
                <a:ea typeface="Finesse"/>
                <a:cs typeface="Finesse"/>
                <a:sym typeface="Finesse"/>
              </a:rPr>
              <a:t>Hải Đăng</a:t>
            </a:r>
          </a:p>
          <a:p>
            <a:pPr algn="ctr">
              <a:lnSpc>
                <a:spcPts val="7522"/>
              </a:lnSpc>
            </a:pPr>
            <a:r>
              <a:rPr lang="en-US" sz="5373">
                <a:solidFill>
                  <a:srgbClr val="3F4060"/>
                </a:solidFill>
                <a:latin typeface="Finesse"/>
                <a:ea typeface="Finesse"/>
                <a:cs typeface="Finesse"/>
                <a:sym typeface="Finesse"/>
              </a:rPr>
              <a:t>Thiên Ân</a:t>
            </a:r>
          </a:p>
          <a:p>
            <a:pPr algn="ctr">
              <a:lnSpc>
                <a:spcPts val="7522"/>
              </a:lnSpc>
            </a:pPr>
            <a:r>
              <a:rPr lang="en-US" sz="5373">
                <a:solidFill>
                  <a:srgbClr val="3F4060"/>
                </a:solidFill>
                <a:latin typeface="Finesse"/>
                <a:ea typeface="Finesse"/>
                <a:cs typeface="Finesse"/>
                <a:sym typeface="Finesse"/>
              </a:rPr>
              <a:t>Như Bình</a:t>
            </a:r>
          </a:p>
          <a:p>
            <a:pPr algn="ctr">
              <a:lnSpc>
                <a:spcPts val="7522"/>
              </a:lnSpc>
            </a:pPr>
            <a:r>
              <a:rPr lang="en-US" sz="5373">
                <a:solidFill>
                  <a:srgbClr val="3F4060"/>
                </a:solidFill>
                <a:latin typeface="Finesse"/>
                <a:ea typeface="Finesse"/>
                <a:cs typeface="Finesse"/>
                <a:sym typeface="Finesse"/>
              </a:rPr>
              <a:t>Hoàng Anh</a:t>
            </a:r>
          </a:p>
          <a:p>
            <a:pPr algn="ctr">
              <a:lnSpc>
                <a:spcPts val="7522"/>
              </a:lnSpc>
              <a:spcBef>
                <a:spcPct val="0"/>
              </a:spcBef>
            </a:pPr>
            <a:r>
              <a:rPr lang="en-US" sz="5373">
                <a:solidFill>
                  <a:srgbClr val="3F4060"/>
                </a:solidFill>
                <a:latin typeface="Finesse"/>
                <a:ea typeface="Finesse"/>
                <a:cs typeface="Finesse"/>
                <a:sym typeface="Finesse"/>
              </a:rPr>
              <a:t>Gia Minh</a:t>
            </a:r>
          </a:p>
        </p:txBody>
      </p:sp>
      <p:sp>
        <p:nvSpPr>
          <p:cNvPr id="48" name="Freeform 6">
            <a:extLst>
              <a:ext uri="{FF2B5EF4-FFF2-40B4-BE49-F238E27FC236}">
                <a16:creationId xmlns:a16="http://schemas.microsoft.com/office/drawing/2014/main" id="{079CE889-2339-6F42-C2B4-CD5725670762}"/>
              </a:ext>
            </a:extLst>
          </p:cNvPr>
          <p:cNvSpPr/>
          <p:nvPr/>
        </p:nvSpPr>
        <p:spPr>
          <a:xfrm>
            <a:off x="-5053114" y="-123985"/>
            <a:ext cx="4478734" cy="7823117"/>
          </a:xfrm>
          <a:custGeom>
            <a:avLst/>
            <a:gdLst/>
            <a:ahLst/>
            <a:cxnLst/>
            <a:rect l="l" t="t" r="r" b="b"/>
            <a:pathLst>
              <a:path w="4478734" h="7823117">
                <a:moveTo>
                  <a:pt x="0" y="0"/>
                </a:moveTo>
                <a:lnTo>
                  <a:pt x="4478735" y="0"/>
                </a:lnTo>
                <a:lnTo>
                  <a:pt x="4478735" y="7823117"/>
                </a:lnTo>
                <a:lnTo>
                  <a:pt x="0" y="7823117"/>
                </a:lnTo>
                <a:lnTo>
                  <a:pt x="0" y="0"/>
                </a:lnTo>
                <a:close/>
              </a:path>
            </a:pathLst>
          </a:custGeom>
          <a:blipFill>
            <a:blip r:embed="rId7"/>
            <a:stretch>
              <a:fillRect/>
            </a:stretch>
          </a:blipFill>
        </p:spPr>
      </p:sp>
      <p:sp>
        <p:nvSpPr>
          <p:cNvPr id="49" name="Freeform 7">
            <a:extLst>
              <a:ext uri="{FF2B5EF4-FFF2-40B4-BE49-F238E27FC236}">
                <a16:creationId xmlns:a16="http://schemas.microsoft.com/office/drawing/2014/main" id="{50A6E7A9-5C0A-E041-2D93-74F171774D5F}"/>
              </a:ext>
            </a:extLst>
          </p:cNvPr>
          <p:cNvSpPr/>
          <p:nvPr/>
        </p:nvSpPr>
        <p:spPr>
          <a:xfrm flipH="1">
            <a:off x="18406717" y="656691"/>
            <a:ext cx="4031798" cy="7042441"/>
          </a:xfrm>
          <a:custGeom>
            <a:avLst/>
            <a:gdLst/>
            <a:ahLst/>
            <a:cxnLst/>
            <a:rect l="l" t="t" r="r" b="b"/>
            <a:pathLst>
              <a:path w="4031798" h="7042441">
                <a:moveTo>
                  <a:pt x="4031798" y="0"/>
                </a:moveTo>
                <a:lnTo>
                  <a:pt x="0" y="0"/>
                </a:lnTo>
                <a:lnTo>
                  <a:pt x="0" y="7042441"/>
                </a:lnTo>
                <a:lnTo>
                  <a:pt x="4031798" y="7042441"/>
                </a:lnTo>
                <a:lnTo>
                  <a:pt x="4031798" y="0"/>
                </a:lnTo>
                <a:close/>
              </a:path>
            </a:pathLst>
          </a:custGeom>
          <a:blipFill>
            <a:blip r:embed="rId7"/>
            <a:stretch>
              <a:fillRect/>
            </a:stretch>
          </a:blipFill>
        </p:spPr>
      </p:sp>
      <p:sp>
        <p:nvSpPr>
          <p:cNvPr id="50" name="Freeform 14">
            <a:extLst>
              <a:ext uri="{FF2B5EF4-FFF2-40B4-BE49-F238E27FC236}">
                <a16:creationId xmlns:a16="http://schemas.microsoft.com/office/drawing/2014/main" id="{B41EC76A-B8C8-4748-BB3D-6178AD1772D7}"/>
              </a:ext>
            </a:extLst>
          </p:cNvPr>
          <p:cNvSpPr/>
          <p:nvPr/>
        </p:nvSpPr>
        <p:spPr>
          <a:xfrm>
            <a:off x="19528746" y="1630753"/>
            <a:ext cx="4814152" cy="12837739"/>
          </a:xfrm>
          <a:custGeom>
            <a:avLst/>
            <a:gdLst/>
            <a:ahLst/>
            <a:cxnLst/>
            <a:rect l="l" t="t" r="r" b="b"/>
            <a:pathLst>
              <a:path w="4814152" h="12837739">
                <a:moveTo>
                  <a:pt x="0" y="0"/>
                </a:moveTo>
                <a:lnTo>
                  <a:pt x="4814152" y="0"/>
                </a:lnTo>
                <a:lnTo>
                  <a:pt x="4814152" y="12837738"/>
                </a:lnTo>
                <a:lnTo>
                  <a:pt x="0" y="12837738"/>
                </a:lnTo>
                <a:lnTo>
                  <a:pt x="0" y="0"/>
                </a:lnTo>
                <a:close/>
              </a:path>
            </a:pathLst>
          </a:custGeom>
          <a:blipFill>
            <a:blip r:embed="rId10"/>
            <a:stretch>
              <a:fillRect/>
            </a:stretch>
          </a:blipFill>
        </p:spPr>
      </p:sp>
      <p:sp>
        <p:nvSpPr>
          <p:cNvPr id="51" name="Freeform 15">
            <a:extLst>
              <a:ext uri="{FF2B5EF4-FFF2-40B4-BE49-F238E27FC236}">
                <a16:creationId xmlns:a16="http://schemas.microsoft.com/office/drawing/2014/main" id="{D1BC235A-4F04-F22B-6EB6-9BE6D0BC3853}"/>
              </a:ext>
            </a:extLst>
          </p:cNvPr>
          <p:cNvSpPr/>
          <p:nvPr/>
        </p:nvSpPr>
        <p:spPr>
          <a:xfrm>
            <a:off x="-7946081" y="1630753"/>
            <a:ext cx="6771162" cy="14143420"/>
          </a:xfrm>
          <a:custGeom>
            <a:avLst/>
            <a:gdLst/>
            <a:ahLst/>
            <a:cxnLst/>
            <a:rect l="l" t="t" r="r" b="b"/>
            <a:pathLst>
              <a:path w="6771162" h="14143420">
                <a:moveTo>
                  <a:pt x="0" y="0"/>
                </a:moveTo>
                <a:lnTo>
                  <a:pt x="6771163" y="0"/>
                </a:lnTo>
                <a:lnTo>
                  <a:pt x="6771163" y="14143420"/>
                </a:lnTo>
                <a:lnTo>
                  <a:pt x="0" y="14143420"/>
                </a:lnTo>
                <a:lnTo>
                  <a:pt x="0" y="0"/>
                </a:lnTo>
                <a:close/>
              </a:path>
            </a:pathLst>
          </a:custGeom>
          <a:blipFill>
            <a:blip r:embed="rId11"/>
            <a:stretch>
              <a:fillRect/>
            </a:stretch>
          </a:blipFill>
        </p:spPr>
      </p:sp>
      <p:grpSp>
        <p:nvGrpSpPr>
          <p:cNvPr id="52" name="Group 13">
            <a:extLst>
              <a:ext uri="{FF2B5EF4-FFF2-40B4-BE49-F238E27FC236}">
                <a16:creationId xmlns:a16="http://schemas.microsoft.com/office/drawing/2014/main" id="{10D4C019-FA8A-1285-4CDA-DE1E3C57CFB9}"/>
              </a:ext>
            </a:extLst>
          </p:cNvPr>
          <p:cNvGrpSpPr/>
          <p:nvPr/>
        </p:nvGrpSpPr>
        <p:grpSpPr>
          <a:xfrm>
            <a:off x="466121" y="12138657"/>
            <a:ext cx="17355758" cy="9173192"/>
            <a:chOff x="0" y="0"/>
            <a:chExt cx="23141010" cy="12230923"/>
          </a:xfrm>
        </p:grpSpPr>
        <p:grpSp>
          <p:nvGrpSpPr>
            <p:cNvPr id="53" name="Group 14">
              <a:extLst>
                <a:ext uri="{FF2B5EF4-FFF2-40B4-BE49-F238E27FC236}">
                  <a16:creationId xmlns:a16="http://schemas.microsoft.com/office/drawing/2014/main" id="{3AD8B1ED-D1DF-243E-B36C-1C10A70ADFD3}"/>
                </a:ext>
              </a:extLst>
            </p:cNvPr>
            <p:cNvGrpSpPr/>
            <p:nvPr/>
          </p:nvGrpSpPr>
          <p:grpSpPr>
            <a:xfrm>
              <a:off x="0" y="0"/>
              <a:ext cx="23141010" cy="12230923"/>
              <a:chOff x="0" y="0"/>
              <a:chExt cx="4571064" cy="2415985"/>
            </a:xfrm>
          </p:grpSpPr>
          <p:sp>
            <p:nvSpPr>
              <p:cNvPr id="57" name="Freeform 15">
                <a:extLst>
                  <a:ext uri="{FF2B5EF4-FFF2-40B4-BE49-F238E27FC236}">
                    <a16:creationId xmlns:a16="http://schemas.microsoft.com/office/drawing/2014/main" id="{589E6443-0836-FF01-7E12-39BAF1723DAF}"/>
                  </a:ext>
                </a:extLst>
              </p:cNvPr>
              <p:cNvSpPr/>
              <p:nvPr/>
            </p:nvSpPr>
            <p:spPr>
              <a:xfrm>
                <a:off x="0" y="0"/>
                <a:ext cx="4571064" cy="2415985"/>
              </a:xfrm>
              <a:custGeom>
                <a:avLst/>
                <a:gdLst/>
                <a:ahLst/>
                <a:cxnLst/>
                <a:rect l="l" t="t" r="r" b="b"/>
                <a:pathLst>
                  <a:path w="4571064" h="2415985">
                    <a:moveTo>
                      <a:pt x="22304" y="0"/>
                    </a:moveTo>
                    <a:lnTo>
                      <a:pt x="4548760" y="0"/>
                    </a:lnTo>
                    <a:cubicBezTo>
                      <a:pt x="4554675" y="0"/>
                      <a:pt x="4560348" y="2350"/>
                      <a:pt x="4564531" y="6533"/>
                    </a:cubicBezTo>
                    <a:cubicBezTo>
                      <a:pt x="4568714" y="10715"/>
                      <a:pt x="4571064" y="16388"/>
                      <a:pt x="4571064" y="22304"/>
                    </a:cubicBezTo>
                    <a:lnTo>
                      <a:pt x="4571064" y="2393681"/>
                    </a:lnTo>
                    <a:cubicBezTo>
                      <a:pt x="4571064" y="2399597"/>
                      <a:pt x="4568714" y="2405270"/>
                      <a:pt x="4564531" y="2409452"/>
                    </a:cubicBezTo>
                    <a:cubicBezTo>
                      <a:pt x="4560348" y="2413635"/>
                      <a:pt x="4554675" y="2415985"/>
                      <a:pt x="4548760" y="2415985"/>
                    </a:cubicBezTo>
                    <a:lnTo>
                      <a:pt x="22304" y="2415985"/>
                    </a:lnTo>
                    <a:cubicBezTo>
                      <a:pt x="16388" y="2415985"/>
                      <a:pt x="10715" y="2413635"/>
                      <a:pt x="6533" y="2409452"/>
                    </a:cubicBezTo>
                    <a:cubicBezTo>
                      <a:pt x="2350" y="2405270"/>
                      <a:pt x="0" y="2399597"/>
                      <a:pt x="0" y="2393681"/>
                    </a:cubicBezTo>
                    <a:lnTo>
                      <a:pt x="0" y="22304"/>
                    </a:lnTo>
                    <a:cubicBezTo>
                      <a:pt x="0" y="16388"/>
                      <a:pt x="2350" y="10715"/>
                      <a:pt x="6533" y="6533"/>
                    </a:cubicBezTo>
                    <a:cubicBezTo>
                      <a:pt x="10715" y="2350"/>
                      <a:pt x="16388" y="0"/>
                      <a:pt x="22304" y="0"/>
                    </a:cubicBezTo>
                    <a:close/>
                  </a:path>
                </a:pathLst>
              </a:custGeom>
              <a:solidFill>
                <a:srgbClr val="FFFFFF">
                  <a:alpha val="43922"/>
                </a:srgbClr>
              </a:solidFill>
            </p:spPr>
          </p:sp>
          <p:sp>
            <p:nvSpPr>
              <p:cNvPr id="58" name="TextBox 16">
                <a:extLst>
                  <a:ext uri="{FF2B5EF4-FFF2-40B4-BE49-F238E27FC236}">
                    <a16:creationId xmlns:a16="http://schemas.microsoft.com/office/drawing/2014/main" id="{D4496B3F-792F-6AF2-B36D-F455436F7828}"/>
                  </a:ext>
                </a:extLst>
              </p:cNvPr>
              <p:cNvSpPr txBox="1"/>
              <p:nvPr/>
            </p:nvSpPr>
            <p:spPr>
              <a:xfrm>
                <a:off x="0" y="-38100"/>
                <a:ext cx="4571064" cy="2454085"/>
              </a:xfrm>
              <a:prstGeom prst="rect">
                <a:avLst/>
              </a:prstGeom>
            </p:spPr>
            <p:txBody>
              <a:bodyPr lIns="50800" tIns="50800" rIns="50800" bIns="50800" rtlCol="0" anchor="ctr"/>
              <a:lstStyle/>
              <a:p>
                <a:pPr algn="ctr">
                  <a:lnSpc>
                    <a:spcPts val="3360"/>
                  </a:lnSpc>
                </a:pPr>
                <a:endParaRPr/>
              </a:p>
            </p:txBody>
          </p:sp>
        </p:grpSp>
        <p:grpSp>
          <p:nvGrpSpPr>
            <p:cNvPr id="54" name="Group 17">
              <a:extLst>
                <a:ext uri="{FF2B5EF4-FFF2-40B4-BE49-F238E27FC236}">
                  <a16:creationId xmlns:a16="http://schemas.microsoft.com/office/drawing/2014/main" id="{9DC01DB9-8B9E-BB1E-DF16-913114FF835C}"/>
                </a:ext>
              </a:extLst>
            </p:cNvPr>
            <p:cNvGrpSpPr/>
            <p:nvPr/>
          </p:nvGrpSpPr>
          <p:grpSpPr>
            <a:xfrm>
              <a:off x="428632" y="352698"/>
              <a:ext cx="22283747" cy="11525527"/>
              <a:chOff x="0" y="0"/>
              <a:chExt cx="4401728" cy="2276647"/>
            </a:xfrm>
          </p:grpSpPr>
          <p:sp>
            <p:nvSpPr>
              <p:cNvPr id="55" name="Freeform 18">
                <a:extLst>
                  <a:ext uri="{FF2B5EF4-FFF2-40B4-BE49-F238E27FC236}">
                    <a16:creationId xmlns:a16="http://schemas.microsoft.com/office/drawing/2014/main" id="{FDD31338-0BFC-AEC1-6E08-CA09936DF728}"/>
                  </a:ext>
                </a:extLst>
              </p:cNvPr>
              <p:cNvSpPr/>
              <p:nvPr/>
            </p:nvSpPr>
            <p:spPr>
              <a:xfrm>
                <a:off x="0" y="0"/>
                <a:ext cx="4401728" cy="2276647"/>
              </a:xfrm>
              <a:custGeom>
                <a:avLst/>
                <a:gdLst/>
                <a:ahLst/>
                <a:cxnLst/>
                <a:rect l="l" t="t" r="r" b="b"/>
                <a:pathLst>
                  <a:path w="4401728" h="2276647">
                    <a:moveTo>
                      <a:pt x="23162" y="0"/>
                    </a:moveTo>
                    <a:lnTo>
                      <a:pt x="4378566" y="0"/>
                    </a:lnTo>
                    <a:cubicBezTo>
                      <a:pt x="4384709" y="0"/>
                      <a:pt x="4390600" y="2440"/>
                      <a:pt x="4394944" y="6784"/>
                    </a:cubicBezTo>
                    <a:cubicBezTo>
                      <a:pt x="4399288" y="11128"/>
                      <a:pt x="4401728" y="17019"/>
                      <a:pt x="4401728" y="23162"/>
                    </a:cubicBezTo>
                    <a:lnTo>
                      <a:pt x="4401728" y="2253486"/>
                    </a:lnTo>
                    <a:cubicBezTo>
                      <a:pt x="4401728" y="2266278"/>
                      <a:pt x="4391358" y="2276647"/>
                      <a:pt x="4378566" y="2276647"/>
                    </a:cubicBezTo>
                    <a:lnTo>
                      <a:pt x="23162" y="2276647"/>
                    </a:lnTo>
                    <a:cubicBezTo>
                      <a:pt x="17019" y="2276647"/>
                      <a:pt x="11128" y="2274207"/>
                      <a:pt x="6784" y="2269863"/>
                    </a:cubicBezTo>
                    <a:cubicBezTo>
                      <a:pt x="2440" y="2265520"/>
                      <a:pt x="0" y="2259629"/>
                      <a:pt x="0" y="2253486"/>
                    </a:cubicBezTo>
                    <a:lnTo>
                      <a:pt x="0" y="23162"/>
                    </a:lnTo>
                    <a:cubicBezTo>
                      <a:pt x="0" y="17019"/>
                      <a:pt x="2440" y="11128"/>
                      <a:pt x="6784" y="6784"/>
                    </a:cubicBezTo>
                    <a:cubicBezTo>
                      <a:pt x="11128" y="2440"/>
                      <a:pt x="17019" y="0"/>
                      <a:pt x="23162" y="0"/>
                    </a:cubicBezTo>
                    <a:close/>
                  </a:path>
                </a:pathLst>
              </a:custGeom>
              <a:solidFill>
                <a:srgbClr val="FFFFFF">
                  <a:alpha val="35686"/>
                </a:srgbClr>
              </a:solidFill>
            </p:spPr>
          </p:sp>
          <p:sp>
            <p:nvSpPr>
              <p:cNvPr id="56" name="TextBox 19">
                <a:extLst>
                  <a:ext uri="{FF2B5EF4-FFF2-40B4-BE49-F238E27FC236}">
                    <a16:creationId xmlns:a16="http://schemas.microsoft.com/office/drawing/2014/main" id="{2D3169D2-7B5B-232A-1443-BC1D95BFD207}"/>
                  </a:ext>
                </a:extLst>
              </p:cNvPr>
              <p:cNvSpPr txBox="1"/>
              <p:nvPr/>
            </p:nvSpPr>
            <p:spPr>
              <a:xfrm>
                <a:off x="0" y="-38100"/>
                <a:ext cx="4401728" cy="2314747"/>
              </a:xfrm>
              <a:prstGeom prst="rect">
                <a:avLst/>
              </a:prstGeom>
            </p:spPr>
            <p:txBody>
              <a:bodyPr lIns="50800" tIns="50800" rIns="50800" bIns="50800" rtlCol="0" anchor="ctr"/>
              <a:lstStyle/>
              <a:p>
                <a:pPr algn="ctr">
                  <a:lnSpc>
                    <a:spcPts val="3360"/>
                  </a:lnSpc>
                </a:pPr>
                <a:endParaRPr/>
              </a:p>
            </p:txBody>
          </p:sp>
        </p:grpSp>
      </p:grpSp>
      <p:grpSp>
        <p:nvGrpSpPr>
          <p:cNvPr id="59" name="Group 22">
            <a:extLst>
              <a:ext uri="{FF2B5EF4-FFF2-40B4-BE49-F238E27FC236}">
                <a16:creationId xmlns:a16="http://schemas.microsoft.com/office/drawing/2014/main" id="{B95930C5-2487-C568-8B92-6143B8E05A04}"/>
              </a:ext>
            </a:extLst>
          </p:cNvPr>
          <p:cNvGrpSpPr/>
          <p:nvPr/>
        </p:nvGrpSpPr>
        <p:grpSpPr>
          <a:xfrm>
            <a:off x="466121" y="-1727239"/>
            <a:ext cx="17355758" cy="1427913"/>
            <a:chOff x="0" y="0"/>
            <a:chExt cx="4571064" cy="376076"/>
          </a:xfrm>
        </p:grpSpPr>
        <p:sp>
          <p:nvSpPr>
            <p:cNvPr id="60" name="Freeform 23">
              <a:extLst>
                <a:ext uri="{FF2B5EF4-FFF2-40B4-BE49-F238E27FC236}">
                  <a16:creationId xmlns:a16="http://schemas.microsoft.com/office/drawing/2014/main" id="{47763299-D8E6-2D55-7AD1-8CF4A10E41AB}"/>
                </a:ext>
              </a:extLst>
            </p:cNvPr>
            <p:cNvSpPr/>
            <p:nvPr/>
          </p:nvSpPr>
          <p:spPr>
            <a:xfrm>
              <a:off x="0" y="0"/>
              <a:ext cx="4571064" cy="376076"/>
            </a:xfrm>
            <a:custGeom>
              <a:avLst/>
              <a:gdLst/>
              <a:ahLst/>
              <a:cxnLst/>
              <a:rect l="l" t="t" r="r" b="b"/>
              <a:pathLst>
                <a:path w="4571064" h="376076">
                  <a:moveTo>
                    <a:pt x="22304" y="0"/>
                  </a:moveTo>
                  <a:lnTo>
                    <a:pt x="4548760" y="0"/>
                  </a:lnTo>
                  <a:cubicBezTo>
                    <a:pt x="4554675" y="0"/>
                    <a:pt x="4560348" y="2350"/>
                    <a:pt x="4564531" y="6533"/>
                  </a:cubicBezTo>
                  <a:cubicBezTo>
                    <a:pt x="4568714" y="10715"/>
                    <a:pt x="4571064" y="16388"/>
                    <a:pt x="4571064" y="22304"/>
                  </a:cubicBezTo>
                  <a:lnTo>
                    <a:pt x="4571064" y="353772"/>
                  </a:lnTo>
                  <a:cubicBezTo>
                    <a:pt x="4571064" y="366090"/>
                    <a:pt x="4561078" y="376076"/>
                    <a:pt x="4548760" y="376076"/>
                  </a:cubicBezTo>
                  <a:lnTo>
                    <a:pt x="22304" y="376076"/>
                  </a:lnTo>
                  <a:cubicBezTo>
                    <a:pt x="16388" y="376076"/>
                    <a:pt x="10715" y="373726"/>
                    <a:pt x="6533" y="369543"/>
                  </a:cubicBezTo>
                  <a:cubicBezTo>
                    <a:pt x="2350" y="365361"/>
                    <a:pt x="0" y="359688"/>
                    <a:pt x="0" y="353772"/>
                  </a:cubicBezTo>
                  <a:lnTo>
                    <a:pt x="0" y="22304"/>
                  </a:lnTo>
                  <a:cubicBezTo>
                    <a:pt x="0" y="16388"/>
                    <a:pt x="2350" y="10715"/>
                    <a:pt x="6533" y="6533"/>
                  </a:cubicBezTo>
                  <a:cubicBezTo>
                    <a:pt x="10715" y="2350"/>
                    <a:pt x="16388" y="0"/>
                    <a:pt x="22304" y="0"/>
                  </a:cubicBezTo>
                  <a:close/>
                </a:path>
              </a:pathLst>
            </a:custGeom>
            <a:solidFill>
              <a:srgbClr val="FFFFFF"/>
            </a:solidFill>
          </p:spPr>
        </p:sp>
        <p:sp>
          <p:nvSpPr>
            <p:cNvPr id="61" name="TextBox 24">
              <a:extLst>
                <a:ext uri="{FF2B5EF4-FFF2-40B4-BE49-F238E27FC236}">
                  <a16:creationId xmlns:a16="http://schemas.microsoft.com/office/drawing/2014/main" id="{61DD07DF-0B03-D113-CEA3-A9F12BE6FBCD}"/>
                </a:ext>
              </a:extLst>
            </p:cNvPr>
            <p:cNvSpPr txBox="1"/>
            <p:nvPr/>
          </p:nvSpPr>
          <p:spPr>
            <a:xfrm>
              <a:off x="0" y="-38100"/>
              <a:ext cx="4571064" cy="414176"/>
            </a:xfrm>
            <a:prstGeom prst="rect">
              <a:avLst/>
            </a:prstGeom>
          </p:spPr>
          <p:txBody>
            <a:bodyPr lIns="50800" tIns="50800" rIns="50800" bIns="50800" rtlCol="0" anchor="ctr"/>
            <a:lstStyle/>
            <a:p>
              <a:pPr algn="ctr">
                <a:lnSpc>
                  <a:spcPts val="3360"/>
                </a:lnSpc>
              </a:pPr>
              <a:endParaRPr/>
            </a:p>
          </p:txBody>
        </p:sp>
      </p:grpSp>
      <p:sp>
        <p:nvSpPr>
          <p:cNvPr id="62" name="TextBox 25">
            <a:extLst>
              <a:ext uri="{FF2B5EF4-FFF2-40B4-BE49-F238E27FC236}">
                <a16:creationId xmlns:a16="http://schemas.microsoft.com/office/drawing/2014/main" id="{AAAA1613-727F-5C6C-85B3-79163B9BDF61}"/>
              </a:ext>
            </a:extLst>
          </p:cNvPr>
          <p:cNvSpPr txBox="1"/>
          <p:nvPr/>
        </p:nvSpPr>
        <p:spPr>
          <a:xfrm>
            <a:off x="3558978" y="-1515105"/>
            <a:ext cx="11170045" cy="921022"/>
          </a:xfrm>
          <a:prstGeom prst="rect">
            <a:avLst/>
          </a:prstGeom>
        </p:spPr>
        <p:txBody>
          <a:bodyPr lIns="0" tIns="0" rIns="0" bIns="0" rtlCol="0" anchor="t">
            <a:spAutoFit/>
          </a:bodyPr>
          <a:lstStyle/>
          <a:p>
            <a:pPr marL="1158154" lvl="1" indent="-579077" algn="l">
              <a:lnSpc>
                <a:spcPts val="7510"/>
              </a:lnSpc>
              <a:spcBef>
                <a:spcPct val="0"/>
              </a:spcBef>
              <a:buAutoNum type="arabicPeriod"/>
            </a:pPr>
            <a:r>
              <a:rPr lang="en-US" sz="5364">
                <a:solidFill>
                  <a:srgbClr val="01544A"/>
                </a:solidFill>
                <a:latin typeface="Cheering Section"/>
                <a:ea typeface="Cheering Section"/>
                <a:cs typeface="Cheering Section"/>
                <a:sym typeface="Cheering Section"/>
              </a:rPr>
              <a:t>Thực trạng phát triển tại Gia Lai</a:t>
            </a:r>
          </a:p>
        </p:txBody>
      </p:sp>
      <p:sp>
        <p:nvSpPr>
          <p:cNvPr id="63" name="TextBox 26">
            <a:extLst>
              <a:ext uri="{FF2B5EF4-FFF2-40B4-BE49-F238E27FC236}">
                <a16:creationId xmlns:a16="http://schemas.microsoft.com/office/drawing/2014/main" id="{622186AF-B420-96C4-A0D9-1CAD74A9F059}"/>
              </a:ext>
            </a:extLst>
          </p:cNvPr>
          <p:cNvSpPr txBox="1"/>
          <p:nvPr/>
        </p:nvSpPr>
        <p:spPr>
          <a:xfrm>
            <a:off x="1483528" y="14029172"/>
            <a:ext cx="14831650" cy="702885"/>
          </a:xfrm>
          <a:prstGeom prst="rect">
            <a:avLst/>
          </a:prstGeom>
        </p:spPr>
        <p:txBody>
          <a:bodyPr wrap="square" lIns="0" tIns="0" rIns="0" bIns="0" rtlCol="0" anchor="t">
            <a:spAutoFit/>
          </a:bodyPr>
          <a:lstStyle/>
          <a:p>
            <a:pPr algn="ctr">
              <a:lnSpc>
                <a:spcPts val="5893"/>
              </a:lnSpc>
              <a:spcBef>
                <a:spcPct val="0"/>
              </a:spcBef>
            </a:pPr>
            <a:r>
              <a:rPr lang="en-US" sz="4209">
                <a:solidFill>
                  <a:srgbClr val="01544A"/>
                </a:solidFill>
                <a:latin typeface="Handpicked Seashells"/>
                <a:ea typeface="Handpicked Seashells"/>
                <a:cs typeface="Handpicked Seashells"/>
                <a:sym typeface="Handpicked Seashells"/>
              </a:rPr>
              <a:t>📊 Quy mô: 88 dự án được phê duyệt quy hoạch — Tổng công suất: 4.362,89 MW.</a:t>
            </a:r>
          </a:p>
        </p:txBody>
      </p:sp>
      <p:sp>
        <p:nvSpPr>
          <p:cNvPr id="64" name="AutoShape 27">
            <a:extLst>
              <a:ext uri="{FF2B5EF4-FFF2-40B4-BE49-F238E27FC236}">
                <a16:creationId xmlns:a16="http://schemas.microsoft.com/office/drawing/2014/main" id="{5584A9E8-2681-B101-B8C9-1557573B9D12}"/>
              </a:ext>
            </a:extLst>
          </p:cNvPr>
          <p:cNvSpPr/>
          <p:nvPr/>
        </p:nvSpPr>
        <p:spPr>
          <a:xfrm>
            <a:off x="1483555" y="15122704"/>
            <a:ext cx="13245495" cy="19050"/>
          </a:xfrm>
          <a:prstGeom prst="line">
            <a:avLst/>
          </a:prstGeom>
          <a:ln w="38100" cap="flat">
            <a:solidFill>
              <a:srgbClr val="01544A"/>
            </a:solidFill>
            <a:prstDash val="solid"/>
            <a:headEnd type="none" w="sm" len="sm"/>
            <a:tailEnd type="none" w="sm" len="sm"/>
          </a:ln>
        </p:spPr>
      </p:sp>
      <p:sp>
        <p:nvSpPr>
          <p:cNvPr id="65" name="TextBox 28">
            <a:extLst>
              <a:ext uri="{FF2B5EF4-FFF2-40B4-BE49-F238E27FC236}">
                <a16:creationId xmlns:a16="http://schemas.microsoft.com/office/drawing/2014/main" id="{57C79235-7325-7D15-9994-CE1A6A4F41D2}"/>
              </a:ext>
            </a:extLst>
          </p:cNvPr>
          <p:cNvSpPr txBox="1"/>
          <p:nvPr/>
        </p:nvSpPr>
        <p:spPr>
          <a:xfrm>
            <a:off x="1418636" y="15230263"/>
            <a:ext cx="14831650" cy="798256"/>
          </a:xfrm>
          <a:prstGeom prst="rect">
            <a:avLst/>
          </a:prstGeom>
        </p:spPr>
        <p:txBody>
          <a:bodyPr lIns="0" tIns="0" rIns="0" bIns="0" rtlCol="0" anchor="t">
            <a:spAutoFit/>
          </a:bodyPr>
          <a:lstStyle/>
          <a:p>
            <a:pPr algn="ctr">
              <a:lnSpc>
                <a:spcPts val="5893"/>
              </a:lnSpc>
              <a:spcBef>
                <a:spcPct val="0"/>
              </a:spcBef>
            </a:pPr>
            <a:r>
              <a:rPr lang="en-US" sz="4209">
                <a:solidFill>
                  <a:srgbClr val="01544A"/>
                </a:solidFill>
                <a:latin typeface="Handpicked Seashells"/>
                <a:ea typeface="Handpicked Seashells"/>
                <a:cs typeface="Handpicked Seashells"/>
                <a:sym typeface="Handpicked Seashells"/>
              </a:rPr>
              <a:t>💧 Thủy điện: 49 dự án đang vận hành (2.251,69 MW) — Tiêu biểu: Thủy điện Ialy.</a:t>
            </a:r>
          </a:p>
        </p:txBody>
      </p:sp>
      <p:sp>
        <p:nvSpPr>
          <p:cNvPr id="66" name="AutoShape 29">
            <a:extLst>
              <a:ext uri="{FF2B5EF4-FFF2-40B4-BE49-F238E27FC236}">
                <a16:creationId xmlns:a16="http://schemas.microsoft.com/office/drawing/2014/main" id="{94431312-AE13-EF8C-BE42-6CFE3681579A}"/>
              </a:ext>
            </a:extLst>
          </p:cNvPr>
          <p:cNvSpPr/>
          <p:nvPr/>
        </p:nvSpPr>
        <p:spPr>
          <a:xfrm>
            <a:off x="1483637" y="16265269"/>
            <a:ext cx="13245495" cy="19050"/>
          </a:xfrm>
          <a:prstGeom prst="line">
            <a:avLst/>
          </a:prstGeom>
          <a:ln w="38100" cap="flat">
            <a:solidFill>
              <a:srgbClr val="01544A"/>
            </a:solidFill>
            <a:prstDash val="solid"/>
            <a:headEnd type="none" w="sm" len="sm"/>
            <a:tailEnd type="none" w="sm" len="sm"/>
          </a:ln>
        </p:spPr>
      </p:sp>
      <p:sp>
        <p:nvSpPr>
          <p:cNvPr id="67" name="TextBox 30">
            <a:extLst>
              <a:ext uri="{FF2B5EF4-FFF2-40B4-BE49-F238E27FC236}">
                <a16:creationId xmlns:a16="http://schemas.microsoft.com/office/drawing/2014/main" id="{C174A649-8360-65CD-8E4F-5F23C17BDA91}"/>
              </a:ext>
            </a:extLst>
          </p:cNvPr>
          <p:cNvSpPr txBox="1"/>
          <p:nvPr/>
        </p:nvSpPr>
        <p:spPr>
          <a:xfrm>
            <a:off x="1483583" y="16299345"/>
            <a:ext cx="13527817" cy="702885"/>
          </a:xfrm>
          <a:prstGeom prst="rect">
            <a:avLst/>
          </a:prstGeom>
        </p:spPr>
        <p:txBody>
          <a:bodyPr wrap="square" lIns="0" tIns="0" rIns="0" bIns="0" rtlCol="0" anchor="t">
            <a:spAutoFit/>
          </a:bodyPr>
          <a:lstStyle/>
          <a:p>
            <a:pPr algn="ctr">
              <a:lnSpc>
                <a:spcPts val="5893"/>
              </a:lnSpc>
              <a:spcBef>
                <a:spcPct val="0"/>
              </a:spcBef>
            </a:pPr>
            <a:r>
              <a:rPr lang="en-US" sz="4209">
                <a:solidFill>
                  <a:srgbClr val="01544A"/>
                </a:solidFill>
                <a:latin typeface="Handpicked Seashells"/>
                <a:ea typeface="Handpicked Seashells"/>
                <a:cs typeface="Handpicked Seashells"/>
                <a:sym typeface="Handpicked Seashells"/>
              </a:rPr>
              <a:t>💨 Điện gió: Đang phát triển mạnh — Tiêu biểu: Hưng Hải Gia Lai, Ia Le 1.</a:t>
            </a:r>
          </a:p>
        </p:txBody>
      </p:sp>
      <p:sp>
        <p:nvSpPr>
          <p:cNvPr id="68" name="AutoShape 31">
            <a:extLst>
              <a:ext uri="{FF2B5EF4-FFF2-40B4-BE49-F238E27FC236}">
                <a16:creationId xmlns:a16="http://schemas.microsoft.com/office/drawing/2014/main" id="{F11F8D35-A4B0-B17F-8452-9409746A8412}"/>
              </a:ext>
            </a:extLst>
          </p:cNvPr>
          <p:cNvSpPr/>
          <p:nvPr/>
        </p:nvSpPr>
        <p:spPr>
          <a:xfrm>
            <a:off x="1483610" y="17396900"/>
            <a:ext cx="13245495" cy="19050"/>
          </a:xfrm>
          <a:prstGeom prst="line">
            <a:avLst/>
          </a:prstGeom>
          <a:ln w="38100" cap="flat">
            <a:solidFill>
              <a:srgbClr val="01544A"/>
            </a:solidFill>
            <a:prstDash val="solid"/>
            <a:headEnd type="none" w="sm" len="sm"/>
            <a:tailEnd type="none" w="sm" len="sm"/>
          </a:ln>
        </p:spPr>
      </p:sp>
      <p:sp>
        <p:nvSpPr>
          <p:cNvPr id="69" name="TextBox 32">
            <a:extLst>
              <a:ext uri="{FF2B5EF4-FFF2-40B4-BE49-F238E27FC236}">
                <a16:creationId xmlns:a16="http://schemas.microsoft.com/office/drawing/2014/main" id="{905E691B-8107-945A-9F33-98196472ABBD}"/>
              </a:ext>
            </a:extLst>
          </p:cNvPr>
          <p:cNvSpPr txBox="1"/>
          <p:nvPr/>
        </p:nvSpPr>
        <p:spPr>
          <a:xfrm>
            <a:off x="1418636" y="17482625"/>
            <a:ext cx="16137058" cy="797953"/>
          </a:xfrm>
          <a:prstGeom prst="rect">
            <a:avLst/>
          </a:prstGeom>
        </p:spPr>
        <p:txBody>
          <a:bodyPr lIns="0" tIns="0" rIns="0" bIns="0" rtlCol="0" anchor="t">
            <a:spAutoFit/>
          </a:bodyPr>
          <a:lstStyle/>
          <a:p>
            <a:pPr algn="l">
              <a:lnSpc>
                <a:spcPts val="5893"/>
              </a:lnSpc>
              <a:spcBef>
                <a:spcPct val="0"/>
              </a:spcBef>
            </a:pPr>
            <a:r>
              <a:rPr lang="en-US" sz="4209">
                <a:solidFill>
                  <a:srgbClr val="01544A"/>
                </a:solidFill>
                <a:latin typeface="Handpicked Seashells"/>
                <a:ea typeface="Handpicked Seashells"/>
                <a:cs typeface="Handpicked Seashells"/>
                <a:sym typeface="Handpicked Seashells"/>
              </a:rPr>
              <a:t>☀️Điện mặt trời: Phát triển diện rộng -Tiêu biểu: Krông Pa và điện mặt trời  mái nhà.</a:t>
            </a:r>
          </a:p>
        </p:txBody>
      </p:sp>
      <p:sp>
        <p:nvSpPr>
          <p:cNvPr id="70" name="AutoShape 33">
            <a:extLst>
              <a:ext uri="{FF2B5EF4-FFF2-40B4-BE49-F238E27FC236}">
                <a16:creationId xmlns:a16="http://schemas.microsoft.com/office/drawing/2014/main" id="{11CF56E4-4233-E5C8-2A2F-281BF9EC198F}"/>
              </a:ext>
            </a:extLst>
          </p:cNvPr>
          <p:cNvSpPr/>
          <p:nvPr/>
        </p:nvSpPr>
        <p:spPr>
          <a:xfrm>
            <a:off x="1554087" y="18490128"/>
            <a:ext cx="13245495" cy="19050"/>
          </a:xfrm>
          <a:prstGeom prst="line">
            <a:avLst/>
          </a:prstGeom>
          <a:ln w="38100" cap="flat">
            <a:solidFill>
              <a:srgbClr val="01544A"/>
            </a:solidFill>
            <a:prstDash val="solid"/>
            <a:headEnd type="none" w="sm" len="sm"/>
            <a:tailEnd type="none" w="sm" len="sm"/>
          </a:ln>
        </p:spPr>
      </p:sp>
      <p:sp>
        <p:nvSpPr>
          <p:cNvPr id="71" name="TextBox 34">
            <a:extLst>
              <a:ext uri="{FF2B5EF4-FFF2-40B4-BE49-F238E27FC236}">
                <a16:creationId xmlns:a16="http://schemas.microsoft.com/office/drawing/2014/main" id="{BE2A2274-B380-529A-EB8E-F953FB920121}"/>
              </a:ext>
            </a:extLst>
          </p:cNvPr>
          <p:cNvSpPr txBox="1"/>
          <p:nvPr/>
        </p:nvSpPr>
        <p:spPr>
          <a:xfrm>
            <a:off x="1418636" y="18555945"/>
            <a:ext cx="16137058" cy="1462965"/>
          </a:xfrm>
          <a:prstGeom prst="rect">
            <a:avLst/>
          </a:prstGeom>
        </p:spPr>
        <p:txBody>
          <a:bodyPr wrap="square" lIns="0" tIns="0" rIns="0" bIns="0" rtlCol="0" anchor="t">
            <a:spAutoFit/>
          </a:bodyPr>
          <a:lstStyle/>
          <a:p>
            <a:pPr algn="l">
              <a:lnSpc>
                <a:spcPts val="5893"/>
              </a:lnSpc>
              <a:spcBef>
                <a:spcPct val="0"/>
              </a:spcBef>
            </a:pPr>
            <a:r>
              <a:rPr lang="en-US" sz="4209">
                <a:solidFill>
                  <a:srgbClr val="01544A"/>
                </a:solidFill>
                <a:latin typeface="Handpicked Seashells"/>
                <a:ea typeface="Handpicked Seashells"/>
                <a:cs typeface="Handpicked Seashells"/>
                <a:sym typeface="Handpicked Seashells"/>
              </a:rPr>
              <a:t>🌾 Điện sinh khối: 2 nhà máy đang vận hành (129,6 MW)-Tận dụng phụ phẩm nông nghiệp.</a:t>
            </a:r>
          </a:p>
        </p:txBody>
      </p:sp>
      <p:sp>
        <p:nvSpPr>
          <p:cNvPr id="73" name="Freeform 6">
            <a:extLst>
              <a:ext uri="{FF2B5EF4-FFF2-40B4-BE49-F238E27FC236}">
                <a16:creationId xmlns:a16="http://schemas.microsoft.com/office/drawing/2014/main" id="{98ACEC80-3BA5-6009-A5BB-1529D08C4722}"/>
              </a:ext>
            </a:extLst>
          </p:cNvPr>
          <p:cNvSpPr/>
          <p:nvPr/>
        </p:nvSpPr>
        <p:spPr>
          <a:xfrm>
            <a:off x="8549518" y="12638629"/>
            <a:ext cx="420871" cy="735146"/>
          </a:xfrm>
          <a:custGeom>
            <a:avLst/>
            <a:gdLst/>
            <a:ahLst/>
            <a:cxnLst/>
            <a:rect l="l" t="t" r="r" b="b"/>
            <a:pathLst>
              <a:path w="420871" h="735146">
                <a:moveTo>
                  <a:pt x="0" y="0"/>
                </a:moveTo>
                <a:lnTo>
                  <a:pt x="420871" y="0"/>
                </a:lnTo>
                <a:lnTo>
                  <a:pt x="420871" y="735147"/>
                </a:lnTo>
                <a:lnTo>
                  <a:pt x="0" y="735147"/>
                </a:lnTo>
                <a:lnTo>
                  <a:pt x="0" y="0"/>
                </a:lnTo>
                <a:close/>
              </a:path>
            </a:pathLst>
          </a:custGeom>
          <a:blipFill>
            <a:blip r:embed="rId7"/>
            <a:stretch>
              <a:fillRect/>
            </a:stretch>
          </a:blipFill>
        </p:spPr>
      </p:sp>
      <p:sp>
        <p:nvSpPr>
          <p:cNvPr id="74" name="Freeform 7">
            <a:extLst>
              <a:ext uri="{FF2B5EF4-FFF2-40B4-BE49-F238E27FC236}">
                <a16:creationId xmlns:a16="http://schemas.microsoft.com/office/drawing/2014/main" id="{03CA840A-E29D-BDA0-14DE-54547F7CE6F2}"/>
              </a:ext>
            </a:extLst>
          </p:cNvPr>
          <p:cNvSpPr/>
          <p:nvPr/>
        </p:nvSpPr>
        <p:spPr>
          <a:xfrm>
            <a:off x="9332221" y="12638629"/>
            <a:ext cx="420871" cy="735146"/>
          </a:xfrm>
          <a:custGeom>
            <a:avLst/>
            <a:gdLst/>
            <a:ahLst/>
            <a:cxnLst/>
            <a:rect l="l" t="t" r="r" b="b"/>
            <a:pathLst>
              <a:path w="420871" h="735146">
                <a:moveTo>
                  <a:pt x="0" y="0"/>
                </a:moveTo>
                <a:lnTo>
                  <a:pt x="420872" y="0"/>
                </a:lnTo>
                <a:lnTo>
                  <a:pt x="420872" y="735147"/>
                </a:lnTo>
                <a:lnTo>
                  <a:pt x="0" y="735147"/>
                </a:lnTo>
                <a:lnTo>
                  <a:pt x="0" y="0"/>
                </a:lnTo>
                <a:close/>
              </a:path>
            </a:pathLst>
          </a:custGeom>
          <a:blipFill>
            <a:blip r:embed="rId7"/>
            <a:stretch>
              <a:fillRect/>
            </a:stretch>
          </a:blipFill>
        </p:spPr>
      </p:sp>
      <p:sp>
        <p:nvSpPr>
          <p:cNvPr id="75" name="Freeform 8">
            <a:extLst>
              <a:ext uri="{FF2B5EF4-FFF2-40B4-BE49-F238E27FC236}">
                <a16:creationId xmlns:a16="http://schemas.microsoft.com/office/drawing/2014/main" id="{41E4D7B8-39F0-7A9C-BFF2-86157B0A1DDB}"/>
              </a:ext>
            </a:extLst>
          </p:cNvPr>
          <p:cNvSpPr/>
          <p:nvPr/>
        </p:nvSpPr>
        <p:spPr>
          <a:xfrm>
            <a:off x="-3226318" y="823805"/>
            <a:ext cx="2880016" cy="5396190"/>
          </a:xfrm>
          <a:custGeom>
            <a:avLst/>
            <a:gdLst/>
            <a:ahLst/>
            <a:cxnLst/>
            <a:rect l="l" t="t" r="r" b="b"/>
            <a:pathLst>
              <a:path w="2880016" h="5396190">
                <a:moveTo>
                  <a:pt x="0" y="0"/>
                </a:moveTo>
                <a:lnTo>
                  <a:pt x="2880017" y="0"/>
                </a:lnTo>
                <a:lnTo>
                  <a:pt x="2880017" y="5396189"/>
                </a:lnTo>
                <a:lnTo>
                  <a:pt x="0" y="5396189"/>
                </a:lnTo>
                <a:lnTo>
                  <a:pt x="0" y="0"/>
                </a:lnTo>
                <a:close/>
              </a:path>
            </a:pathLst>
          </a:custGeom>
          <a:blipFill>
            <a:blip r:embed="rId7"/>
            <a:stretch>
              <a:fillRect l="-2930" r="-4336"/>
            </a:stretch>
          </a:blipFill>
        </p:spPr>
      </p:sp>
      <p:sp>
        <p:nvSpPr>
          <p:cNvPr id="76" name="Freeform 20">
            <a:extLst>
              <a:ext uri="{FF2B5EF4-FFF2-40B4-BE49-F238E27FC236}">
                <a16:creationId xmlns:a16="http://schemas.microsoft.com/office/drawing/2014/main" id="{822908B9-1C57-5343-9845-C930AAE36B3F}"/>
              </a:ext>
            </a:extLst>
          </p:cNvPr>
          <p:cNvSpPr/>
          <p:nvPr/>
        </p:nvSpPr>
        <p:spPr>
          <a:xfrm>
            <a:off x="18663053" y="8020308"/>
            <a:ext cx="6200362" cy="2475984"/>
          </a:xfrm>
          <a:custGeom>
            <a:avLst/>
            <a:gdLst/>
            <a:ahLst/>
            <a:cxnLst/>
            <a:rect l="l" t="t" r="r" b="b"/>
            <a:pathLst>
              <a:path w="6200362" h="2475984">
                <a:moveTo>
                  <a:pt x="0" y="0"/>
                </a:moveTo>
                <a:lnTo>
                  <a:pt x="6200363" y="0"/>
                </a:lnTo>
                <a:lnTo>
                  <a:pt x="6200363" y="2475984"/>
                </a:lnTo>
                <a:lnTo>
                  <a:pt x="0" y="2475984"/>
                </a:lnTo>
                <a:lnTo>
                  <a:pt x="0" y="0"/>
                </a:lnTo>
                <a:close/>
              </a:path>
            </a:pathLst>
          </a:custGeom>
          <a:blipFill>
            <a:blip>
              <a:extLst>
                <a:ext uri="{96DAC541-7B7A-43D3-8B79-37D633B846F1}">
                  <asvg:svgBlip xmlns:asvg="http://schemas.microsoft.com/office/drawing/2016/SVG/main" r:embed="rId12"/>
                </a:ext>
              </a:extLst>
            </a:blip>
            <a:stretch>
              <a:fillRect/>
            </a:stretch>
          </a:blipFill>
        </p:spPr>
      </p:sp>
      <p:sp>
        <p:nvSpPr>
          <p:cNvPr id="77" name="Freeform 21">
            <a:extLst>
              <a:ext uri="{FF2B5EF4-FFF2-40B4-BE49-F238E27FC236}">
                <a16:creationId xmlns:a16="http://schemas.microsoft.com/office/drawing/2014/main" id="{1390FEFA-5C7C-6973-E3F9-172D3D5EB020}"/>
              </a:ext>
            </a:extLst>
          </p:cNvPr>
          <p:cNvSpPr/>
          <p:nvPr/>
        </p:nvSpPr>
        <p:spPr>
          <a:xfrm flipH="1">
            <a:off x="-6246079" y="8250006"/>
            <a:ext cx="6200362" cy="2475984"/>
          </a:xfrm>
          <a:custGeom>
            <a:avLst/>
            <a:gdLst/>
            <a:ahLst/>
            <a:cxnLst/>
            <a:rect l="l" t="t" r="r" b="b"/>
            <a:pathLst>
              <a:path w="6200362" h="2475984">
                <a:moveTo>
                  <a:pt x="6200362" y="0"/>
                </a:moveTo>
                <a:lnTo>
                  <a:pt x="0" y="0"/>
                </a:lnTo>
                <a:lnTo>
                  <a:pt x="0" y="2475984"/>
                </a:lnTo>
                <a:lnTo>
                  <a:pt x="6200362" y="2475984"/>
                </a:lnTo>
                <a:lnTo>
                  <a:pt x="6200362" y="0"/>
                </a:lnTo>
                <a:close/>
              </a:path>
            </a:pathLst>
          </a:custGeom>
          <a:blipFill>
            <a:blip>
              <a:extLst>
                <a:ext uri="{96DAC541-7B7A-43D3-8B79-37D633B846F1}">
                  <asvg:svgBlip xmlns:asvg="http://schemas.microsoft.com/office/drawing/2016/SVG/main" r:embed="rId12"/>
                </a:ext>
              </a:extLst>
            </a:blip>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14:presetBounceEnd="74000">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14:bounceEnd="74000">
                                          <p:cBhvr additive="base">
                                            <p:cTn id="7" dur="1000" fill="hold"/>
                                            <p:tgtEl>
                                              <p:spTgt spid="15"/>
                                            </p:tgtEl>
                                            <p:attrNameLst>
                                              <p:attrName>ppt_x</p:attrName>
                                            </p:attrNameLst>
                                          </p:cBhvr>
                                          <p:tavLst>
                                            <p:tav tm="0">
                                              <p:val>
                                                <p:strVal val="#ppt_x"/>
                                              </p:val>
                                            </p:tav>
                                            <p:tav tm="100000">
                                              <p:val>
                                                <p:strVal val="#ppt_x"/>
                                              </p:val>
                                            </p:tav>
                                          </p:tavLst>
                                        </p:anim>
                                        <p:anim calcmode="lin" valueType="num" p14:bounceEnd="74000">
                                          <p:cBhvr additive="base">
                                            <p:cTn id="8" dur="1000" fill="hold"/>
                                            <p:tgtEl>
                                              <p:spTgt spid="15"/>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14:presetBounceEnd="74000">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14:bounceEnd="74000">
                                          <p:cBhvr additive="base">
                                            <p:cTn id="11" dur="1000" fill="hold"/>
                                            <p:tgtEl>
                                              <p:spTgt spid="14"/>
                                            </p:tgtEl>
                                            <p:attrNameLst>
                                              <p:attrName>ppt_x</p:attrName>
                                            </p:attrNameLst>
                                          </p:cBhvr>
                                          <p:tavLst>
                                            <p:tav tm="0">
                                              <p:val>
                                                <p:strVal val="#ppt_x"/>
                                              </p:val>
                                            </p:tav>
                                            <p:tav tm="100000">
                                              <p:val>
                                                <p:strVal val="#ppt_x"/>
                                              </p:val>
                                            </p:tav>
                                          </p:tavLst>
                                        </p:anim>
                                        <p:anim calcmode="lin" valueType="num" p14:bounceEnd="74000">
                                          <p:cBhvr additive="base">
                                            <p:cTn id="12" dur="1000" fill="hold"/>
                                            <p:tgtEl>
                                              <p:spTgt spid="1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1000" fill="hold"/>
                                            <p:tgtEl>
                                              <p:spTgt spid="15"/>
                                            </p:tgtEl>
                                            <p:attrNameLst>
                                              <p:attrName>ppt_x</p:attrName>
                                            </p:attrNameLst>
                                          </p:cBhvr>
                                          <p:tavLst>
                                            <p:tav tm="0">
                                              <p:val>
                                                <p:strVal val="#ppt_x"/>
                                              </p:val>
                                            </p:tav>
                                            <p:tav tm="100000">
                                              <p:val>
                                                <p:strVal val="#ppt_x"/>
                                              </p:val>
                                            </p:tav>
                                          </p:tavLst>
                                        </p:anim>
                                        <p:anim calcmode="lin" valueType="num">
                                          <p:cBhvr additive="base">
                                            <p:cTn id="8" dur="1000" fill="hold"/>
                                            <p:tgtEl>
                                              <p:spTgt spid="15"/>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1000" fill="hold"/>
                                            <p:tgtEl>
                                              <p:spTgt spid="14"/>
                                            </p:tgtEl>
                                            <p:attrNameLst>
                                              <p:attrName>ppt_x</p:attrName>
                                            </p:attrNameLst>
                                          </p:cBhvr>
                                          <p:tavLst>
                                            <p:tav tm="0">
                                              <p:val>
                                                <p:strVal val="#ppt_x"/>
                                              </p:val>
                                            </p:tav>
                                            <p:tav tm="100000">
                                              <p:val>
                                                <p:strVal val="#ppt_x"/>
                                              </p:val>
                                            </p:tav>
                                          </p:tavLst>
                                        </p:anim>
                                        <p:anim calcmode="lin" valueType="num">
                                          <p:cBhvr additive="base">
                                            <p:cTn id="12" dur="1000" fill="hold"/>
                                            <p:tgtEl>
                                              <p:spTgt spid="1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 name="Group 6">
            <a:extLst>
              <a:ext uri="{FF2B5EF4-FFF2-40B4-BE49-F238E27FC236}">
                <a16:creationId xmlns:a16="http://schemas.microsoft.com/office/drawing/2014/main" id="{6EADC005-3076-7826-A17B-05A987B157C8}"/>
              </a:ext>
            </a:extLst>
          </p:cNvPr>
          <p:cNvGrpSpPr/>
          <p:nvPr/>
        </p:nvGrpSpPr>
        <p:grpSpPr>
          <a:xfrm>
            <a:off x="6133105" y="10523841"/>
            <a:ext cx="11468964" cy="9102125"/>
            <a:chOff x="0" y="0"/>
            <a:chExt cx="801609" cy="636181"/>
          </a:xfrm>
        </p:grpSpPr>
        <p:sp>
          <p:nvSpPr>
            <p:cNvPr id="79" name="Freeform 7">
              <a:extLst>
                <a:ext uri="{FF2B5EF4-FFF2-40B4-BE49-F238E27FC236}">
                  <a16:creationId xmlns:a16="http://schemas.microsoft.com/office/drawing/2014/main" id="{73876BB5-8B30-B821-6E5B-9EAAE0003416}"/>
                </a:ext>
              </a:extLst>
            </p:cNvPr>
            <p:cNvSpPr/>
            <p:nvPr/>
          </p:nvSpPr>
          <p:spPr>
            <a:xfrm>
              <a:off x="0" y="0"/>
              <a:ext cx="801609" cy="636181"/>
            </a:xfrm>
            <a:custGeom>
              <a:avLst/>
              <a:gdLst/>
              <a:ahLst/>
              <a:cxnLst/>
              <a:rect l="l" t="t" r="r" b="b"/>
              <a:pathLst>
                <a:path w="801609" h="636181">
                  <a:moveTo>
                    <a:pt x="13184" y="0"/>
                  </a:moveTo>
                  <a:lnTo>
                    <a:pt x="788424" y="0"/>
                  </a:lnTo>
                  <a:cubicBezTo>
                    <a:pt x="795706" y="0"/>
                    <a:pt x="801609" y="5903"/>
                    <a:pt x="801609" y="13184"/>
                  </a:cubicBezTo>
                  <a:lnTo>
                    <a:pt x="801609" y="622997"/>
                  </a:lnTo>
                  <a:cubicBezTo>
                    <a:pt x="801609" y="630279"/>
                    <a:pt x="795706" y="636181"/>
                    <a:pt x="788424" y="636181"/>
                  </a:cubicBezTo>
                  <a:lnTo>
                    <a:pt x="13184" y="636181"/>
                  </a:lnTo>
                  <a:cubicBezTo>
                    <a:pt x="5903" y="636181"/>
                    <a:pt x="0" y="630279"/>
                    <a:pt x="0" y="622997"/>
                  </a:cubicBezTo>
                  <a:lnTo>
                    <a:pt x="0" y="13184"/>
                  </a:lnTo>
                  <a:cubicBezTo>
                    <a:pt x="0" y="5903"/>
                    <a:pt x="5903" y="0"/>
                    <a:pt x="13184" y="0"/>
                  </a:cubicBezTo>
                  <a:close/>
                </a:path>
              </a:pathLst>
            </a:custGeom>
            <a:gradFill rotWithShape="1">
              <a:gsLst>
                <a:gs pos="0">
                  <a:srgbClr val="FFFCFC">
                    <a:alpha val="69000"/>
                  </a:srgbClr>
                </a:gs>
                <a:gs pos="100000">
                  <a:srgbClr val="FFFFFF">
                    <a:alpha val="40000"/>
                  </a:srgbClr>
                </a:gs>
              </a:gsLst>
              <a:lin ang="0"/>
            </a:gradFill>
          </p:spPr>
        </p:sp>
        <p:sp>
          <p:nvSpPr>
            <p:cNvPr id="80" name="TextBox 8">
              <a:extLst>
                <a:ext uri="{FF2B5EF4-FFF2-40B4-BE49-F238E27FC236}">
                  <a16:creationId xmlns:a16="http://schemas.microsoft.com/office/drawing/2014/main" id="{51D5E9B7-36CF-812A-BC07-C6ED3B71B642}"/>
                </a:ext>
              </a:extLst>
            </p:cNvPr>
            <p:cNvSpPr txBox="1"/>
            <p:nvPr/>
          </p:nvSpPr>
          <p:spPr>
            <a:xfrm>
              <a:off x="0" y="-38100"/>
              <a:ext cx="801609" cy="674281"/>
            </a:xfrm>
            <a:prstGeom prst="rect">
              <a:avLst/>
            </a:prstGeom>
          </p:spPr>
          <p:txBody>
            <a:bodyPr lIns="56476" tIns="56476" rIns="56476" bIns="56476" rtlCol="0" anchor="ctr"/>
            <a:lstStyle/>
            <a:p>
              <a:pPr algn="ctr">
                <a:lnSpc>
                  <a:spcPts val="3360"/>
                </a:lnSpc>
              </a:pPr>
              <a:endParaRPr/>
            </a:p>
          </p:txBody>
        </p:sp>
      </p:grpSp>
      <p:grpSp>
        <p:nvGrpSpPr>
          <p:cNvPr id="81" name="Group 6">
            <a:extLst>
              <a:ext uri="{FF2B5EF4-FFF2-40B4-BE49-F238E27FC236}">
                <a16:creationId xmlns:a16="http://schemas.microsoft.com/office/drawing/2014/main" id="{0E5376E0-9EAA-C2AF-1229-9BF4A1B99125}"/>
              </a:ext>
            </a:extLst>
          </p:cNvPr>
          <p:cNvGrpSpPr/>
          <p:nvPr/>
        </p:nvGrpSpPr>
        <p:grpSpPr>
          <a:xfrm>
            <a:off x="5729980" y="11055426"/>
            <a:ext cx="11468964" cy="9102125"/>
            <a:chOff x="0" y="0"/>
            <a:chExt cx="801609" cy="636181"/>
          </a:xfrm>
        </p:grpSpPr>
        <p:sp>
          <p:nvSpPr>
            <p:cNvPr id="82" name="Freeform 7">
              <a:extLst>
                <a:ext uri="{FF2B5EF4-FFF2-40B4-BE49-F238E27FC236}">
                  <a16:creationId xmlns:a16="http://schemas.microsoft.com/office/drawing/2014/main" id="{885F69A7-D950-9149-0EB0-F54FA2C4E8E0}"/>
                </a:ext>
              </a:extLst>
            </p:cNvPr>
            <p:cNvSpPr/>
            <p:nvPr/>
          </p:nvSpPr>
          <p:spPr>
            <a:xfrm>
              <a:off x="0" y="0"/>
              <a:ext cx="801609" cy="636181"/>
            </a:xfrm>
            <a:custGeom>
              <a:avLst/>
              <a:gdLst/>
              <a:ahLst/>
              <a:cxnLst/>
              <a:rect l="l" t="t" r="r" b="b"/>
              <a:pathLst>
                <a:path w="801609" h="636181">
                  <a:moveTo>
                    <a:pt x="13184" y="0"/>
                  </a:moveTo>
                  <a:lnTo>
                    <a:pt x="788424" y="0"/>
                  </a:lnTo>
                  <a:cubicBezTo>
                    <a:pt x="795706" y="0"/>
                    <a:pt x="801609" y="5903"/>
                    <a:pt x="801609" y="13184"/>
                  </a:cubicBezTo>
                  <a:lnTo>
                    <a:pt x="801609" y="622997"/>
                  </a:lnTo>
                  <a:cubicBezTo>
                    <a:pt x="801609" y="630279"/>
                    <a:pt x="795706" y="636181"/>
                    <a:pt x="788424" y="636181"/>
                  </a:cubicBezTo>
                  <a:lnTo>
                    <a:pt x="13184" y="636181"/>
                  </a:lnTo>
                  <a:cubicBezTo>
                    <a:pt x="5903" y="636181"/>
                    <a:pt x="0" y="630279"/>
                    <a:pt x="0" y="622997"/>
                  </a:cubicBezTo>
                  <a:lnTo>
                    <a:pt x="0" y="13184"/>
                  </a:lnTo>
                  <a:cubicBezTo>
                    <a:pt x="0" y="5903"/>
                    <a:pt x="5903" y="0"/>
                    <a:pt x="13184" y="0"/>
                  </a:cubicBezTo>
                  <a:close/>
                </a:path>
              </a:pathLst>
            </a:custGeom>
            <a:gradFill rotWithShape="1">
              <a:gsLst>
                <a:gs pos="0">
                  <a:srgbClr val="FFFCFC">
                    <a:alpha val="69000"/>
                  </a:srgbClr>
                </a:gs>
                <a:gs pos="100000">
                  <a:srgbClr val="FFFFFF">
                    <a:alpha val="40000"/>
                  </a:srgbClr>
                </a:gs>
              </a:gsLst>
              <a:lin ang="0"/>
            </a:gradFill>
          </p:spPr>
        </p:sp>
        <p:sp>
          <p:nvSpPr>
            <p:cNvPr id="83" name="TextBox 8">
              <a:extLst>
                <a:ext uri="{FF2B5EF4-FFF2-40B4-BE49-F238E27FC236}">
                  <a16:creationId xmlns:a16="http://schemas.microsoft.com/office/drawing/2014/main" id="{5A99A16E-858A-D8F0-3DCE-DE8035338E64}"/>
                </a:ext>
              </a:extLst>
            </p:cNvPr>
            <p:cNvSpPr txBox="1"/>
            <p:nvPr/>
          </p:nvSpPr>
          <p:spPr>
            <a:xfrm>
              <a:off x="0" y="-38100"/>
              <a:ext cx="801609" cy="674281"/>
            </a:xfrm>
            <a:prstGeom prst="rect">
              <a:avLst/>
            </a:prstGeom>
          </p:spPr>
          <p:txBody>
            <a:bodyPr lIns="56476" tIns="56476" rIns="56476" bIns="56476" rtlCol="0" anchor="ctr"/>
            <a:lstStyle/>
            <a:p>
              <a:pPr algn="ctr">
                <a:lnSpc>
                  <a:spcPts val="3360"/>
                </a:lnSpc>
              </a:pPr>
              <a:endParaRPr/>
            </a:p>
          </p:txBody>
        </p:sp>
      </p:grpSp>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7439" b="-77439"/>
            </a:stretch>
          </a:blipFill>
        </p:spPr>
      </p:sp>
      <p:sp>
        <p:nvSpPr>
          <p:cNvPr id="3" name="Freeform 3"/>
          <p:cNvSpPr/>
          <p:nvPr/>
        </p:nvSpPr>
        <p:spPr>
          <a:xfrm>
            <a:off x="11149923" y="-155292"/>
            <a:ext cx="9031048" cy="5034810"/>
          </a:xfrm>
          <a:custGeom>
            <a:avLst/>
            <a:gdLst/>
            <a:ahLst/>
            <a:cxnLst/>
            <a:rect l="l" t="t" r="r" b="b"/>
            <a:pathLst>
              <a:path w="9031048" h="5034810">
                <a:moveTo>
                  <a:pt x="0" y="0"/>
                </a:moveTo>
                <a:lnTo>
                  <a:pt x="9031048" y="0"/>
                </a:lnTo>
                <a:lnTo>
                  <a:pt x="9031048" y="5034809"/>
                </a:lnTo>
                <a:lnTo>
                  <a:pt x="0" y="5034809"/>
                </a:lnTo>
                <a:lnTo>
                  <a:pt x="0" y="0"/>
                </a:lnTo>
                <a:close/>
              </a:path>
            </a:pathLst>
          </a:custGeom>
          <a:blipFill>
            <a:blip r:embed="rId3"/>
            <a:stretch>
              <a:fillRect/>
            </a:stretch>
          </a:blipFill>
        </p:spPr>
      </p:sp>
      <p:sp>
        <p:nvSpPr>
          <p:cNvPr id="4" name="Freeform 4"/>
          <p:cNvSpPr/>
          <p:nvPr/>
        </p:nvSpPr>
        <p:spPr>
          <a:xfrm>
            <a:off x="-3439327" y="-155292"/>
            <a:ext cx="9031048" cy="5034810"/>
          </a:xfrm>
          <a:custGeom>
            <a:avLst/>
            <a:gdLst/>
            <a:ahLst/>
            <a:cxnLst/>
            <a:rect l="l" t="t" r="r" b="b"/>
            <a:pathLst>
              <a:path w="9031048" h="5034810">
                <a:moveTo>
                  <a:pt x="0" y="0"/>
                </a:moveTo>
                <a:lnTo>
                  <a:pt x="9031048" y="0"/>
                </a:lnTo>
                <a:lnTo>
                  <a:pt x="9031048" y="5034809"/>
                </a:lnTo>
                <a:lnTo>
                  <a:pt x="0" y="5034809"/>
                </a:lnTo>
                <a:lnTo>
                  <a:pt x="0" y="0"/>
                </a:lnTo>
                <a:close/>
              </a:path>
            </a:pathLst>
          </a:custGeom>
          <a:blipFill>
            <a:blip r:embed="rId3"/>
            <a:stretch>
              <a:fillRect/>
            </a:stretch>
          </a:blipFill>
        </p:spPr>
      </p:sp>
      <p:sp>
        <p:nvSpPr>
          <p:cNvPr id="5" name="Freeform 5"/>
          <p:cNvSpPr/>
          <p:nvPr/>
        </p:nvSpPr>
        <p:spPr>
          <a:xfrm>
            <a:off x="-2863912" y="3015110"/>
            <a:ext cx="25363254" cy="7271890"/>
          </a:xfrm>
          <a:custGeom>
            <a:avLst/>
            <a:gdLst/>
            <a:ahLst/>
            <a:cxnLst/>
            <a:rect l="l" t="t" r="r" b="b"/>
            <a:pathLst>
              <a:path w="25363254" h="7271890">
                <a:moveTo>
                  <a:pt x="0" y="0"/>
                </a:moveTo>
                <a:lnTo>
                  <a:pt x="25363254" y="0"/>
                </a:lnTo>
                <a:lnTo>
                  <a:pt x="25363254" y="7271890"/>
                </a:lnTo>
                <a:lnTo>
                  <a:pt x="0" y="7271890"/>
                </a:lnTo>
                <a:lnTo>
                  <a:pt x="0" y="0"/>
                </a:lnTo>
                <a:close/>
              </a:path>
            </a:pathLst>
          </a:custGeom>
          <a:blipFill>
            <a:blip>
              <a:extLst>
                <a:ext uri="{96DAC541-7B7A-43D3-8B79-37D633B846F1}">
                  <asvg:svgBlip xmlns:asvg="http://schemas.microsoft.com/office/drawing/2016/SVG/main" r:embed="rId4"/>
                </a:ext>
              </a:extLst>
            </a:blip>
            <a:stretch>
              <a:fillRect t="-71998"/>
            </a:stretch>
          </a:blipFill>
        </p:spPr>
      </p:sp>
      <p:sp>
        <p:nvSpPr>
          <p:cNvPr id="6" name="Freeform 6"/>
          <p:cNvSpPr/>
          <p:nvPr/>
        </p:nvSpPr>
        <p:spPr>
          <a:xfrm>
            <a:off x="8549518" y="6219995"/>
            <a:ext cx="420871" cy="735146"/>
          </a:xfrm>
          <a:custGeom>
            <a:avLst/>
            <a:gdLst/>
            <a:ahLst/>
            <a:cxnLst/>
            <a:rect l="l" t="t" r="r" b="b"/>
            <a:pathLst>
              <a:path w="420871" h="735146">
                <a:moveTo>
                  <a:pt x="0" y="0"/>
                </a:moveTo>
                <a:lnTo>
                  <a:pt x="420871" y="0"/>
                </a:lnTo>
                <a:lnTo>
                  <a:pt x="420871" y="735147"/>
                </a:lnTo>
                <a:lnTo>
                  <a:pt x="0" y="735147"/>
                </a:lnTo>
                <a:lnTo>
                  <a:pt x="0" y="0"/>
                </a:lnTo>
                <a:close/>
              </a:path>
            </a:pathLst>
          </a:custGeom>
          <a:blipFill>
            <a:blip r:embed="rId5"/>
            <a:stretch>
              <a:fillRect/>
            </a:stretch>
          </a:blipFill>
        </p:spPr>
      </p:sp>
      <p:sp>
        <p:nvSpPr>
          <p:cNvPr id="7" name="Freeform 7"/>
          <p:cNvSpPr/>
          <p:nvPr/>
        </p:nvSpPr>
        <p:spPr>
          <a:xfrm>
            <a:off x="9332221" y="6219995"/>
            <a:ext cx="420871" cy="735146"/>
          </a:xfrm>
          <a:custGeom>
            <a:avLst/>
            <a:gdLst/>
            <a:ahLst/>
            <a:cxnLst/>
            <a:rect l="l" t="t" r="r" b="b"/>
            <a:pathLst>
              <a:path w="420871" h="735146">
                <a:moveTo>
                  <a:pt x="0" y="0"/>
                </a:moveTo>
                <a:lnTo>
                  <a:pt x="420872" y="0"/>
                </a:lnTo>
                <a:lnTo>
                  <a:pt x="420872" y="735147"/>
                </a:lnTo>
                <a:lnTo>
                  <a:pt x="0" y="735147"/>
                </a:lnTo>
                <a:lnTo>
                  <a:pt x="0" y="0"/>
                </a:lnTo>
                <a:close/>
              </a:path>
            </a:pathLst>
          </a:custGeom>
          <a:blipFill>
            <a:blip r:embed="rId5"/>
            <a:stretch>
              <a:fillRect/>
            </a:stretch>
          </a:blipFill>
        </p:spPr>
      </p:sp>
      <p:sp>
        <p:nvSpPr>
          <p:cNvPr id="8" name="Freeform 8"/>
          <p:cNvSpPr/>
          <p:nvPr/>
        </p:nvSpPr>
        <p:spPr>
          <a:xfrm>
            <a:off x="-188418" y="823806"/>
            <a:ext cx="2880016" cy="5396190"/>
          </a:xfrm>
          <a:custGeom>
            <a:avLst/>
            <a:gdLst/>
            <a:ahLst/>
            <a:cxnLst/>
            <a:rect l="l" t="t" r="r" b="b"/>
            <a:pathLst>
              <a:path w="2880016" h="5396190">
                <a:moveTo>
                  <a:pt x="0" y="0"/>
                </a:moveTo>
                <a:lnTo>
                  <a:pt x="2880017" y="0"/>
                </a:lnTo>
                <a:lnTo>
                  <a:pt x="2880017" y="5396189"/>
                </a:lnTo>
                <a:lnTo>
                  <a:pt x="0" y="5396189"/>
                </a:lnTo>
                <a:lnTo>
                  <a:pt x="0" y="0"/>
                </a:lnTo>
                <a:close/>
              </a:path>
            </a:pathLst>
          </a:custGeom>
          <a:blipFill>
            <a:blip r:embed="rId5"/>
            <a:stretch>
              <a:fillRect l="-2930" r="-4336"/>
            </a:stretch>
          </a:blipFill>
        </p:spPr>
      </p:sp>
      <p:sp>
        <p:nvSpPr>
          <p:cNvPr id="9" name="Freeform 9"/>
          <p:cNvSpPr/>
          <p:nvPr/>
        </p:nvSpPr>
        <p:spPr>
          <a:xfrm flipH="1">
            <a:off x="16053699" y="6076372"/>
            <a:ext cx="3003989" cy="2726120"/>
          </a:xfrm>
          <a:custGeom>
            <a:avLst/>
            <a:gdLst/>
            <a:ahLst/>
            <a:cxnLst/>
            <a:rect l="l" t="t" r="r" b="b"/>
            <a:pathLst>
              <a:path w="3003989" h="2726120">
                <a:moveTo>
                  <a:pt x="3003989" y="0"/>
                </a:moveTo>
                <a:lnTo>
                  <a:pt x="0" y="0"/>
                </a:lnTo>
                <a:lnTo>
                  <a:pt x="0" y="2726120"/>
                </a:lnTo>
                <a:lnTo>
                  <a:pt x="3003989" y="2726120"/>
                </a:lnTo>
                <a:lnTo>
                  <a:pt x="3003989" y="0"/>
                </a:lnTo>
                <a:close/>
              </a:path>
            </a:pathLst>
          </a:custGeom>
          <a:blipFill>
            <a:blip r:embed="rId6"/>
            <a:stretch>
              <a:fillRect/>
            </a:stretch>
          </a:blipFill>
        </p:spPr>
      </p:sp>
      <p:sp>
        <p:nvSpPr>
          <p:cNvPr id="10" name="Freeform 10"/>
          <p:cNvSpPr/>
          <p:nvPr/>
        </p:nvSpPr>
        <p:spPr>
          <a:xfrm flipH="1">
            <a:off x="-1205365" y="8250006"/>
            <a:ext cx="6200362" cy="2475984"/>
          </a:xfrm>
          <a:custGeom>
            <a:avLst/>
            <a:gdLst/>
            <a:ahLst/>
            <a:cxnLst/>
            <a:rect l="l" t="t" r="r" b="b"/>
            <a:pathLst>
              <a:path w="6200362" h="2475984">
                <a:moveTo>
                  <a:pt x="6200362" y="0"/>
                </a:moveTo>
                <a:lnTo>
                  <a:pt x="0" y="0"/>
                </a:lnTo>
                <a:lnTo>
                  <a:pt x="0" y="2475984"/>
                </a:lnTo>
                <a:lnTo>
                  <a:pt x="6200362" y="2475984"/>
                </a:lnTo>
                <a:lnTo>
                  <a:pt x="6200362" y="0"/>
                </a:lnTo>
                <a:close/>
              </a:path>
            </a:pathLst>
          </a:custGeom>
          <a:blipFill>
            <a:blip>
              <a:extLst>
                <a:ext uri="{96DAC541-7B7A-43D3-8B79-37D633B846F1}">
                  <asvg:svgBlip xmlns:asvg="http://schemas.microsoft.com/office/drawing/2016/SVG/main" r:embed="rId7"/>
                </a:ext>
              </a:extLst>
            </a:blip>
            <a:stretch>
              <a:fillRect/>
            </a:stretch>
          </a:blipFill>
        </p:spPr>
      </p:sp>
      <p:sp>
        <p:nvSpPr>
          <p:cNvPr id="11" name="Freeform 11"/>
          <p:cNvSpPr/>
          <p:nvPr/>
        </p:nvSpPr>
        <p:spPr>
          <a:xfrm>
            <a:off x="12716534" y="8250006"/>
            <a:ext cx="6200362" cy="2475984"/>
          </a:xfrm>
          <a:custGeom>
            <a:avLst/>
            <a:gdLst/>
            <a:ahLst/>
            <a:cxnLst/>
            <a:rect l="l" t="t" r="r" b="b"/>
            <a:pathLst>
              <a:path w="6200362" h="2475984">
                <a:moveTo>
                  <a:pt x="0" y="0"/>
                </a:moveTo>
                <a:lnTo>
                  <a:pt x="6200362" y="0"/>
                </a:lnTo>
                <a:lnTo>
                  <a:pt x="6200362" y="2475984"/>
                </a:lnTo>
                <a:lnTo>
                  <a:pt x="0" y="2475984"/>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2" name="Freeform 12"/>
          <p:cNvSpPr/>
          <p:nvPr/>
        </p:nvSpPr>
        <p:spPr>
          <a:xfrm rot="871131">
            <a:off x="14226553" y="750129"/>
            <a:ext cx="9662269" cy="1920376"/>
          </a:xfrm>
          <a:custGeom>
            <a:avLst/>
            <a:gdLst/>
            <a:ahLst/>
            <a:cxnLst/>
            <a:rect l="l" t="t" r="r" b="b"/>
            <a:pathLst>
              <a:path w="9662269" h="1920376">
                <a:moveTo>
                  <a:pt x="0" y="0"/>
                </a:moveTo>
                <a:lnTo>
                  <a:pt x="9662270" y="0"/>
                </a:lnTo>
                <a:lnTo>
                  <a:pt x="9662270" y="1920376"/>
                </a:lnTo>
                <a:lnTo>
                  <a:pt x="0" y="1920376"/>
                </a:lnTo>
                <a:lnTo>
                  <a:pt x="0" y="0"/>
                </a:lnTo>
                <a:close/>
              </a:path>
            </a:pathLst>
          </a:custGeom>
          <a:blipFill>
            <a:blip r:embed="rId8"/>
            <a:stretch>
              <a:fillRect/>
            </a:stretch>
          </a:blipFill>
        </p:spPr>
      </p:sp>
      <p:grpSp>
        <p:nvGrpSpPr>
          <p:cNvPr id="13" name="Group 13"/>
          <p:cNvGrpSpPr/>
          <p:nvPr/>
        </p:nvGrpSpPr>
        <p:grpSpPr>
          <a:xfrm>
            <a:off x="466121" y="556904"/>
            <a:ext cx="17355758" cy="9173192"/>
            <a:chOff x="0" y="0"/>
            <a:chExt cx="23141010" cy="12230923"/>
          </a:xfrm>
        </p:grpSpPr>
        <p:grpSp>
          <p:nvGrpSpPr>
            <p:cNvPr id="14" name="Group 14"/>
            <p:cNvGrpSpPr/>
            <p:nvPr/>
          </p:nvGrpSpPr>
          <p:grpSpPr>
            <a:xfrm>
              <a:off x="0" y="0"/>
              <a:ext cx="23141010" cy="12230923"/>
              <a:chOff x="0" y="0"/>
              <a:chExt cx="4571064" cy="2415985"/>
            </a:xfrm>
          </p:grpSpPr>
          <p:sp>
            <p:nvSpPr>
              <p:cNvPr id="15" name="Freeform 15"/>
              <p:cNvSpPr/>
              <p:nvPr/>
            </p:nvSpPr>
            <p:spPr>
              <a:xfrm>
                <a:off x="0" y="0"/>
                <a:ext cx="4571064" cy="2415985"/>
              </a:xfrm>
              <a:custGeom>
                <a:avLst/>
                <a:gdLst/>
                <a:ahLst/>
                <a:cxnLst/>
                <a:rect l="l" t="t" r="r" b="b"/>
                <a:pathLst>
                  <a:path w="4571064" h="2415985">
                    <a:moveTo>
                      <a:pt x="22304" y="0"/>
                    </a:moveTo>
                    <a:lnTo>
                      <a:pt x="4548760" y="0"/>
                    </a:lnTo>
                    <a:cubicBezTo>
                      <a:pt x="4554675" y="0"/>
                      <a:pt x="4560348" y="2350"/>
                      <a:pt x="4564531" y="6533"/>
                    </a:cubicBezTo>
                    <a:cubicBezTo>
                      <a:pt x="4568714" y="10715"/>
                      <a:pt x="4571064" y="16388"/>
                      <a:pt x="4571064" y="22304"/>
                    </a:cubicBezTo>
                    <a:lnTo>
                      <a:pt x="4571064" y="2393681"/>
                    </a:lnTo>
                    <a:cubicBezTo>
                      <a:pt x="4571064" y="2399597"/>
                      <a:pt x="4568714" y="2405270"/>
                      <a:pt x="4564531" y="2409452"/>
                    </a:cubicBezTo>
                    <a:cubicBezTo>
                      <a:pt x="4560348" y="2413635"/>
                      <a:pt x="4554675" y="2415985"/>
                      <a:pt x="4548760" y="2415985"/>
                    </a:cubicBezTo>
                    <a:lnTo>
                      <a:pt x="22304" y="2415985"/>
                    </a:lnTo>
                    <a:cubicBezTo>
                      <a:pt x="16388" y="2415985"/>
                      <a:pt x="10715" y="2413635"/>
                      <a:pt x="6533" y="2409452"/>
                    </a:cubicBezTo>
                    <a:cubicBezTo>
                      <a:pt x="2350" y="2405270"/>
                      <a:pt x="0" y="2399597"/>
                      <a:pt x="0" y="2393681"/>
                    </a:cubicBezTo>
                    <a:lnTo>
                      <a:pt x="0" y="22304"/>
                    </a:lnTo>
                    <a:cubicBezTo>
                      <a:pt x="0" y="16388"/>
                      <a:pt x="2350" y="10715"/>
                      <a:pt x="6533" y="6533"/>
                    </a:cubicBezTo>
                    <a:cubicBezTo>
                      <a:pt x="10715" y="2350"/>
                      <a:pt x="16388" y="0"/>
                      <a:pt x="22304" y="0"/>
                    </a:cubicBezTo>
                    <a:close/>
                  </a:path>
                </a:pathLst>
              </a:custGeom>
              <a:solidFill>
                <a:srgbClr val="FFFFFF">
                  <a:alpha val="43922"/>
                </a:srgbClr>
              </a:solidFill>
            </p:spPr>
          </p:sp>
          <p:sp>
            <p:nvSpPr>
              <p:cNvPr id="16" name="TextBox 16"/>
              <p:cNvSpPr txBox="1"/>
              <p:nvPr/>
            </p:nvSpPr>
            <p:spPr>
              <a:xfrm>
                <a:off x="0" y="-38100"/>
                <a:ext cx="4571064" cy="2454085"/>
              </a:xfrm>
              <a:prstGeom prst="rect">
                <a:avLst/>
              </a:prstGeom>
            </p:spPr>
            <p:txBody>
              <a:bodyPr lIns="50800" tIns="50800" rIns="50800" bIns="50800" rtlCol="0" anchor="ctr"/>
              <a:lstStyle/>
              <a:p>
                <a:pPr algn="ctr">
                  <a:lnSpc>
                    <a:spcPts val="3360"/>
                  </a:lnSpc>
                </a:pPr>
                <a:endParaRPr/>
              </a:p>
            </p:txBody>
          </p:sp>
        </p:grpSp>
        <p:grpSp>
          <p:nvGrpSpPr>
            <p:cNvPr id="17" name="Group 17"/>
            <p:cNvGrpSpPr/>
            <p:nvPr/>
          </p:nvGrpSpPr>
          <p:grpSpPr>
            <a:xfrm>
              <a:off x="428632" y="352698"/>
              <a:ext cx="22283747" cy="11525527"/>
              <a:chOff x="0" y="0"/>
              <a:chExt cx="4401728" cy="2276647"/>
            </a:xfrm>
          </p:grpSpPr>
          <p:sp>
            <p:nvSpPr>
              <p:cNvPr id="18" name="Freeform 18"/>
              <p:cNvSpPr/>
              <p:nvPr/>
            </p:nvSpPr>
            <p:spPr>
              <a:xfrm>
                <a:off x="0" y="0"/>
                <a:ext cx="4401728" cy="2276647"/>
              </a:xfrm>
              <a:custGeom>
                <a:avLst/>
                <a:gdLst/>
                <a:ahLst/>
                <a:cxnLst/>
                <a:rect l="l" t="t" r="r" b="b"/>
                <a:pathLst>
                  <a:path w="4401728" h="2276647">
                    <a:moveTo>
                      <a:pt x="23162" y="0"/>
                    </a:moveTo>
                    <a:lnTo>
                      <a:pt x="4378566" y="0"/>
                    </a:lnTo>
                    <a:cubicBezTo>
                      <a:pt x="4384709" y="0"/>
                      <a:pt x="4390600" y="2440"/>
                      <a:pt x="4394944" y="6784"/>
                    </a:cubicBezTo>
                    <a:cubicBezTo>
                      <a:pt x="4399288" y="11128"/>
                      <a:pt x="4401728" y="17019"/>
                      <a:pt x="4401728" y="23162"/>
                    </a:cubicBezTo>
                    <a:lnTo>
                      <a:pt x="4401728" y="2253486"/>
                    </a:lnTo>
                    <a:cubicBezTo>
                      <a:pt x="4401728" y="2266278"/>
                      <a:pt x="4391358" y="2276647"/>
                      <a:pt x="4378566" y="2276647"/>
                    </a:cubicBezTo>
                    <a:lnTo>
                      <a:pt x="23162" y="2276647"/>
                    </a:lnTo>
                    <a:cubicBezTo>
                      <a:pt x="17019" y="2276647"/>
                      <a:pt x="11128" y="2274207"/>
                      <a:pt x="6784" y="2269863"/>
                    </a:cubicBezTo>
                    <a:cubicBezTo>
                      <a:pt x="2440" y="2265520"/>
                      <a:pt x="0" y="2259629"/>
                      <a:pt x="0" y="2253486"/>
                    </a:cubicBezTo>
                    <a:lnTo>
                      <a:pt x="0" y="23162"/>
                    </a:lnTo>
                    <a:cubicBezTo>
                      <a:pt x="0" y="17019"/>
                      <a:pt x="2440" y="11128"/>
                      <a:pt x="6784" y="6784"/>
                    </a:cubicBezTo>
                    <a:cubicBezTo>
                      <a:pt x="11128" y="2440"/>
                      <a:pt x="17019" y="0"/>
                      <a:pt x="23162" y="0"/>
                    </a:cubicBezTo>
                    <a:close/>
                  </a:path>
                </a:pathLst>
              </a:custGeom>
              <a:solidFill>
                <a:srgbClr val="FFFFFF">
                  <a:alpha val="35686"/>
                </a:srgbClr>
              </a:solidFill>
            </p:spPr>
          </p:sp>
          <p:sp>
            <p:nvSpPr>
              <p:cNvPr id="19" name="TextBox 19"/>
              <p:cNvSpPr txBox="1"/>
              <p:nvPr/>
            </p:nvSpPr>
            <p:spPr>
              <a:xfrm>
                <a:off x="0" y="-38100"/>
                <a:ext cx="4401728" cy="2314747"/>
              </a:xfrm>
              <a:prstGeom prst="rect">
                <a:avLst/>
              </a:prstGeom>
            </p:spPr>
            <p:txBody>
              <a:bodyPr lIns="50800" tIns="50800" rIns="50800" bIns="50800" rtlCol="0" anchor="ctr"/>
              <a:lstStyle/>
              <a:p>
                <a:pPr algn="ctr">
                  <a:lnSpc>
                    <a:spcPts val="3360"/>
                  </a:lnSpc>
                </a:pPr>
                <a:endParaRPr/>
              </a:p>
            </p:txBody>
          </p:sp>
        </p:grpSp>
      </p:grpSp>
      <p:sp>
        <p:nvSpPr>
          <p:cNvPr id="20" name="Freeform 20"/>
          <p:cNvSpPr/>
          <p:nvPr/>
        </p:nvSpPr>
        <p:spPr>
          <a:xfrm>
            <a:off x="13485091" y="8020308"/>
            <a:ext cx="6200362" cy="2475984"/>
          </a:xfrm>
          <a:custGeom>
            <a:avLst/>
            <a:gdLst/>
            <a:ahLst/>
            <a:cxnLst/>
            <a:rect l="l" t="t" r="r" b="b"/>
            <a:pathLst>
              <a:path w="6200362" h="2475984">
                <a:moveTo>
                  <a:pt x="0" y="0"/>
                </a:moveTo>
                <a:lnTo>
                  <a:pt x="6200363" y="0"/>
                </a:lnTo>
                <a:lnTo>
                  <a:pt x="6200363" y="2475984"/>
                </a:lnTo>
                <a:lnTo>
                  <a:pt x="0" y="2475984"/>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21" name="Freeform 21"/>
          <p:cNvSpPr/>
          <p:nvPr/>
        </p:nvSpPr>
        <p:spPr>
          <a:xfrm flipH="1">
            <a:off x="-2312586" y="8250006"/>
            <a:ext cx="6200362" cy="2475984"/>
          </a:xfrm>
          <a:custGeom>
            <a:avLst/>
            <a:gdLst/>
            <a:ahLst/>
            <a:cxnLst/>
            <a:rect l="l" t="t" r="r" b="b"/>
            <a:pathLst>
              <a:path w="6200362" h="2475984">
                <a:moveTo>
                  <a:pt x="6200362" y="0"/>
                </a:moveTo>
                <a:lnTo>
                  <a:pt x="0" y="0"/>
                </a:lnTo>
                <a:lnTo>
                  <a:pt x="0" y="2475984"/>
                </a:lnTo>
                <a:lnTo>
                  <a:pt x="6200362" y="2475984"/>
                </a:lnTo>
                <a:lnTo>
                  <a:pt x="6200362" y="0"/>
                </a:lnTo>
                <a:close/>
              </a:path>
            </a:pathLst>
          </a:custGeom>
          <a:blipFill>
            <a:blip>
              <a:extLst>
                <a:ext uri="{96DAC541-7B7A-43D3-8B79-37D633B846F1}">
                  <asvg:svgBlip xmlns:asvg="http://schemas.microsoft.com/office/drawing/2016/SVG/main" r:embed="rId7"/>
                </a:ext>
              </a:extLst>
            </a:blip>
            <a:stretch>
              <a:fillRect/>
            </a:stretch>
          </a:blipFill>
        </p:spPr>
      </p:sp>
      <p:grpSp>
        <p:nvGrpSpPr>
          <p:cNvPr id="22" name="Group 22"/>
          <p:cNvGrpSpPr/>
          <p:nvPr/>
        </p:nvGrpSpPr>
        <p:grpSpPr>
          <a:xfrm>
            <a:off x="466121" y="520397"/>
            <a:ext cx="17355758" cy="1427913"/>
            <a:chOff x="0" y="0"/>
            <a:chExt cx="4571064" cy="376076"/>
          </a:xfrm>
        </p:grpSpPr>
        <p:sp>
          <p:nvSpPr>
            <p:cNvPr id="23" name="Freeform 23"/>
            <p:cNvSpPr/>
            <p:nvPr/>
          </p:nvSpPr>
          <p:spPr>
            <a:xfrm>
              <a:off x="0" y="0"/>
              <a:ext cx="4571064" cy="376076"/>
            </a:xfrm>
            <a:custGeom>
              <a:avLst/>
              <a:gdLst/>
              <a:ahLst/>
              <a:cxnLst/>
              <a:rect l="l" t="t" r="r" b="b"/>
              <a:pathLst>
                <a:path w="4571064" h="376076">
                  <a:moveTo>
                    <a:pt x="22304" y="0"/>
                  </a:moveTo>
                  <a:lnTo>
                    <a:pt x="4548760" y="0"/>
                  </a:lnTo>
                  <a:cubicBezTo>
                    <a:pt x="4554675" y="0"/>
                    <a:pt x="4560348" y="2350"/>
                    <a:pt x="4564531" y="6533"/>
                  </a:cubicBezTo>
                  <a:cubicBezTo>
                    <a:pt x="4568714" y="10715"/>
                    <a:pt x="4571064" y="16388"/>
                    <a:pt x="4571064" y="22304"/>
                  </a:cubicBezTo>
                  <a:lnTo>
                    <a:pt x="4571064" y="353772"/>
                  </a:lnTo>
                  <a:cubicBezTo>
                    <a:pt x="4571064" y="366090"/>
                    <a:pt x="4561078" y="376076"/>
                    <a:pt x="4548760" y="376076"/>
                  </a:cubicBezTo>
                  <a:lnTo>
                    <a:pt x="22304" y="376076"/>
                  </a:lnTo>
                  <a:cubicBezTo>
                    <a:pt x="16388" y="376076"/>
                    <a:pt x="10715" y="373726"/>
                    <a:pt x="6533" y="369543"/>
                  </a:cubicBezTo>
                  <a:cubicBezTo>
                    <a:pt x="2350" y="365361"/>
                    <a:pt x="0" y="359688"/>
                    <a:pt x="0" y="353772"/>
                  </a:cubicBezTo>
                  <a:lnTo>
                    <a:pt x="0" y="22304"/>
                  </a:lnTo>
                  <a:cubicBezTo>
                    <a:pt x="0" y="16388"/>
                    <a:pt x="2350" y="10715"/>
                    <a:pt x="6533" y="6533"/>
                  </a:cubicBezTo>
                  <a:cubicBezTo>
                    <a:pt x="10715" y="2350"/>
                    <a:pt x="16388" y="0"/>
                    <a:pt x="22304" y="0"/>
                  </a:cubicBezTo>
                  <a:close/>
                </a:path>
              </a:pathLst>
            </a:custGeom>
            <a:solidFill>
              <a:srgbClr val="FFFFFF"/>
            </a:solidFill>
          </p:spPr>
        </p:sp>
        <p:sp>
          <p:nvSpPr>
            <p:cNvPr id="24" name="TextBox 24"/>
            <p:cNvSpPr txBox="1"/>
            <p:nvPr/>
          </p:nvSpPr>
          <p:spPr>
            <a:xfrm>
              <a:off x="0" y="-38100"/>
              <a:ext cx="4571064" cy="414176"/>
            </a:xfrm>
            <a:prstGeom prst="rect">
              <a:avLst/>
            </a:prstGeom>
          </p:spPr>
          <p:txBody>
            <a:bodyPr lIns="50800" tIns="50800" rIns="50800" bIns="50800" rtlCol="0" anchor="ctr"/>
            <a:lstStyle/>
            <a:p>
              <a:pPr algn="ctr">
                <a:lnSpc>
                  <a:spcPts val="3360"/>
                </a:lnSpc>
              </a:pPr>
              <a:endParaRPr/>
            </a:p>
          </p:txBody>
        </p:sp>
      </p:grpSp>
      <p:sp>
        <p:nvSpPr>
          <p:cNvPr id="25" name="TextBox 25"/>
          <p:cNvSpPr txBox="1"/>
          <p:nvPr/>
        </p:nvSpPr>
        <p:spPr>
          <a:xfrm>
            <a:off x="3558978" y="719031"/>
            <a:ext cx="11170045" cy="921022"/>
          </a:xfrm>
          <a:prstGeom prst="rect">
            <a:avLst/>
          </a:prstGeom>
        </p:spPr>
        <p:txBody>
          <a:bodyPr lIns="0" tIns="0" rIns="0" bIns="0" rtlCol="0" anchor="t">
            <a:spAutoFit/>
          </a:bodyPr>
          <a:lstStyle/>
          <a:p>
            <a:pPr marL="579077" lvl="1" algn="l">
              <a:lnSpc>
                <a:spcPts val="7510"/>
              </a:lnSpc>
              <a:spcBef>
                <a:spcPct val="0"/>
              </a:spcBef>
            </a:pPr>
            <a:r>
              <a:rPr lang="en-US" sz="5364">
                <a:solidFill>
                  <a:srgbClr val="01544A"/>
                </a:solidFill>
                <a:latin typeface="Cheering Section"/>
                <a:ea typeface="Cheering Section"/>
                <a:cs typeface="Cheering Section"/>
                <a:sym typeface="Cheering Section"/>
              </a:rPr>
              <a:t>2. Thực trạng phát triển tại Gia Lai</a:t>
            </a:r>
          </a:p>
        </p:txBody>
      </p:sp>
      <p:sp>
        <p:nvSpPr>
          <p:cNvPr id="26" name="TextBox 26"/>
          <p:cNvSpPr txBox="1"/>
          <p:nvPr/>
        </p:nvSpPr>
        <p:spPr>
          <a:xfrm>
            <a:off x="1104856" y="2584171"/>
            <a:ext cx="14831650" cy="702885"/>
          </a:xfrm>
          <a:prstGeom prst="rect">
            <a:avLst/>
          </a:prstGeom>
        </p:spPr>
        <p:txBody>
          <a:bodyPr wrap="square" lIns="0" tIns="0" rIns="0" bIns="0" rtlCol="0" anchor="t">
            <a:spAutoFit/>
          </a:bodyPr>
          <a:lstStyle/>
          <a:p>
            <a:pPr algn="ctr">
              <a:lnSpc>
                <a:spcPts val="5893"/>
              </a:lnSpc>
              <a:spcBef>
                <a:spcPct val="0"/>
              </a:spcBef>
            </a:pPr>
            <a:r>
              <a:rPr lang="en-US" sz="4209">
                <a:solidFill>
                  <a:srgbClr val="01544A"/>
                </a:solidFill>
                <a:latin typeface="Handpicked Seashells"/>
                <a:ea typeface="Handpicked Seashells"/>
                <a:cs typeface="Handpicked Seashells"/>
                <a:sym typeface="Handpicked Seashells"/>
              </a:rPr>
              <a:t> Quy mô: 88 dự án được phê duyệt quy hoạch — Tổng công suất: 4.362,89 MW.</a:t>
            </a:r>
          </a:p>
        </p:txBody>
      </p:sp>
      <p:sp>
        <p:nvSpPr>
          <p:cNvPr id="27" name="AutoShape 27"/>
          <p:cNvSpPr/>
          <p:nvPr/>
        </p:nvSpPr>
        <p:spPr>
          <a:xfrm>
            <a:off x="1483555" y="3540951"/>
            <a:ext cx="13245495" cy="19050"/>
          </a:xfrm>
          <a:prstGeom prst="line">
            <a:avLst/>
          </a:prstGeom>
          <a:ln w="38100" cap="flat">
            <a:solidFill>
              <a:srgbClr val="01544A"/>
            </a:solidFill>
            <a:prstDash val="solid"/>
            <a:headEnd type="none" w="sm" len="sm"/>
            <a:tailEnd type="none" w="sm" len="sm"/>
          </a:ln>
        </p:spPr>
      </p:sp>
      <p:sp>
        <p:nvSpPr>
          <p:cNvPr id="28" name="TextBox 28"/>
          <p:cNvSpPr txBox="1"/>
          <p:nvPr/>
        </p:nvSpPr>
        <p:spPr>
          <a:xfrm>
            <a:off x="877906" y="3739866"/>
            <a:ext cx="15285551" cy="702885"/>
          </a:xfrm>
          <a:prstGeom prst="rect">
            <a:avLst/>
          </a:prstGeom>
        </p:spPr>
        <p:txBody>
          <a:bodyPr wrap="square" lIns="0" tIns="0" rIns="0" bIns="0" rtlCol="0" anchor="t">
            <a:spAutoFit/>
          </a:bodyPr>
          <a:lstStyle/>
          <a:p>
            <a:pPr algn="ctr">
              <a:lnSpc>
                <a:spcPts val="5893"/>
              </a:lnSpc>
              <a:spcBef>
                <a:spcPct val="0"/>
              </a:spcBef>
            </a:pPr>
            <a:r>
              <a:rPr lang="en-US" sz="4209">
                <a:solidFill>
                  <a:srgbClr val="01544A"/>
                </a:solidFill>
                <a:latin typeface="Handpicked Seashells"/>
                <a:ea typeface="Handpicked Seashells"/>
                <a:cs typeface="Handpicked Seashells"/>
                <a:sym typeface="Handpicked Seashells"/>
              </a:rPr>
              <a:t> Thủy điện: 49 dự án đang vận hành (2.251,69 MW) — Tiêu biểu: Thủy điện Ialy.</a:t>
            </a:r>
          </a:p>
        </p:txBody>
      </p:sp>
      <p:sp>
        <p:nvSpPr>
          <p:cNvPr id="29" name="AutoShape 29"/>
          <p:cNvSpPr/>
          <p:nvPr/>
        </p:nvSpPr>
        <p:spPr>
          <a:xfrm>
            <a:off x="1483637" y="4683516"/>
            <a:ext cx="13245495" cy="19050"/>
          </a:xfrm>
          <a:prstGeom prst="line">
            <a:avLst/>
          </a:prstGeom>
          <a:ln w="38100" cap="flat">
            <a:solidFill>
              <a:srgbClr val="01544A"/>
            </a:solidFill>
            <a:prstDash val="solid"/>
            <a:headEnd type="none" w="sm" len="sm"/>
            <a:tailEnd type="none" w="sm" len="sm"/>
          </a:ln>
        </p:spPr>
      </p:sp>
      <p:sp>
        <p:nvSpPr>
          <p:cNvPr id="30" name="TextBox 30"/>
          <p:cNvSpPr txBox="1"/>
          <p:nvPr/>
        </p:nvSpPr>
        <p:spPr>
          <a:xfrm>
            <a:off x="1008035" y="4871105"/>
            <a:ext cx="13527817" cy="702885"/>
          </a:xfrm>
          <a:prstGeom prst="rect">
            <a:avLst/>
          </a:prstGeom>
        </p:spPr>
        <p:txBody>
          <a:bodyPr wrap="square" lIns="0" tIns="0" rIns="0" bIns="0" rtlCol="0" anchor="t">
            <a:spAutoFit/>
          </a:bodyPr>
          <a:lstStyle/>
          <a:p>
            <a:pPr algn="ctr">
              <a:lnSpc>
                <a:spcPts val="5893"/>
              </a:lnSpc>
              <a:spcBef>
                <a:spcPct val="0"/>
              </a:spcBef>
            </a:pPr>
            <a:r>
              <a:rPr lang="en-US" sz="4209">
                <a:solidFill>
                  <a:srgbClr val="01544A"/>
                </a:solidFill>
                <a:latin typeface="Handpicked Seashells"/>
                <a:ea typeface="Handpicked Seashells"/>
                <a:cs typeface="Handpicked Seashells"/>
                <a:sym typeface="Handpicked Seashells"/>
              </a:rPr>
              <a:t> Điện gió: Đang phát triển mạnh — Tiêu biểu: Hưng Hải Gia Lai, Ia Le 1.</a:t>
            </a:r>
          </a:p>
        </p:txBody>
      </p:sp>
      <p:sp>
        <p:nvSpPr>
          <p:cNvPr id="31" name="AutoShape 31"/>
          <p:cNvSpPr/>
          <p:nvPr/>
        </p:nvSpPr>
        <p:spPr>
          <a:xfrm>
            <a:off x="1483610" y="5815147"/>
            <a:ext cx="13245495" cy="19050"/>
          </a:xfrm>
          <a:prstGeom prst="line">
            <a:avLst/>
          </a:prstGeom>
          <a:ln w="38100" cap="flat">
            <a:solidFill>
              <a:srgbClr val="01544A"/>
            </a:solidFill>
            <a:prstDash val="solid"/>
            <a:headEnd type="none" w="sm" len="sm"/>
            <a:tailEnd type="none" w="sm" len="sm"/>
          </a:ln>
        </p:spPr>
      </p:sp>
      <p:sp>
        <p:nvSpPr>
          <p:cNvPr id="32" name="TextBox 32"/>
          <p:cNvSpPr txBox="1"/>
          <p:nvPr/>
        </p:nvSpPr>
        <p:spPr>
          <a:xfrm>
            <a:off x="1483555" y="5932049"/>
            <a:ext cx="16137058" cy="706347"/>
          </a:xfrm>
          <a:prstGeom prst="rect">
            <a:avLst/>
          </a:prstGeom>
        </p:spPr>
        <p:txBody>
          <a:bodyPr lIns="0" tIns="0" rIns="0" bIns="0" rtlCol="0" anchor="t">
            <a:spAutoFit/>
          </a:bodyPr>
          <a:lstStyle/>
          <a:p>
            <a:pPr algn="l">
              <a:lnSpc>
                <a:spcPts val="5893"/>
              </a:lnSpc>
              <a:spcBef>
                <a:spcPct val="0"/>
              </a:spcBef>
            </a:pPr>
            <a:r>
              <a:rPr lang="en-US" sz="4209">
                <a:solidFill>
                  <a:srgbClr val="01544A"/>
                </a:solidFill>
                <a:latin typeface="Handpicked Seashells"/>
                <a:ea typeface="Handpicked Seashells"/>
                <a:cs typeface="Handpicked Seashells"/>
                <a:sym typeface="Handpicked Seashells"/>
              </a:rPr>
              <a:t>Điện mặt trời: Phát triển diện rộng -Tiêu biểu: Krông Pa và điện mặt trời  mái nhà.</a:t>
            </a:r>
          </a:p>
        </p:txBody>
      </p:sp>
      <p:sp>
        <p:nvSpPr>
          <p:cNvPr id="33" name="AutoShape 33"/>
          <p:cNvSpPr/>
          <p:nvPr/>
        </p:nvSpPr>
        <p:spPr>
          <a:xfrm>
            <a:off x="1554087" y="6908375"/>
            <a:ext cx="13245495" cy="19050"/>
          </a:xfrm>
          <a:prstGeom prst="line">
            <a:avLst/>
          </a:prstGeom>
          <a:ln w="38100" cap="flat">
            <a:solidFill>
              <a:srgbClr val="01544A"/>
            </a:solidFill>
            <a:prstDash val="solid"/>
            <a:headEnd type="none" w="sm" len="sm"/>
            <a:tailEnd type="none" w="sm" len="sm"/>
          </a:ln>
        </p:spPr>
      </p:sp>
      <p:sp>
        <p:nvSpPr>
          <p:cNvPr id="34" name="TextBox 34"/>
          <p:cNvSpPr txBox="1"/>
          <p:nvPr/>
        </p:nvSpPr>
        <p:spPr>
          <a:xfrm>
            <a:off x="1200192" y="6926342"/>
            <a:ext cx="16228158" cy="706347"/>
          </a:xfrm>
          <a:prstGeom prst="rect">
            <a:avLst/>
          </a:prstGeom>
        </p:spPr>
        <p:txBody>
          <a:bodyPr wrap="square" lIns="0" tIns="0" rIns="0" bIns="0" rtlCol="0" anchor="t">
            <a:spAutoFit/>
          </a:bodyPr>
          <a:lstStyle/>
          <a:p>
            <a:pPr algn="l">
              <a:lnSpc>
                <a:spcPts val="5893"/>
              </a:lnSpc>
              <a:spcBef>
                <a:spcPct val="0"/>
              </a:spcBef>
            </a:pPr>
            <a:r>
              <a:rPr lang="en-US" sz="4209">
                <a:solidFill>
                  <a:srgbClr val="01544A"/>
                </a:solidFill>
                <a:latin typeface="Handpicked Seashells"/>
                <a:ea typeface="Handpicked Seashells"/>
                <a:cs typeface="Handpicked Seashells"/>
                <a:sym typeface="Handpicked Seashells"/>
              </a:rPr>
              <a:t> Điện sinh khối: 2 nhà máy đang vận hành (129,6 MW)-Tận dụng phụ phẩm nông nghiệp.</a:t>
            </a:r>
          </a:p>
        </p:txBody>
      </p:sp>
      <p:grpSp>
        <p:nvGrpSpPr>
          <p:cNvPr id="35" name="Group 6">
            <a:extLst>
              <a:ext uri="{FF2B5EF4-FFF2-40B4-BE49-F238E27FC236}">
                <a16:creationId xmlns:a16="http://schemas.microsoft.com/office/drawing/2014/main" id="{4C8A39E4-35E0-90FD-5A58-2D860FB0F4C9}"/>
              </a:ext>
            </a:extLst>
          </p:cNvPr>
          <p:cNvGrpSpPr/>
          <p:nvPr/>
        </p:nvGrpSpPr>
        <p:grpSpPr>
          <a:xfrm>
            <a:off x="5874831" y="10210491"/>
            <a:ext cx="11468964" cy="9102125"/>
            <a:chOff x="0" y="0"/>
            <a:chExt cx="801609" cy="636181"/>
          </a:xfrm>
        </p:grpSpPr>
        <p:sp>
          <p:nvSpPr>
            <p:cNvPr id="36" name="Freeform 7">
              <a:extLst>
                <a:ext uri="{FF2B5EF4-FFF2-40B4-BE49-F238E27FC236}">
                  <a16:creationId xmlns:a16="http://schemas.microsoft.com/office/drawing/2014/main" id="{04E931EF-C3EA-C54C-E086-CBB20B702AB8}"/>
                </a:ext>
              </a:extLst>
            </p:cNvPr>
            <p:cNvSpPr/>
            <p:nvPr/>
          </p:nvSpPr>
          <p:spPr>
            <a:xfrm>
              <a:off x="0" y="0"/>
              <a:ext cx="801609" cy="636181"/>
            </a:xfrm>
            <a:custGeom>
              <a:avLst/>
              <a:gdLst/>
              <a:ahLst/>
              <a:cxnLst/>
              <a:rect l="l" t="t" r="r" b="b"/>
              <a:pathLst>
                <a:path w="801609" h="636181">
                  <a:moveTo>
                    <a:pt x="13184" y="0"/>
                  </a:moveTo>
                  <a:lnTo>
                    <a:pt x="788424" y="0"/>
                  </a:lnTo>
                  <a:cubicBezTo>
                    <a:pt x="795706" y="0"/>
                    <a:pt x="801609" y="5903"/>
                    <a:pt x="801609" y="13184"/>
                  </a:cubicBezTo>
                  <a:lnTo>
                    <a:pt x="801609" y="622997"/>
                  </a:lnTo>
                  <a:cubicBezTo>
                    <a:pt x="801609" y="630279"/>
                    <a:pt x="795706" y="636181"/>
                    <a:pt x="788424" y="636181"/>
                  </a:cubicBezTo>
                  <a:lnTo>
                    <a:pt x="13184" y="636181"/>
                  </a:lnTo>
                  <a:cubicBezTo>
                    <a:pt x="5903" y="636181"/>
                    <a:pt x="0" y="630279"/>
                    <a:pt x="0" y="622997"/>
                  </a:cubicBezTo>
                  <a:lnTo>
                    <a:pt x="0" y="13184"/>
                  </a:lnTo>
                  <a:cubicBezTo>
                    <a:pt x="0" y="5903"/>
                    <a:pt x="5903" y="0"/>
                    <a:pt x="13184" y="0"/>
                  </a:cubicBezTo>
                  <a:close/>
                </a:path>
              </a:pathLst>
            </a:custGeom>
            <a:gradFill rotWithShape="1">
              <a:gsLst>
                <a:gs pos="0">
                  <a:srgbClr val="FFFCFC">
                    <a:alpha val="69000"/>
                  </a:srgbClr>
                </a:gs>
                <a:gs pos="100000">
                  <a:srgbClr val="FFFFFF">
                    <a:alpha val="40000"/>
                  </a:srgbClr>
                </a:gs>
              </a:gsLst>
              <a:lin ang="0"/>
            </a:gradFill>
          </p:spPr>
        </p:sp>
        <p:sp>
          <p:nvSpPr>
            <p:cNvPr id="37" name="TextBox 8">
              <a:extLst>
                <a:ext uri="{FF2B5EF4-FFF2-40B4-BE49-F238E27FC236}">
                  <a16:creationId xmlns:a16="http://schemas.microsoft.com/office/drawing/2014/main" id="{EFFF374A-BC6B-1F21-B2A0-22690BBE8734}"/>
                </a:ext>
              </a:extLst>
            </p:cNvPr>
            <p:cNvSpPr txBox="1"/>
            <p:nvPr/>
          </p:nvSpPr>
          <p:spPr>
            <a:xfrm>
              <a:off x="0" y="-38100"/>
              <a:ext cx="801609" cy="674281"/>
            </a:xfrm>
            <a:prstGeom prst="rect">
              <a:avLst/>
            </a:prstGeom>
          </p:spPr>
          <p:txBody>
            <a:bodyPr lIns="56476" tIns="56476" rIns="56476" bIns="56476" rtlCol="0" anchor="ctr"/>
            <a:lstStyle/>
            <a:p>
              <a:pPr algn="ctr">
                <a:lnSpc>
                  <a:spcPts val="3360"/>
                </a:lnSpc>
              </a:pPr>
              <a:endParaRPr/>
            </a:p>
          </p:txBody>
        </p:sp>
      </p:grpSp>
      <p:grpSp>
        <p:nvGrpSpPr>
          <p:cNvPr id="38" name="Group 9">
            <a:extLst>
              <a:ext uri="{FF2B5EF4-FFF2-40B4-BE49-F238E27FC236}">
                <a16:creationId xmlns:a16="http://schemas.microsoft.com/office/drawing/2014/main" id="{132568C7-667A-856A-1D10-43F0B8E79792}"/>
              </a:ext>
            </a:extLst>
          </p:cNvPr>
          <p:cNvGrpSpPr/>
          <p:nvPr/>
        </p:nvGrpSpPr>
        <p:grpSpPr>
          <a:xfrm>
            <a:off x="6505342" y="10413140"/>
            <a:ext cx="5240412" cy="6197473"/>
            <a:chOff x="0" y="0"/>
            <a:chExt cx="1059993" cy="1253581"/>
          </a:xfrm>
        </p:grpSpPr>
        <p:sp>
          <p:nvSpPr>
            <p:cNvPr id="39" name="Freeform 10">
              <a:extLst>
                <a:ext uri="{FF2B5EF4-FFF2-40B4-BE49-F238E27FC236}">
                  <a16:creationId xmlns:a16="http://schemas.microsoft.com/office/drawing/2014/main" id="{A511E8C0-8F57-7153-AA54-9558D9DABDF3}"/>
                </a:ext>
              </a:extLst>
            </p:cNvPr>
            <p:cNvSpPr/>
            <p:nvPr/>
          </p:nvSpPr>
          <p:spPr>
            <a:xfrm>
              <a:off x="0" y="0"/>
              <a:ext cx="1059993" cy="1253581"/>
            </a:xfrm>
            <a:custGeom>
              <a:avLst/>
              <a:gdLst/>
              <a:ahLst/>
              <a:cxnLst/>
              <a:rect l="l" t="t" r="r" b="b"/>
              <a:pathLst>
                <a:path w="1059993" h="1253581">
                  <a:moveTo>
                    <a:pt x="28854" y="0"/>
                  </a:moveTo>
                  <a:lnTo>
                    <a:pt x="1031139" y="0"/>
                  </a:lnTo>
                  <a:cubicBezTo>
                    <a:pt x="1047075" y="0"/>
                    <a:pt x="1059993" y="12919"/>
                    <a:pt x="1059993" y="28854"/>
                  </a:cubicBezTo>
                  <a:lnTo>
                    <a:pt x="1059993" y="1224727"/>
                  </a:lnTo>
                  <a:cubicBezTo>
                    <a:pt x="1059993" y="1240662"/>
                    <a:pt x="1047075" y="1253581"/>
                    <a:pt x="1031139" y="1253581"/>
                  </a:cubicBezTo>
                  <a:lnTo>
                    <a:pt x="28854" y="1253581"/>
                  </a:lnTo>
                  <a:cubicBezTo>
                    <a:pt x="12919" y="1253581"/>
                    <a:pt x="0" y="1240662"/>
                    <a:pt x="0" y="1224727"/>
                  </a:cubicBezTo>
                  <a:lnTo>
                    <a:pt x="0" y="28854"/>
                  </a:lnTo>
                  <a:cubicBezTo>
                    <a:pt x="0" y="12919"/>
                    <a:pt x="12919" y="0"/>
                    <a:pt x="28854" y="0"/>
                  </a:cubicBezTo>
                  <a:close/>
                </a:path>
              </a:pathLst>
            </a:custGeom>
            <a:solidFill>
              <a:srgbClr val="8BB94F"/>
            </a:solidFill>
          </p:spPr>
        </p:sp>
        <p:sp>
          <p:nvSpPr>
            <p:cNvPr id="40" name="TextBox 11">
              <a:extLst>
                <a:ext uri="{FF2B5EF4-FFF2-40B4-BE49-F238E27FC236}">
                  <a16:creationId xmlns:a16="http://schemas.microsoft.com/office/drawing/2014/main" id="{C8B27FCB-0493-60F6-B8D1-1DB412F15677}"/>
                </a:ext>
              </a:extLst>
            </p:cNvPr>
            <p:cNvSpPr txBox="1"/>
            <p:nvPr/>
          </p:nvSpPr>
          <p:spPr>
            <a:xfrm>
              <a:off x="0" y="-38100"/>
              <a:ext cx="1059993" cy="1291681"/>
            </a:xfrm>
            <a:prstGeom prst="rect">
              <a:avLst/>
            </a:prstGeom>
          </p:spPr>
          <p:txBody>
            <a:bodyPr lIns="56476" tIns="56476" rIns="56476" bIns="56476" rtlCol="0" anchor="ctr"/>
            <a:lstStyle/>
            <a:p>
              <a:pPr algn="ctr">
                <a:lnSpc>
                  <a:spcPts val="3360"/>
                </a:lnSpc>
              </a:pPr>
              <a:endParaRPr/>
            </a:p>
          </p:txBody>
        </p:sp>
      </p:grpSp>
      <p:grpSp>
        <p:nvGrpSpPr>
          <p:cNvPr id="41" name="Group 12">
            <a:extLst>
              <a:ext uri="{FF2B5EF4-FFF2-40B4-BE49-F238E27FC236}">
                <a16:creationId xmlns:a16="http://schemas.microsoft.com/office/drawing/2014/main" id="{9B4B730D-678A-7428-57C8-0069B9015EA5}"/>
              </a:ext>
            </a:extLst>
          </p:cNvPr>
          <p:cNvGrpSpPr/>
          <p:nvPr/>
        </p:nvGrpSpPr>
        <p:grpSpPr>
          <a:xfrm>
            <a:off x="12148147" y="12817208"/>
            <a:ext cx="5081685" cy="6197473"/>
            <a:chOff x="0" y="0"/>
            <a:chExt cx="1027887" cy="1253581"/>
          </a:xfrm>
        </p:grpSpPr>
        <p:sp>
          <p:nvSpPr>
            <p:cNvPr id="42" name="Freeform 13">
              <a:extLst>
                <a:ext uri="{FF2B5EF4-FFF2-40B4-BE49-F238E27FC236}">
                  <a16:creationId xmlns:a16="http://schemas.microsoft.com/office/drawing/2014/main" id="{05FBDAF6-7F4F-9D7E-E292-C6B9A21A43E4}"/>
                </a:ext>
              </a:extLst>
            </p:cNvPr>
            <p:cNvSpPr/>
            <p:nvPr/>
          </p:nvSpPr>
          <p:spPr>
            <a:xfrm>
              <a:off x="0" y="0"/>
              <a:ext cx="1027887" cy="1253581"/>
            </a:xfrm>
            <a:custGeom>
              <a:avLst/>
              <a:gdLst/>
              <a:ahLst/>
              <a:cxnLst/>
              <a:rect l="l" t="t" r="r" b="b"/>
              <a:pathLst>
                <a:path w="1027887" h="1253581">
                  <a:moveTo>
                    <a:pt x="29756" y="0"/>
                  </a:moveTo>
                  <a:lnTo>
                    <a:pt x="998132" y="0"/>
                  </a:lnTo>
                  <a:cubicBezTo>
                    <a:pt x="1006023" y="0"/>
                    <a:pt x="1013592" y="3135"/>
                    <a:pt x="1019172" y="8715"/>
                  </a:cubicBezTo>
                  <a:cubicBezTo>
                    <a:pt x="1024752" y="14296"/>
                    <a:pt x="1027887" y="21864"/>
                    <a:pt x="1027887" y="29756"/>
                  </a:cubicBezTo>
                  <a:lnTo>
                    <a:pt x="1027887" y="1223825"/>
                  </a:lnTo>
                  <a:cubicBezTo>
                    <a:pt x="1027887" y="1231717"/>
                    <a:pt x="1024752" y="1239285"/>
                    <a:pt x="1019172" y="1244866"/>
                  </a:cubicBezTo>
                  <a:cubicBezTo>
                    <a:pt x="1013592" y="1250446"/>
                    <a:pt x="1006023" y="1253581"/>
                    <a:pt x="998132" y="1253581"/>
                  </a:cubicBezTo>
                  <a:lnTo>
                    <a:pt x="29756" y="1253581"/>
                  </a:lnTo>
                  <a:cubicBezTo>
                    <a:pt x="21864" y="1253581"/>
                    <a:pt x="14296" y="1250446"/>
                    <a:pt x="8715" y="1244866"/>
                  </a:cubicBezTo>
                  <a:cubicBezTo>
                    <a:pt x="3135" y="1239285"/>
                    <a:pt x="0" y="1231717"/>
                    <a:pt x="0" y="1223825"/>
                  </a:cubicBezTo>
                  <a:lnTo>
                    <a:pt x="0" y="29756"/>
                  </a:lnTo>
                  <a:cubicBezTo>
                    <a:pt x="0" y="21864"/>
                    <a:pt x="3135" y="14296"/>
                    <a:pt x="8715" y="8715"/>
                  </a:cubicBezTo>
                  <a:cubicBezTo>
                    <a:pt x="14296" y="3135"/>
                    <a:pt x="21864" y="0"/>
                    <a:pt x="29756" y="0"/>
                  </a:cubicBezTo>
                  <a:close/>
                </a:path>
              </a:pathLst>
            </a:custGeom>
            <a:solidFill>
              <a:srgbClr val="8BB94F"/>
            </a:solidFill>
          </p:spPr>
        </p:sp>
        <p:sp>
          <p:nvSpPr>
            <p:cNvPr id="43" name="TextBox 14">
              <a:extLst>
                <a:ext uri="{FF2B5EF4-FFF2-40B4-BE49-F238E27FC236}">
                  <a16:creationId xmlns:a16="http://schemas.microsoft.com/office/drawing/2014/main" id="{0AA00DEB-52FA-5DEF-36B2-5DE2FABADD1F}"/>
                </a:ext>
              </a:extLst>
            </p:cNvPr>
            <p:cNvSpPr txBox="1"/>
            <p:nvPr/>
          </p:nvSpPr>
          <p:spPr>
            <a:xfrm>
              <a:off x="0" y="-38100"/>
              <a:ext cx="1027887" cy="1291681"/>
            </a:xfrm>
            <a:prstGeom prst="rect">
              <a:avLst/>
            </a:prstGeom>
          </p:spPr>
          <p:txBody>
            <a:bodyPr lIns="56476" tIns="56476" rIns="56476" bIns="56476" rtlCol="0" anchor="ctr"/>
            <a:lstStyle/>
            <a:p>
              <a:pPr algn="ctr">
                <a:lnSpc>
                  <a:spcPts val="3360"/>
                </a:lnSpc>
              </a:pPr>
              <a:endParaRPr/>
            </a:p>
          </p:txBody>
        </p:sp>
      </p:grpSp>
      <p:grpSp>
        <p:nvGrpSpPr>
          <p:cNvPr id="44" name="Group 15">
            <a:extLst>
              <a:ext uri="{FF2B5EF4-FFF2-40B4-BE49-F238E27FC236}">
                <a16:creationId xmlns:a16="http://schemas.microsoft.com/office/drawing/2014/main" id="{333F971B-D85D-FAC0-EF0E-609DF60D27D4}"/>
              </a:ext>
            </a:extLst>
          </p:cNvPr>
          <p:cNvGrpSpPr/>
          <p:nvPr/>
        </p:nvGrpSpPr>
        <p:grpSpPr>
          <a:xfrm rot="-10800000">
            <a:off x="6102218" y="10697516"/>
            <a:ext cx="10724489" cy="1957584"/>
            <a:chOff x="0" y="0"/>
            <a:chExt cx="1363463" cy="248878"/>
          </a:xfrm>
        </p:grpSpPr>
        <p:sp>
          <p:nvSpPr>
            <p:cNvPr id="45" name="Freeform 16">
              <a:extLst>
                <a:ext uri="{FF2B5EF4-FFF2-40B4-BE49-F238E27FC236}">
                  <a16:creationId xmlns:a16="http://schemas.microsoft.com/office/drawing/2014/main" id="{EB54C956-AA11-EDA1-DFEF-95AEFE2A092E}"/>
                </a:ext>
              </a:extLst>
            </p:cNvPr>
            <p:cNvSpPr/>
            <p:nvPr/>
          </p:nvSpPr>
          <p:spPr>
            <a:xfrm>
              <a:off x="0" y="0"/>
              <a:ext cx="1363463" cy="248878"/>
            </a:xfrm>
            <a:custGeom>
              <a:avLst/>
              <a:gdLst/>
              <a:ahLst/>
              <a:cxnLst/>
              <a:rect l="l" t="t" r="r" b="b"/>
              <a:pathLst>
                <a:path w="1363463" h="248878">
                  <a:moveTo>
                    <a:pt x="14099" y="0"/>
                  </a:moveTo>
                  <a:lnTo>
                    <a:pt x="1349364" y="0"/>
                  </a:lnTo>
                  <a:cubicBezTo>
                    <a:pt x="1357151" y="0"/>
                    <a:pt x="1363463" y="6313"/>
                    <a:pt x="1363463" y="14099"/>
                  </a:cubicBezTo>
                  <a:lnTo>
                    <a:pt x="1363463" y="234779"/>
                  </a:lnTo>
                  <a:cubicBezTo>
                    <a:pt x="1363463" y="238518"/>
                    <a:pt x="1361978" y="242105"/>
                    <a:pt x="1359334" y="244749"/>
                  </a:cubicBezTo>
                  <a:cubicBezTo>
                    <a:pt x="1356690" y="247393"/>
                    <a:pt x="1353103" y="248878"/>
                    <a:pt x="1349364" y="248878"/>
                  </a:cubicBezTo>
                  <a:lnTo>
                    <a:pt x="14099" y="248878"/>
                  </a:lnTo>
                  <a:cubicBezTo>
                    <a:pt x="10360" y="248878"/>
                    <a:pt x="6774" y="247393"/>
                    <a:pt x="4130" y="244749"/>
                  </a:cubicBezTo>
                  <a:cubicBezTo>
                    <a:pt x="1485" y="242105"/>
                    <a:pt x="0" y="238518"/>
                    <a:pt x="0" y="234779"/>
                  </a:cubicBezTo>
                  <a:lnTo>
                    <a:pt x="0" y="14099"/>
                  </a:lnTo>
                  <a:cubicBezTo>
                    <a:pt x="0" y="10360"/>
                    <a:pt x="1485" y="6774"/>
                    <a:pt x="4130" y="4130"/>
                  </a:cubicBezTo>
                  <a:cubicBezTo>
                    <a:pt x="6774" y="1485"/>
                    <a:pt x="10360" y="0"/>
                    <a:pt x="14099" y="0"/>
                  </a:cubicBezTo>
                  <a:close/>
                </a:path>
              </a:pathLst>
            </a:custGeom>
            <a:solidFill>
              <a:srgbClr val="FFFFFF"/>
            </a:solidFill>
          </p:spPr>
        </p:sp>
        <p:sp>
          <p:nvSpPr>
            <p:cNvPr id="46" name="TextBox 17">
              <a:extLst>
                <a:ext uri="{FF2B5EF4-FFF2-40B4-BE49-F238E27FC236}">
                  <a16:creationId xmlns:a16="http://schemas.microsoft.com/office/drawing/2014/main" id="{33EF9893-C3F0-3E93-A627-7B752133CCC0}"/>
                </a:ext>
              </a:extLst>
            </p:cNvPr>
            <p:cNvSpPr txBox="1"/>
            <p:nvPr/>
          </p:nvSpPr>
          <p:spPr>
            <a:xfrm>
              <a:off x="0" y="-38100"/>
              <a:ext cx="1363463" cy="286978"/>
            </a:xfrm>
            <a:prstGeom prst="rect">
              <a:avLst/>
            </a:prstGeom>
          </p:spPr>
          <p:txBody>
            <a:bodyPr lIns="56476" tIns="56476" rIns="56476" bIns="56476" rtlCol="0" anchor="ctr"/>
            <a:lstStyle/>
            <a:p>
              <a:pPr algn="ctr">
                <a:lnSpc>
                  <a:spcPts val="3360"/>
                </a:lnSpc>
              </a:pPr>
              <a:endParaRPr/>
            </a:p>
          </p:txBody>
        </p:sp>
      </p:grpSp>
      <p:sp>
        <p:nvSpPr>
          <p:cNvPr id="47" name="TextBox 26">
            <a:extLst>
              <a:ext uri="{FF2B5EF4-FFF2-40B4-BE49-F238E27FC236}">
                <a16:creationId xmlns:a16="http://schemas.microsoft.com/office/drawing/2014/main" id="{0A706D26-0425-FEEB-85CC-88B061DC4883}"/>
              </a:ext>
            </a:extLst>
          </p:cNvPr>
          <p:cNvSpPr txBox="1"/>
          <p:nvPr/>
        </p:nvSpPr>
        <p:spPr>
          <a:xfrm>
            <a:off x="7370398" y="10887215"/>
            <a:ext cx="8994379" cy="1081828"/>
          </a:xfrm>
          <a:prstGeom prst="rect">
            <a:avLst/>
          </a:prstGeom>
        </p:spPr>
        <p:txBody>
          <a:bodyPr lIns="0" tIns="0" rIns="0" bIns="0" rtlCol="0" anchor="t">
            <a:spAutoFit/>
          </a:bodyPr>
          <a:lstStyle/>
          <a:p>
            <a:pPr marL="1359289" lvl="1" indent="-679645" algn="l">
              <a:lnSpc>
                <a:spcPts val="8814"/>
              </a:lnSpc>
              <a:spcBef>
                <a:spcPct val="0"/>
              </a:spcBef>
              <a:buAutoNum type="arabicPeriod"/>
            </a:pPr>
            <a:r>
              <a:rPr lang="en-US" sz="6295">
                <a:solidFill>
                  <a:srgbClr val="01544A"/>
                </a:solidFill>
                <a:latin typeface="Cheering Section"/>
                <a:ea typeface="Cheering Section"/>
                <a:cs typeface="Cheering Section"/>
                <a:sym typeface="Cheering Section"/>
              </a:rPr>
              <a:t> Lợi ích &amp; Thách thức</a:t>
            </a:r>
          </a:p>
        </p:txBody>
      </p:sp>
      <p:sp>
        <p:nvSpPr>
          <p:cNvPr id="48" name="TextBox 27">
            <a:extLst>
              <a:ext uri="{FF2B5EF4-FFF2-40B4-BE49-F238E27FC236}">
                <a16:creationId xmlns:a16="http://schemas.microsoft.com/office/drawing/2014/main" id="{F272B23A-578C-DF95-3B3B-BCBCB8238C63}"/>
              </a:ext>
            </a:extLst>
          </p:cNvPr>
          <p:cNvSpPr txBox="1"/>
          <p:nvPr/>
        </p:nvSpPr>
        <p:spPr>
          <a:xfrm>
            <a:off x="7110350" y="12704153"/>
            <a:ext cx="2336022" cy="1190611"/>
          </a:xfrm>
          <a:prstGeom prst="rect">
            <a:avLst/>
          </a:prstGeom>
        </p:spPr>
        <p:txBody>
          <a:bodyPr lIns="0" tIns="0" rIns="0" bIns="0" rtlCol="0" anchor="t">
            <a:spAutoFit/>
          </a:bodyPr>
          <a:lstStyle/>
          <a:p>
            <a:pPr algn="ctr">
              <a:lnSpc>
                <a:spcPts val="8773"/>
              </a:lnSpc>
              <a:spcBef>
                <a:spcPct val="0"/>
              </a:spcBef>
            </a:pPr>
            <a:r>
              <a:rPr lang="en-US" sz="6266">
                <a:solidFill>
                  <a:srgbClr val="FFFFFF"/>
                </a:solidFill>
                <a:latin typeface="Handpicked Seashells"/>
                <a:ea typeface="Handpicked Seashells"/>
                <a:cs typeface="Handpicked Seashells"/>
                <a:sym typeface="Handpicked Seashells"/>
              </a:rPr>
              <a:t>Lợi ích:</a:t>
            </a:r>
          </a:p>
        </p:txBody>
      </p:sp>
      <p:sp>
        <p:nvSpPr>
          <p:cNvPr id="49" name="AutoShape 28">
            <a:extLst>
              <a:ext uri="{FF2B5EF4-FFF2-40B4-BE49-F238E27FC236}">
                <a16:creationId xmlns:a16="http://schemas.microsoft.com/office/drawing/2014/main" id="{743A1C35-2481-37E0-F914-F48582FB9D87}"/>
              </a:ext>
            </a:extLst>
          </p:cNvPr>
          <p:cNvSpPr/>
          <p:nvPr/>
        </p:nvSpPr>
        <p:spPr>
          <a:xfrm flipV="1">
            <a:off x="7110350" y="13894764"/>
            <a:ext cx="4030397" cy="0"/>
          </a:xfrm>
          <a:prstGeom prst="line">
            <a:avLst/>
          </a:prstGeom>
          <a:ln w="38100" cap="flat">
            <a:solidFill>
              <a:srgbClr val="FFFFFF"/>
            </a:solidFill>
            <a:prstDash val="solid"/>
            <a:headEnd type="none" w="sm" len="sm"/>
            <a:tailEnd type="none" w="sm" len="sm"/>
          </a:ln>
        </p:spPr>
      </p:sp>
      <p:sp>
        <p:nvSpPr>
          <p:cNvPr id="50" name="TextBox 29">
            <a:extLst>
              <a:ext uri="{FF2B5EF4-FFF2-40B4-BE49-F238E27FC236}">
                <a16:creationId xmlns:a16="http://schemas.microsoft.com/office/drawing/2014/main" id="{2C30A1D1-0FBC-6CE6-0A87-A865D5BD75E8}"/>
              </a:ext>
            </a:extLst>
          </p:cNvPr>
          <p:cNvSpPr txBox="1"/>
          <p:nvPr/>
        </p:nvSpPr>
        <p:spPr>
          <a:xfrm>
            <a:off x="6867293" y="14256714"/>
            <a:ext cx="4583470" cy="4231249"/>
          </a:xfrm>
          <a:prstGeom prst="rect">
            <a:avLst/>
          </a:prstGeom>
        </p:spPr>
        <p:txBody>
          <a:bodyPr lIns="0" tIns="0" rIns="0" bIns="0" rtlCol="0" anchor="t">
            <a:spAutoFit/>
          </a:bodyPr>
          <a:lstStyle/>
          <a:p>
            <a:pPr marL="655539" lvl="1" indent="-327769" algn="l">
              <a:lnSpc>
                <a:spcPts val="4250"/>
              </a:lnSpc>
              <a:spcBef>
                <a:spcPct val="0"/>
              </a:spcBef>
              <a:buFont typeface="Arial"/>
              <a:buChar char="•"/>
            </a:pPr>
            <a:r>
              <a:rPr lang="en-US" sz="3036">
                <a:solidFill>
                  <a:srgbClr val="FFFFFF"/>
                </a:solidFill>
                <a:latin typeface="Mali"/>
                <a:ea typeface="Mali"/>
                <a:cs typeface="Mali"/>
                <a:sym typeface="Mali"/>
              </a:rPr>
              <a:t>Đảm bảo an ninh năng lượng và tạo đòn bẩy phát triển kinh tế địa phương.</a:t>
            </a:r>
          </a:p>
          <a:p>
            <a:pPr marL="655539" lvl="1" indent="-327769" algn="l">
              <a:lnSpc>
                <a:spcPts val="4250"/>
              </a:lnSpc>
              <a:spcBef>
                <a:spcPct val="0"/>
              </a:spcBef>
              <a:buFont typeface="Arial"/>
              <a:buChar char="•"/>
            </a:pPr>
            <a:r>
              <a:rPr lang="en-US" sz="3036">
                <a:solidFill>
                  <a:srgbClr val="FFFFFF"/>
                </a:solidFill>
                <a:latin typeface="Mali"/>
                <a:ea typeface="Mali"/>
                <a:cs typeface="Mali"/>
                <a:sym typeface="Mali"/>
              </a:rPr>
              <a:t>Thu hút vốn đầu tư và giải quyết việc làm cho người lao động.</a:t>
            </a:r>
          </a:p>
        </p:txBody>
      </p:sp>
      <p:sp>
        <p:nvSpPr>
          <p:cNvPr id="51" name="TextBox 30">
            <a:extLst>
              <a:ext uri="{FF2B5EF4-FFF2-40B4-BE49-F238E27FC236}">
                <a16:creationId xmlns:a16="http://schemas.microsoft.com/office/drawing/2014/main" id="{CF639B99-44CE-E1CE-FA30-E594C6113572}"/>
              </a:ext>
            </a:extLst>
          </p:cNvPr>
          <p:cNvSpPr txBox="1"/>
          <p:nvPr/>
        </p:nvSpPr>
        <p:spPr>
          <a:xfrm>
            <a:off x="12673790" y="12780880"/>
            <a:ext cx="3375064" cy="1190611"/>
          </a:xfrm>
          <a:prstGeom prst="rect">
            <a:avLst/>
          </a:prstGeom>
        </p:spPr>
        <p:txBody>
          <a:bodyPr lIns="0" tIns="0" rIns="0" bIns="0" rtlCol="0" anchor="t">
            <a:spAutoFit/>
          </a:bodyPr>
          <a:lstStyle/>
          <a:p>
            <a:pPr algn="ctr">
              <a:lnSpc>
                <a:spcPts val="8773"/>
              </a:lnSpc>
              <a:spcBef>
                <a:spcPct val="0"/>
              </a:spcBef>
            </a:pPr>
            <a:r>
              <a:rPr lang="en-US" sz="6266">
                <a:solidFill>
                  <a:srgbClr val="FFFFFF"/>
                </a:solidFill>
                <a:latin typeface="Handpicked Seashells"/>
                <a:ea typeface="Handpicked Seashells"/>
                <a:cs typeface="Handpicked Seashells"/>
                <a:sym typeface="Handpicked Seashells"/>
              </a:rPr>
              <a:t>Thách thức:</a:t>
            </a:r>
          </a:p>
        </p:txBody>
      </p:sp>
      <p:sp>
        <p:nvSpPr>
          <p:cNvPr id="52" name="AutoShape 31">
            <a:extLst>
              <a:ext uri="{FF2B5EF4-FFF2-40B4-BE49-F238E27FC236}">
                <a16:creationId xmlns:a16="http://schemas.microsoft.com/office/drawing/2014/main" id="{902E24C4-F194-F161-97F5-2AE8C451DCE7}"/>
              </a:ext>
            </a:extLst>
          </p:cNvPr>
          <p:cNvSpPr/>
          <p:nvPr/>
        </p:nvSpPr>
        <p:spPr>
          <a:xfrm flipV="1">
            <a:off x="12673790" y="13961965"/>
            <a:ext cx="4030397" cy="0"/>
          </a:xfrm>
          <a:prstGeom prst="line">
            <a:avLst/>
          </a:prstGeom>
          <a:ln w="38100" cap="flat">
            <a:solidFill>
              <a:srgbClr val="FFFFFF"/>
            </a:solidFill>
            <a:prstDash val="solid"/>
            <a:headEnd type="none" w="sm" len="sm"/>
            <a:tailEnd type="none" w="sm" len="sm"/>
          </a:ln>
        </p:spPr>
      </p:sp>
      <p:sp>
        <p:nvSpPr>
          <p:cNvPr id="53" name="TextBox 32">
            <a:extLst>
              <a:ext uri="{FF2B5EF4-FFF2-40B4-BE49-F238E27FC236}">
                <a16:creationId xmlns:a16="http://schemas.microsoft.com/office/drawing/2014/main" id="{C359ECF2-B3A8-CFE0-2745-D86CC031A91B}"/>
              </a:ext>
            </a:extLst>
          </p:cNvPr>
          <p:cNvSpPr txBox="1"/>
          <p:nvPr/>
        </p:nvSpPr>
        <p:spPr>
          <a:xfrm>
            <a:off x="12397254" y="14286183"/>
            <a:ext cx="4583470" cy="2640613"/>
          </a:xfrm>
          <a:prstGeom prst="rect">
            <a:avLst/>
          </a:prstGeom>
        </p:spPr>
        <p:txBody>
          <a:bodyPr lIns="0" tIns="0" rIns="0" bIns="0" rtlCol="0" anchor="t">
            <a:spAutoFit/>
          </a:bodyPr>
          <a:lstStyle/>
          <a:p>
            <a:pPr marL="655539" lvl="1" indent="-327769" algn="l">
              <a:lnSpc>
                <a:spcPts val="4250"/>
              </a:lnSpc>
              <a:spcBef>
                <a:spcPct val="0"/>
              </a:spcBef>
              <a:buFont typeface="Arial"/>
              <a:buChar char="•"/>
            </a:pPr>
            <a:r>
              <a:rPr lang="en-US" sz="3036">
                <a:solidFill>
                  <a:srgbClr val="FFFFFF"/>
                </a:solidFill>
                <a:latin typeface="Mali"/>
                <a:ea typeface="Mali"/>
                <a:cs typeface="Mali"/>
                <a:sym typeface="Mali"/>
              </a:rPr>
              <a:t>Ảnh hưởng đến tài nguyên đất, nguồn nước và hệ sinh thái.</a:t>
            </a:r>
          </a:p>
          <a:p>
            <a:pPr marL="655539" lvl="1" indent="-327769" algn="l">
              <a:lnSpc>
                <a:spcPts val="4250"/>
              </a:lnSpc>
              <a:spcBef>
                <a:spcPct val="0"/>
              </a:spcBef>
              <a:buFont typeface="Arial"/>
              <a:buChar char="•"/>
            </a:pPr>
            <a:r>
              <a:rPr lang="en-US" sz="3036">
                <a:solidFill>
                  <a:srgbClr val="FFFFFF"/>
                </a:solidFill>
                <a:latin typeface="Mali"/>
                <a:ea typeface="Mali"/>
                <a:cs typeface="Mali"/>
                <a:sym typeface="Mali"/>
              </a:rPr>
              <a:t>Áp lực lên hệ thống truyền tải điện.</a:t>
            </a:r>
          </a:p>
        </p:txBody>
      </p:sp>
      <p:sp>
        <p:nvSpPr>
          <p:cNvPr id="54" name="Freeform 5">
            <a:extLst>
              <a:ext uri="{FF2B5EF4-FFF2-40B4-BE49-F238E27FC236}">
                <a16:creationId xmlns:a16="http://schemas.microsoft.com/office/drawing/2014/main" id="{81C806F4-CA3E-C9EE-7CD6-37AA235180F2}"/>
              </a:ext>
            </a:extLst>
          </p:cNvPr>
          <p:cNvSpPr/>
          <p:nvPr/>
        </p:nvSpPr>
        <p:spPr>
          <a:xfrm>
            <a:off x="-2394013" y="6651055"/>
            <a:ext cx="1781536" cy="1616744"/>
          </a:xfrm>
          <a:custGeom>
            <a:avLst/>
            <a:gdLst/>
            <a:ahLst/>
            <a:cxnLst/>
            <a:rect l="l" t="t" r="r" b="b"/>
            <a:pathLst>
              <a:path w="1781536" h="1616744">
                <a:moveTo>
                  <a:pt x="0" y="0"/>
                </a:moveTo>
                <a:lnTo>
                  <a:pt x="1781536" y="0"/>
                </a:lnTo>
                <a:lnTo>
                  <a:pt x="1781536" y="1616744"/>
                </a:lnTo>
                <a:lnTo>
                  <a:pt x="0" y="1616744"/>
                </a:lnTo>
                <a:lnTo>
                  <a:pt x="0" y="0"/>
                </a:lnTo>
                <a:close/>
              </a:path>
            </a:pathLst>
          </a:custGeom>
          <a:blipFill>
            <a:blip r:embed="rId6"/>
            <a:stretch>
              <a:fillRect/>
            </a:stretch>
          </a:blipFill>
        </p:spPr>
      </p:sp>
      <p:sp>
        <p:nvSpPr>
          <p:cNvPr id="55" name="Freeform 18">
            <a:extLst>
              <a:ext uri="{FF2B5EF4-FFF2-40B4-BE49-F238E27FC236}">
                <a16:creationId xmlns:a16="http://schemas.microsoft.com/office/drawing/2014/main" id="{43C1B857-C870-FCA6-271F-AFBCC13BAA10}"/>
              </a:ext>
            </a:extLst>
          </p:cNvPr>
          <p:cNvSpPr/>
          <p:nvPr/>
        </p:nvSpPr>
        <p:spPr>
          <a:xfrm>
            <a:off x="-5973737" y="1959346"/>
            <a:ext cx="2631570" cy="4596630"/>
          </a:xfrm>
          <a:custGeom>
            <a:avLst/>
            <a:gdLst/>
            <a:ahLst/>
            <a:cxnLst/>
            <a:rect l="l" t="t" r="r" b="b"/>
            <a:pathLst>
              <a:path w="2631570" h="4596630">
                <a:moveTo>
                  <a:pt x="0" y="0"/>
                </a:moveTo>
                <a:lnTo>
                  <a:pt x="2631570" y="0"/>
                </a:lnTo>
                <a:lnTo>
                  <a:pt x="2631570" y="4596630"/>
                </a:lnTo>
                <a:lnTo>
                  <a:pt x="0" y="4596630"/>
                </a:lnTo>
                <a:lnTo>
                  <a:pt x="0" y="0"/>
                </a:lnTo>
                <a:close/>
              </a:path>
            </a:pathLst>
          </a:custGeom>
          <a:blipFill>
            <a:blip r:embed="rId5"/>
            <a:stretch>
              <a:fillRect/>
            </a:stretch>
          </a:blipFill>
        </p:spPr>
      </p:sp>
      <p:sp>
        <p:nvSpPr>
          <p:cNvPr id="56" name="Freeform 19">
            <a:extLst>
              <a:ext uri="{FF2B5EF4-FFF2-40B4-BE49-F238E27FC236}">
                <a16:creationId xmlns:a16="http://schemas.microsoft.com/office/drawing/2014/main" id="{C0BBE45A-62F8-9D1E-D017-605E67F2CA1A}"/>
              </a:ext>
            </a:extLst>
          </p:cNvPr>
          <p:cNvSpPr/>
          <p:nvPr/>
        </p:nvSpPr>
        <p:spPr>
          <a:xfrm>
            <a:off x="-2979819" y="2916832"/>
            <a:ext cx="2081578" cy="3635945"/>
          </a:xfrm>
          <a:custGeom>
            <a:avLst/>
            <a:gdLst/>
            <a:ahLst/>
            <a:cxnLst/>
            <a:rect l="l" t="t" r="r" b="b"/>
            <a:pathLst>
              <a:path w="2081578" h="3635945">
                <a:moveTo>
                  <a:pt x="0" y="0"/>
                </a:moveTo>
                <a:lnTo>
                  <a:pt x="2081578" y="0"/>
                </a:lnTo>
                <a:lnTo>
                  <a:pt x="2081578" y="3635945"/>
                </a:lnTo>
                <a:lnTo>
                  <a:pt x="0" y="3635945"/>
                </a:lnTo>
                <a:lnTo>
                  <a:pt x="0" y="0"/>
                </a:lnTo>
                <a:close/>
              </a:path>
            </a:pathLst>
          </a:custGeom>
          <a:blipFill>
            <a:blip r:embed="rId5"/>
            <a:stretch>
              <a:fillRect/>
            </a:stretch>
          </a:blipFill>
        </p:spPr>
      </p:sp>
      <p:sp>
        <p:nvSpPr>
          <p:cNvPr id="57" name="Freeform 20">
            <a:extLst>
              <a:ext uri="{FF2B5EF4-FFF2-40B4-BE49-F238E27FC236}">
                <a16:creationId xmlns:a16="http://schemas.microsoft.com/office/drawing/2014/main" id="{EAAF0898-D509-234C-232A-DC74FD9C3034}"/>
              </a:ext>
            </a:extLst>
          </p:cNvPr>
          <p:cNvSpPr/>
          <p:nvPr/>
        </p:nvSpPr>
        <p:spPr>
          <a:xfrm>
            <a:off x="-9081594" y="3877194"/>
            <a:ext cx="5984948" cy="4556042"/>
          </a:xfrm>
          <a:custGeom>
            <a:avLst/>
            <a:gdLst/>
            <a:ahLst/>
            <a:cxnLst/>
            <a:rect l="l" t="t" r="r" b="b"/>
            <a:pathLst>
              <a:path w="5984948" h="4556042">
                <a:moveTo>
                  <a:pt x="0" y="0"/>
                </a:moveTo>
                <a:lnTo>
                  <a:pt x="5984948" y="0"/>
                </a:lnTo>
                <a:lnTo>
                  <a:pt x="5984948" y="4556042"/>
                </a:lnTo>
                <a:lnTo>
                  <a:pt x="0" y="4556042"/>
                </a:lnTo>
                <a:lnTo>
                  <a:pt x="0" y="0"/>
                </a:lnTo>
                <a:close/>
              </a:path>
            </a:pathLst>
          </a:custGeom>
          <a:blipFill>
            <a:blip r:embed="rId9"/>
            <a:stretch>
              <a:fillRect/>
            </a:stretch>
          </a:blipFill>
        </p:spPr>
      </p:sp>
      <p:sp>
        <p:nvSpPr>
          <p:cNvPr id="58" name="Freeform 21">
            <a:extLst>
              <a:ext uri="{FF2B5EF4-FFF2-40B4-BE49-F238E27FC236}">
                <a16:creationId xmlns:a16="http://schemas.microsoft.com/office/drawing/2014/main" id="{0FD2280B-C6B3-7E9F-BD95-0001848433C8}"/>
              </a:ext>
            </a:extLst>
          </p:cNvPr>
          <p:cNvSpPr/>
          <p:nvPr/>
        </p:nvSpPr>
        <p:spPr>
          <a:xfrm>
            <a:off x="-4894753" y="7108630"/>
            <a:ext cx="3105173" cy="2817944"/>
          </a:xfrm>
          <a:custGeom>
            <a:avLst/>
            <a:gdLst/>
            <a:ahLst/>
            <a:cxnLst/>
            <a:rect l="l" t="t" r="r" b="b"/>
            <a:pathLst>
              <a:path w="3105173" h="2817944">
                <a:moveTo>
                  <a:pt x="0" y="0"/>
                </a:moveTo>
                <a:lnTo>
                  <a:pt x="3105173" y="0"/>
                </a:lnTo>
                <a:lnTo>
                  <a:pt x="3105173" y="2817944"/>
                </a:lnTo>
                <a:lnTo>
                  <a:pt x="0" y="2817944"/>
                </a:lnTo>
                <a:lnTo>
                  <a:pt x="0" y="0"/>
                </a:lnTo>
                <a:close/>
              </a:path>
            </a:pathLst>
          </a:custGeom>
          <a:blipFill>
            <a:blip r:embed="rId6"/>
            <a:stretch>
              <a:fillRect/>
            </a:stretch>
          </a:blipFill>
        </p:spPr>
      </p:sp>
      <p:sp>
        <p:nvSpPr>
          <p:cNvPr id="59" name="Freeform 23">
            <a:extLst>
              <a:ext uri="{FF2B5EF4-FFF2-40B4-BE49-F238E27FC236}">
                <a16:creationId xmlns:a16="http://schemas.microsoft.com/office/drawing/2014/main" id="{7B9ACF2A-4D14-3EFB-AA86-DEC886B22EAA}"/>
              </a:ext>
            </a:extLst>
          </p:cNvPr>
          <p:cNvSpPr/>
          <p:nvPr/>
        </p:nvSpPr>
        <p:spPr>
          <a:xfrm>
            <a:off x="-7508842" y="7244510"/>
            <a:ext cx="2839444" cy="4027581"/>
          </a:xfrm>
          <a:custGeom>
            <a:avLst/>
            <a:gdLst/>
            <a:ahLst/>
            <a:cxnLst/>
            <a:rect l="l" t="t" r="r" b="b"/>
            <a:pathLst>
              <a:path w="2839444" h="4027581">
                <a:moveTo>
                  <a:pt x="0" y="0"/>
                </a:moveTo>
                <a:lnTo>
                  <a:pt x="2839444" y="0"/>
                </a:lnTo>
                <a:lnTo>
                  <a:pt x="2839444" y="4027580"/>
                </a:lnTo>
                <a:lnTo>
                  <a:pt x="0" y="4027580"/>
                </a:lnTo>
                <a:lnTo>
                  <a:pt x="0" y="0"/>
                </a:lnTo>
                <a:close/>
              </a:path>
            </a:pathLst>
          </a:custGeom>
          <a:blipFill>
            <a:blip r:embed="rId10"/>
            <a:stretch>
              <a:fillRect/>
            </a:stretch>
          </a:blipFill>
        </p:spPr>
      </p:sp>
      <p:sp>
        <p:nvSpPr>
          <p:cNvPr id="60" name="Freeform 24">
            <a:extLst>
              <a:ext uri="{FF2B5EF4-FFF2-40B4-BE49-F238E27FC236}">
                <a16:creationId xmlns:a16="http://schemas.microsoft.com/office/drawing/2014/main" id="{7330A0D5-88F2-E7ED-935A-35DC386A6371}"/>
              </a:ext>
            </a:extLst>
          </p:cNvPr>
          <p:cNvSpPr/>
          <p:nvPr/>
        </p:nvSpPr>
        <p:spPr>
          <a:xfrm rot="16200000">
            <a:off x="20425880" y="-4443573"/>
            <a:ext cx="5359527" cy="8229600"/>
          </a:xfrm>
          <a:custGeom>
            <a:avLst/>
            <a:gdLst/>
            <a:ahLst/>
            <a:cxnLst/>
            <a:rect l="l" t="t" r="r" b="b"/>
            <a:pathLst>
              <a:path w="5359527" h="8229600">
                <a:moveTo>
                  <a:pt x="0" y="0"/>
                </a:moveTo>
                <a:lnTo>
                  <a:pt x="5359527" y="0"/>
                </a:lnTo>
                <a:lnTo>
                  <a:pt x="5359527" y="8229600"/>
                </a:lnTo>
                <a:lnTo>
                  <a:pt x="0" y="8229600"/>
                </a:lnTo>
                <a:lnTo>
                  <a:pt x="0" y="0"/>
                </a:lnTo>
                <a:close/>
              </a:path>
            </a:pathLst>
          </a:custGeom>
          <a:blipFill>
            <a:blip r:embed="rId11"/>
            <a:stretch>
              <a:fillRect/>
            </a:stretch>
          </a:blipFill>
        </p:spPr>
      </p:sp>
      <p:sp>
        <p:nvSpPr>
          <p:cNvPr id="61" name="Freeform 25">
            <a:extLst>
              <a:ext uri="{FF2B5EF4-FFF2-40B4-BE49-F238E27FC236}">
                <a16:creationId xmlns:a16="http://schemas.microsoft.com/office/drawing/2014/main" id="{B8C13974-0451-6C30-1E6F-45AB58520E84}"/>
              </a:ext>
            </a:extLst>
          </p:cNvPr>
          <p:cNvSpPr/>
          <p:nvPr/>
        </p:nvSpPr>
        <p:spPr>
          <a:xfrm rot="16200000" flipV="1">
            <a:off x="-6940952" y="-4249488"/>
            <a:ext cx="5359527" cy="8229600"/>
          </a:xfrm>
          <a:custGeom>
            <a:avLst/>
            <a:gdLst/>
            <a:ahLst/>
            <a:cxnLst/>
            <a:rect l="l" t="t" r="r" b="b"/>
            <a:pathLst>
              <a:path w="5359527" h="8229600">
                <a:moveTo>
                  <a:pt x="0" y="8229600"/>
                </a:moveTo>
                <a:lnTo>
                  <a:pt x="5359527" y="8229600"/>
                </a:lnTo>
                <a:lnTo>
                  <a:pt x="5359527" y="0"/>
                </a:lnTo>
                <a:lnTo>
                  <a:pt x="0" y="0"/>
                </a:lnTo>
                <a:lnTo>
                  <a:pt x="0" y="8229600"/>
                </a:lnTo>
                <a:close/>
              </a:path>
            </a:pathLst>
          </a:custGeom>
          <a:blipFill>
            <a:blip r:embed="rId11"/>
            <a:stretch>
              <a:fillRect/>
            </a:stretch>
          </a:blipFill>
        </p:spPr>
      </p:sp>
      <p:grpSp>
        <p:nvGrpSpPr>
          <p:cNvPr id="69" name="Group 9">
            <a:extLst>
              <a:ext uri="{FF2B5EF4-FFF2-40B4-BE49-F238E27FC236}">
                <a16:creationId xmlns:a16="http://schemas.microsoft.com/office/drawing/2014/main" id="{E611989B-2638-79F5-134A-EEF7C34134FA}"/>
              </a:ext>
            </a:extLst>
          </p:cNvPr>
          <p:cNvGrpSpPr/>
          <p:nvPr/>
        </p:nvGrpSpPr>
        <p:grpSpPr>
          <a:xfrm>
            <a:off x="6505343" y="10470559"/>
            <a:ext cx="5240412" cy="6197473"/>
            <a:chOff x="0" y="0"/>
            <a:chExt cx="1059993" cy="1253581"/>
          </a:xfrm>
        </p:grpSpPr>
        <p:sp>
          <p:nvSpPr>
            <p:cNvPr id="70" name="Freeform 10">
              <a:extLst>
                <a:ext uri="{FF2B5EF4-FFF2-40B4-BE49-F238E27FC236}">
                  <a16:creationId xmlns:a16="http://schemas.microsoft.com/office/drawing/2014/main" id="{E19C6F43-1A4C-4A47-7CAE-222911CDC3F5}"/>
                </a:ext>
              </a:extLst>
            </p:cNvPr>
            <p:cNvSpPr/>
            <p:nvPr/>
          </p:nvSpPr>
          <p:spPr>
            <a:xfrm>
              <a:off x="0" y="0"/>
              <a:ext cx="1059993" cy="1253581"/>
            </a:xfrm>
            <a:custGeom>
              <a:avLst/>
              <a:gdLst/>
              <a:ahLst/>
              <a:cxnLst/>
              <a:rect l="l" t="t" r="r" b="b"/>
              <a:pathLst>
                <a:path w="1059993" h="1253581">
                  <a:moveTo>
                    <a:pt x="28854" y="0"/>
                  </a:moveTo>
                  <a:lnTo>
                    <a:pt x="1031139" y="0"/>
                  </a:lnTo>
                  <a:cubicBezTo>
                    <a:pt x="1047075" y="0"/>
                    <a:pt x="1059993" y="12919"/>
                    <a:pt x="1059993" y="28854"/>
                  </a:cubicBezTo>
                  <a:lnTo>
                    <a:pt x="1059993" y="1224727"/>
                  </a:lnTo>
                  <a:cubicBezTo>
                    <a:pt x="1059993" y="1240662"/>
                    <a:pt x="1047075" y="1253581"/>
                    <a:pt x="1031139" y="1253581"/>
                  </a:cubicBezTo>
                  <a:lnTo>
                    <a:pt x="28854" y="1253581"/>
                  </a:lnTo>
                  <a:cubicBezTo>
                    <a:pt x="12919" y="1253581"/>
                    <a:pt x="0" y="1240662"/>
                    <a:pt x="0" y="1224727"/>
                  </a:cubicBezTo>
                  <a:lnTo>
                    <a:pt x="0" y="28854"/>
                  </a:lnTo>
                  <a:cubicBezTo>
                    <a:pt x="0" y="12919"/>
                    <a:pt x="12919" y="0"/>
                    <a:pt x="28854" y="0"/>
                  </a:cubicBezTo>
                  <a:close/>
                </a:path>
              </a:pathLst>
            </a:custGeom>
            <a:solidFill>
              <a:srgbClr val="8BB94F"/>
            </a:solidFill>
          </p:spPr>
        </p:sp>
        <p:sp>
          <p:nvSpPr>
            <p:cNvPr id="71" name="TextBox 11">
              <a:extLst>
                <a:ext uri="{FF2B5EF4-FFF2-40B4-BE49-F238E27FC236}">
                  <a16:creationId xmlns:a16="http://schemas.microsoft.com/office/drawing/2014/main" id="{E9CAD155-8D60-8C1B-4129-CA22BE71E3FE}"/>
                </a:ext>
              </a:extLst>
            </p:cNvPr>
            <p:cNvSpPr txBox="1"/>
            <p:nvPr/>
          </p:nvSpPr>
          <p:spPr>
            <a:xfrm>
              <a:off x="0" y="-38100"/>
              <a:ext cx="1059993" cy="1291681"/>
            </a:xfrm>
            <a:prstGeom prst="rect">
              <a:avLst/>
            </a:prstGeom>
          </p:spPr>
          <p:txBody>
            <a:bodyPr lIns="56476" tIns="56476" rIns="56476" bIns="56476" rtlCol="0" anchor="ctr"/>
            <a:lstStyle/>
            <a:p>
              <a:pPr algn="ctr">
                <a:lnSpc>
                  <a:spcPts val="3360"/>
                </a:lnSpc>
              </a:pPr>
              <a:endParaRPr/>
            </a:p>
          </p:txBody>
        </p:sp>
      </p:grpSp>
      <p:grpSp>
        <p:nvGrpSpPr>
          <p:cNvPr id="72" name="Group 9">
            <a:extLst>
              <a:ext uri="{FF2B5EF4-FFF2-40B4-BE49-F238E27FC236}">
                <a16:creationId xmlns:a16="http://schemas.microsoft.com/office/drawing/2014/main" id="{46788123-0243-47CA-FB6E-8CDFFB9830C3}"/>
              </a:ext>
            </a:extLst>
          </p:cNvPr>
          <p:cNvGrpSpPr/>
          <p:nvPr/>
        </p:nvGrpSpPr>
        <p:grpSpPr>
          <a:xfrm>
            <a:off x="6350183" y="10554855"/>
            <a:ext cx="5240412" cy="6197473"/>
            <a:chOff x="0" y="0"/>
            <a:chExt cx="1059993" cy="1253581"/>
          </a:xfrm>
        </p:grpSpPr>
        <p:sp>
          <p:nvSpPr>
            <p:cNvPr id="73" name="Freeform 10">
              <a:extLst>
                <a:ext uri="{FF2B5EF4-FFF2-40B4-BE49-F238E27FC236}">
                  <a16:creationId xmlns:a16="http://schemas.microsoft.com/office/drawing/2014/main" id="{FF2D274D-04DD-3782-B3E5-9B81CA39D871}"/>
                </a:ext>
              </a:extLst>
            </p:cNvPr>
            <p:cNvSpPr/>
            <p:nvPr/>
          </p:nvSpPr>
          <p:spPr>
            <a:xfrm>
              <a:off x="0" y="0"/>
              <a:ext cx="1059993" cy="1253581"/>
            </a:xfrm>
            <a:custGeom>
              <a:avLst/>
              <a:gdLst/>
              <a:ahLst/>
              <a:cxnLst/>
              <a:rect l="l" t="t" r="r" b="b"/>
              <a:pathLst>
                <a:path w="1059993" h="1253581">
                  <a:moveTo>
                    <a:pt x="28854" y="0"/>
                  </a:moveTo>
                  <a:lnTo>
                    <a:pt x="1031139" y="0"/>
                  </a:lnTo>
                  <a:cubicBezTo>
                    <a:pt x="1047075" y="0"/>
                    <a:pt x="1059993" y="12919"/>
                    <a:pt x="1059993" y="28854"/>
                  </a:cubicBezTo>
                  <a:lnTo>
                    <a:pt x="1059993" y="1224727"/>
                  </a:lnTo>
                  <a:cubicBezTo>
                    <a:pt x="1059993" y="1240662"/>
                    <a:pt x="1047075" y="1253581"/>
                    <a:pt x="1031139" y="1253581"/>
                  </a:cubicBezTo>
                  <a:lnTo>
                    <a:pt x="28854" y="1253581"/>
                  </a:lnTo>
                  <a:cubicBezTo>
                    <a:pt x="12919" y="1253581"/>
                    <a:pt x="0" y="1240662"/>
                    <a:pt x="0" y="1224727"/>
                  </a:cubicBezTo>
                  <a:lnTo>
                    <a:pt x="0" y="28854"/>
                  </a:lnTo>
                  <a:cubicBezTo>
                    <a:pt x="0" y="12919"/>
                    <a:pt x="12919" y="0"/>
                    <a:pt x="28854" y="0"/>
                  </a:cubicBezTo>
                  <a:close/>
                </a:path>
              </a:pathLst>
            </a:custGeom>
            <a:solidFill>
              <a:srgbClr val="8BB94F"/>
            </a:solidFill>
          </p:spPr>
        </p:sp>
        <p:sp>
          <p:nvSpPr>
            <p:cNvPr id="74" name="TextBox 11">
              <a:extLst>
                <a:ext uri="{FF2B5EF4-FFF2-40B4-BE49-F238E27FC236}">
                  <a16:creationId xmlns:a16="http://schemas.microsoft.com/office/drawing/2014/main" id="{24A6D735-22A9-E0E9-38E1-DB5EEFC03A83}"/>
                </a:ext>
              </a:extLst>
            </p:cNvPr>
            <p:cNvSpPr txBox="1"/>
            <p:nvPr/>
          </p:nvSpPr>
          <p:spPr>
            <a:xfrm>
              <a:off x="0" y="-38100"/>
              <a:ext cx="1059993" cy="1291681"/>
            </a:xfrm>
            <a:prstGeom prst="rect">
              <a:avLst/>
            </a:prstGeom>
          </p:spPr>
          <p:txBody>
            <a:bodyPr lIns="56476" tIns="56476" rIns="56476" bIns="56476" rtlCol="0" anchor="ctr"/>
            <a:lstStyle/>
            <a:p>
              <a:pPr algn="ctr">
                <a:lnSpc>
                  <a:spcPts val="3360"/>
                </a:lnSpc>
              </a:pPr>
              <a:endParaRPr/>
            </a:p>
          </p:txBody>
        </p:sp>
      </p:grpSp>
      <p:grpSp>
        <p:nvGrpSpPr>
          <p:cNvPr id="75" name="Group 9">
            <a:extLst>
              <a:ext uri="{FF2B5EF4-FFF2-40B4-BE49-F238E27FC236}">
                <a16:creationId xmlns:a16="http://schemas.microsoft.com/office/drawing/2014/main" id="{3FA9D6B2-8454-51C9-1E60-372A442A3928}"/>
              </a:ext>
            </a:extLst>
          </p:cNvPr>
          <p:cNvGrpSpPr/>
          <p:nvPr/>
        </p:nvGrpSpPr>
        <p:grpSpPr>
          <a:xfrm>
            <a:off x="6505343" y="10736643"/>
            <a:ext cx="5240412" cy="6197473"/>
            <a:chOff x="0" y="0"/>
            <a:chExt cx="1059993" cy="1253581"/>
          </a:xfrm>
        </p:grpSpPr>
        <p:sp>
          <p:nvSpPr>
            <p:cNvPr id="76" name="Freeform 10">
              <a:extLst>
                <a:ext uri="{FF2B5EF4-FFF2-40B4-BE49-F238E27FC236}">
                  <a16:creationId xmlns:a16="http://schemas.microsoft.com/office/drawing/2014/main" id="{5FFE322D-936D-6D00-6F03-C0409A64E2AA}"/>
                </a:ext>
              </a:extLst>
            </p:cNvPr>
            <p:cNvSpPr/>
            <p:nvPr/>
          </p:nvSpPr>
          <p:spPr>
            <a:xfrm>
              <a:off x="0" y="0"/>
              <a:ext cx="1059993" cy="1253581"/>
            </a:xfrm>
            <a:custGeom>
              <a:avLst/>
              <a:gdLst/>
              <a:ahLst/>
              <a:cxnLst/>
              <a:rect l="l" t="t" r="r" b="b"/>
              <a:pathLst>
                <a:path w="1059993" h="1253581">
                  <a:moveTo>
                    <a:pt x="28854" y="0"/>
                  </a:moveTo>
                  <a:lnTo>
                    <a:pt x="1031139" y="0"/>
                  </a:lnTo>
                  <a:cubicBezTo>
                    <a:pt x="1047075" y="0"/>
                    <a:pt x="1059993" y="12919"/>
                    <a:pt x="1059993" y="28854"/>
                  </a:cubicBezTo>
                  <a:lnTo>
                    <a:pt x="1059993" y="1224727"/>
                  </a:lnTo>
                  <a:cubicBezTo>
                    <a:pt x="1059993" y="1240662"/>
                    <a:pt x="1047075" y="1253581"/>
                    <a:pt x="1031139" y="1253581"/>
                  </a:cubicBezTo>
                  <a:lnTo>
                    <a:pt x="28854" y="1253581"/>
                  </a:lnTo>
                  <a:cubicBezTo>
                    <a:pt x="12919" y="1253581"/>
                    <a:pt x="0" y="1240662"/>
                    <a:pt x="0" y="1224727"/>
                  </a:cubicBezTo>
                  <a:lnTo>
                    <a:pt x="0" y="28854"/>
                  </a:lnTo>
                  <a:cubicBezTo>
                    <a:pt x="0" y="12919"/>
                    <a:pt x="12919" y="0"/>
                    <a:pt x="28854" y="0"/>
                  </a:cubicBezTo>
                  <a:close/>
                </a:path>
              </a:pathLst>
            </a:custGeom>
            <a:solidFill>
              <a:srgbClr val="8BB94F"/>
            </a:solidFill>
          </p:spPr>
        </p:sp>
        <p:sp>
          <p:nvSpPr>
            <p:cNvPr id="77" name="TextBox 11">
              <a:extLst>
                <a:ext uri="{FF2B5EF4-FFF2-40B4-BE49-F238E27FC236}">
                  <a16:creationId xmlns:a16="http://schemas.microsoft.com/office/drawing/2014/main" id="{3F1A2AD6-FA01-65C8-4E4F-5688A9143FD3}"/>
                </a:ext>
              </a:extLst>
            </p:cNvPr>
            <p:cNvSpPr txBox="1"/>
            <p:nvPr/>
          </p:nvSpPr>
          <p:spPr>
            <a:xfrm>
              <a:off x="0" y="-38100"/>
              <a:ext cx="1059993" cy="1291681"/>
            </a:xfrm>
            <a:prstGeom prst="rect">
              <a:avLst/>
            </a:prstGeom>
          </p:spPr>
          <p:txBody>
            <a:bodyPr lIns="56476" tIns="56476" rIns="56476" bIns="56476" rtlCol="0" anchor="ctr"/>
            <a:lstStyle/>
            <a:p>
              <a:pPr algn="ctr">
                <a:lnSpc>
                  <a:spcPts val="3360"/>
                </a:lnSpc>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7439" b="-77439"/>
            </a:stretch>
          </a:blipFill>
        </p:spPr>
      </p:sp>
      <p:sp>
        <p:nvSpPr>
          <p:cNvPr id="3" name="Freeform 3"/>
          <p:cNvSpPr/>
          <p:nvPr/>
        </p:nvSpPr>
        <p:spPr>
          <a:xfrm>
            <a:off x="2836538" y="108690"/>
            <a:ext cx="9031048" cy="5034810"/>
          </a:xfrm>
          <a:custGeom>
            <a:avLst/>
            <a:gdLst/>
            <a:ahLst/>
            <a:cxnLst/>
            <a:rect l="l" t="t" r="r" b="b"/>
            <a:pathLst>
              <a:path w="9031048" h="5034810">
                <a:moveTo>
                  <a:pt x="0" y="0"/>
                </a:moveTo>
                <a:lnTo>
                  <a:pt x="9031049" y="0"/>
                </a:lnTo>
                <a:lnTo>
                  <a:pt x="9031049" y="5034810"/>
                </a:lnTo>
                <a:lnTo>
                  <a:pt x="0" y="5034810"/>
                </a:lnTo>
                <a:lnTo>
                  <a:pt x="0" y="0"/>
                </a:lnTo>
                <a:close/>
              </a:path>
            </a:pathLst>
          </a:custGeom>
          <a:blipFill>
            <a:blip r:embed="rId3"/>
            <a:stretch>
              <a:fillRect/>
            </a:stretch>
          </a:blipFill>
        </p:spPr>
      </p:sp>
      <p:sp>
        <p:nvSpPr>
          <p:cNvPr id="4" name="Freeform 4"/>
          <p:cNvSpPr/>
          <p:nvPr/>
        </p:nvSpPr>
        <p:spPr>
          <a:xfrm>
            <a:off x="-2661362" y="3015110"/>
            <a:ext cx="25363254" cy="7271890"/>
          </a:xfrm>
          <a:custGeom>
            <a:avLst/>
            <a:gdLst/>
            <a:ahLst/>
            <a:cxnLst/>
            <a:rect l="l" t="t" r="r" b="b"/>
            <a:pathLst>
              <a:path w="25363254" h="7271890">
                <a:moveTo>
                  <a:pt x="0" y="0"/>
                </a:moveTo>
                <a:lnTo>
                  <a:pt x="25363254" y="0"/>
                </a:lnTo>
                <a:lnTo>
                  <a:pt x="25363254" y="7271890"/>
                </a:lnTo>
                <a:lnTo>
                  <a:pt x="0" y="7271890"/>
                </a:lnTo>
                <a:lnTo>
                  <a:pt x="0" y="0"/>
                </a:lnTo>
                <a:close/>
              </a:path>
            </a:pathLst>
          </a:custGeom>
          <a:blipFill>
            <a:blip>
              <a:extLst>
                <a:ext uri="{96DAC541-7B7A-43D3-8B79-37D633B846F1}">
                  <asvg:svgBlip xmlns:asvg="http://schemas.microsoft.com/office/drawing/2016/SVG/main" r:embed="rId4"/>
                </a:ext>
              </a:extLst>
            </a:blip>
            <a:stretch>
              <a:fillRect t="-71998"/>
            </a:stretch>
          </a:blipFill>
        </p:spPr>
      </p:sp>
      <p:sp>
        <p:nvSpPr>
          <p:cNvPr id="5" name="Freeform 5"/>
          <p:cNvSpPr/>
          <p:nvPr/>
        </p:nvSpPr>
        <p:spPr>
          <a:xfrm>
            <a:off x="4723807" y="6651055"/>
            <a:ext cx="1781536" cy="1616744"/>
          </a:xfrm>
          <a:custGeom>
            <a:avLst/>
            <a:gdLst/>
            <a:ahLst/>
            <a:cxnLst/>
            <a:rect l="l" t="t" r="r" b="b"/>
            <a:pathLst>
              <a:path w="1781536" h="1616744">
                <a:moveTo>
                  <a:pt x="0" y="0"/>
                </a:moveTo>
                <a:lnTo>
                  <a:pt x="1781536" y="0"/>
                </a:lnTo>
                <a:lnTo>
                  <a:pt x="1781536" y="1616744"/>
                </a:lnTo>
                <a:lnTo>
                  <a:pt x="0" y="1616744"/>
                </a:lnTo>
                <a:lnTo>
                  <a:pt x="0" y="0"/>
                </a:lnTo>
                <a:close/>
              </a:path>
            </a:pathLst>
          </a:custGeom>
          <a:blipFill>
            <a:blip r:embed="rId5"/>
            <a:stretch>
              <a:fillRect/>
            </a:stretch>
          </a:blipFill>
        </p:spPr>
      </p:sp>
      <p:grpSp>
        <p:nvGrpSpPr>
          <p:cNvPr id="6" name="Group 6"/>
          <p:cNvGrpSpPr/>
          <p:nvPr/>
        </p:nvGrpSpPr>
        <p:grpSpPr>
          <a:xfrm>
            <a:off x="6133105" y="592438"/>
            <a:ext cx="11468964" cy="9102125"/>
            <a:chOff x="0" y="0"/>
            <a:chExt cx="801609" cy="636181"/>
          </a:xfrm>
        </p:grpSpPr>
        <p:sp>
          <p:nvSpPr>
            <p:cNvPr id="7" name="Freeform 7"/>
            <p:cNvSpPr/>
            <p:nvPr/>
          </p:nvSpPr>
          <p:spPr>
            <a:xfrm>
              <a:off x="0" y="0"/>
              <a:ext cx="801609" cy="636181"/>
            </a:xfrm>
            <a:custGeom>
              <a:avLst/>
              <a:gdLst/>
              <a:ahLst/>
              <a:cxnLst/>
              <a:rect l="l" t="t" r="r" b="b"/>
              <a:pathLst>
                <a:path w="801609" h="636181">
                  <a:moveTo>
                    <a:pt x="13184" y="0"/>
                  </a:moveTo>
                  <a:lnTo>
                    <a:pt x="788424" y="0"/>
                  </a:lnTo>
                  <a:cubicBezTo>
                    <a:pt x="795706" y="0"/>
                    <a:pt x="801609" y="5903"/>
                    <a:pt x="801609" y="13184"/>
                  </a:cubicBezTo>
                  <a:lnTo>
                    <a:pt x="801609" y="622997"/>
                  </a:lnTo>
                  <a:cubicBezTo>
                    <a:pt x="801609" y="630279"/>
                    <a:pt x="795706" y="636181"/>
                    <a:pt x="788424" y="636181"/>
                  </a:cubicBezTo>
                  <a:lnTo>
                    <a:pt x="13184" y="636181"/>
                  </a:lnTo>
                  <a:cubicBezTo>
                    <a:pt x="5903" y="636181"/>
                    <a:pt x="0" y="630279"/>
                    <a:pt x="0" y="622997"/>
                  </a:cubicBezTo>
                  <a:lnTo>
                    <a:pt x="0" y="13184"/>
                  </a:lnTo>
                  <a:cubicBezTo>
                    <a:pt x="0" y="5903"/>
                    <a:pt x="5903" y="0"/>
                    <a:pt x="13184" y="0"/>
                  </a:cubicBezTo>
                  <a:close/>
                </a:path>
              </a:pathLst>
            </a:custGeom>
            <a:gradFill rotWithShape="1">
              <a:gsLst>
                <a:gs pos="0">
                  <a:srgbClr val="FFFCFC">
                    <a:alpha val="69000"/>
                  </a:srgbClr>
                </a:gs>
                <a:gs pos="100000">
                  <a:srgbClr val="FFFFFF">
                    <a:alpha val="40000"/>
                  </a:srgbClr>
                </a:gs>
              </a:gsLst>
              <a:lin ang="0"/>
            </a:gradFill>
          </p:spPr>
        </p:sp>
        <p:sp>
          <p:nvSpPr>
            <p:cNvPr id="8" name="TextBox 8"/>
            <p:cNvSpPr txBox="1"/>
            <p:nvPr/>
          </p:nvSpPr>
          <p:spPr>
            <a:xfrm>
              <a:off x="0" y="-38100"/>
              <a:ext cx="801609" cy="674281"/>
            </a:xfrm>
            <a:prstGeom prst="rect">
              <a:avLst/>
            </a:prstGeom>
          </p:spPr>
          <p:txBody>
            <a:bodyPr lIns="56476" tIns="56476" rIns="56476" bIns="56476" rtlCol="0" anchor="ctr"/>
            <a:lstStyle/>
            <a:p>
              <a:pPr algn="ctr">
                <a:lnSpc>
                  <a:spcPts val="3360"/>
                </a:lnSpc>
              </a:pPr>
              <a:endParaRPr/>
            </a:p>
          </p:txBody>
        </p:sp>
      </p:grpSp>
      <p:grpSp>
        <p:nvGrpSpPr>
          <p:cNvPr id="9" name="Group 9"/>
          <p:cNvGrpSpPr/>
          <p:nvPr/>
        </p:nvGrpSpPr>
        <p:grpSpPr>
          <a:xfrm>
            <a:off x="6505343" y="3199155"/>
            <a:ext cx="5240412" cy="6197473"/>
            <a:chOff x="0" y="0"/>
            <a:chExt cx="1059993" cy="1253581"/>
          </a:xfrm>
        </p:grpSpPr>
        <p:sp>
          <p:nvSpPr>
            <p:cNvPr id="10" name="Freeform 10"/>
            <p:cNvSpPr/>
            <p:nvPr/>
          </p:nvSpPr>
          <p:spPr>
            <a:xfrm>
              <a:off x="0" y="0"/>
              <a:ext cx="1059993" cy="1253581"/>
            </a:xfrm>
            <a:custGeom>
              <a:avLst/>
              <a:gdLst/>
              <a:ahLst/>
              <a:cxnLst/>
              <a:rect l="l" t="t" r="r" b="b"/>
              <a:pathLst>
                <a:path w="1059993" h="1253581">
                  <a:moveTo>
                    <a:pt x="28854" y="0"/>
                  </a:moveTo>
                  <a:lnTo>
                    <a:pt x="1031139" y="0"/>
                  </a:lnTo>
                  <a:cubicBezTo>
                    <a:pt x="1047075" y="0"/>
                    <a:pt x="1059993" y="12919"/>
                    <a:pt x="1059993" y="28854"/>
                  </a:cubicBezTo>
                  <a:lnTo>
                    <a:pt x="1059993" y="1224727"/>
                  </a:lnTo>
                  <a:cubicBezTo>
                    <a:pt x="1059993" y="1240662"/>
                    <a:pt x="1047075" y="1253581"/>
                    <a:pt x="1031139" y="1253581"/>
                  </a:cubicBezTo>
                  <a:lnTo>
                    <a:pt x="28854" y="1253581"/>
                  </a:lnTo>
                  <a:cubicBezTo>
                    <a:pt x="12919" y="1253581"/>
                    <a:pt x="0" y="1240662"/>
                    <a:pt x="0" y="1224727"/>
                  </a:cubicBezTo>
                  <a:lnTo>
                    <a:pt x="0" y="28854"/>
                  </a:lnTo>
                  <a:cubicBezTo>
                    <a:pt x="0" y="12919"/>
                    <a:pt x="12919" y="0"/>
                    <a:pt x="28854" y="0"/>
                  </a:cubicBezTo>
                  <a:close/>
                </a:path>
              </a:pathLst>
            </a:custGeom>
            <a:solidFill>
              <a:srgbClr val="8BB94F"/>
            </a:solidFill>
          </p:spPr>
        </p:sp>
        <p:sp>
          <p:nvSpPr>
            <p:cNvPr id="11" name="TextBox 11"/>
            <p:cNvSpPr txBox="1"/>
            <p:nvPr/>
          </p:nvSpPr>
          <p:spPr>
            <a:xfrm>
              <a:off x="0" y="-38100"/>
              <a:ext cx="1059993" cy="1291681"/>
            </a:xfrm>
            <a:prstGeom prst="rect">
              <a:avLst/>
            </a:prstGeom>
          </p:spPr>
          <p:txBody>
            <a:bodyPr lIns="56476" tIns="56476" rIns="56476" bIns="56476" rtlCol="0" anchor="ctr"/>
            <a:lstStyle/>
            <a:p>
              <a:pPr algn="ctr">
                <a:lnSpc>
                  <a:spcPts val="3360"/>
                </a:lnSpc>
              </a:pPr>
              <a:endParaRPr/>
            </a:p>
          </p:txBody>
        </p:sp>
      </p:grpSp>
      <p:grpSp>
        <p:nvGrpSpPr>
          <p:cNvPr id="12" name="Group 12"/>
          <p:cNvGrpSpPr/>
          <p:nvPr/>
        </p:nvGrpSpPr>
        <p:grpSpPr>
          <a:xfrm>
            <a:off x="12148147" y="3199155"/>
            <a:ext cx="5081685" cy="6197473"/>
            <a:chOff x="0" y="0"/>
            <a:chExt cx="1027887" cy="1253581"/>
          </a:xfrm>
        </p:grpSpPr>
        <p:sp>
          <p:nvSpPr>
            <p:cNvPr id="13" name="Freeform 13"/>
            <p:cNvSpPr/>
            <p:nvPr/>
          </p:nvSpPr>
          <p:spPr>
            <a:xfrm>
              <a:off x="0" y="0"/>
              <a:ext cx="1027887" cy="1253581"/>
            </a:xfrm>
            <a:custGeom>
              <a:avLst/>
              <a:gdLst/>
              <a:ahLst/>
              <a:cxnLst/>
              <a:rect l="l" t="t" r="r" b="b"/>
              <a:pathLst>
                <a:path w="1027887" h="1253581">
                  <a:moveTo>
                    <a:pt x="29756" y="0"/>
                  </a:moveTo>
                  <a:lnTo>
                    <a:pt x="998132" y="0"/>
                  </a:lnTo>
                  <a:cubicBezTo>
                    <a:pt x="1006023" y="0"/>
                    <a:pt x="1013592" y="3135"/>
                    <a:pt x="1019172" y="8715"/>
                  </a:cubicBezTo>
                  <a:cubicBezTo>
                    <a:pt x="1024752" y="14296"/>
                    <a:pt x="1027887" y="21864"/>
                    <a:pt x="1027887" y="29756"/>
                  </a:cubicBezTo>
                  <a:lnTo>
                    <a:pt x="1027887" y="1223825"/>
                  </a:lnTo>
                  <a:cubicBezTo>
                    <a:pt x="1027887" y="1231717"/>
                    <a:pt x="1024752" y="1239285"/>
                    <a:pt x="1019172" y="1244866"/>
                  </a:cubicBezTo>
                  <a:cubicBezTo>
                    <a:pt x="1013592" y="1250446"/>
                    <a:pt x="1006023" y="1253581"/>
                    <a:pt x="998132" y="1253581"/>
                  </a:cubicBezTo>
                  <a:lnTo>
                    <a:pt x="29756" y="1253581"/>
                  </a:lnTo>
                  <a:cubicBezTo>
                    <a:pt x="21864" y="1253581"/>
                    <a:pt x="14296" y="1250446"/>
                    <a:pt x="8715" y="1244866"/>
                  </a:cubicBezTo>
                  <a:cubicBezTo>
                    <a:pt x="3135" y="1239285"/>
                    <a:pt x="0" y="1231717"/>
                    <a:pt x="0" y="1223825"/>
                  </a:cubicBezTo>
                  <a:lnTo>
                    <a:pt x="0" y="29756"/>
                  </a:lnTo>
                  <a:cubicBezTo>
                    <a:pt x="0" y="21864"/>
                    <a:pt x="3135" y="14296"/>
                    <a:pt x="8715" y="8715"/>
                  </a:cubicBezTo>
                  <a:cubicBezTo>
                    <a:pt x="14296" y="3135"/>
                    <a:pt x="21864" y="0"/>
                    <a:pt x="29756" y="0"/>
                  </a:cubicBezTo>
                  <a:close/>
                </a:path>
              </a:pathLst>
            </a:custGeom>
            <a:solidFill>
              <a:srgbClr val="8BB94F"/>
            </a:solidFill>
          </p:spPr>
        </p:sp>
        <p:sp>
          <p:nvSpPr>
            <p:cNvPr id="14" name="TextBox 14"/>
            <p:cNvSpPr txBox="1"/>
            <p:nvPr/>
          </p:nvSpPr>
          <p:spPr>
            <a:xfrm>
              <a:off x="0" y="-38100"/>
              <a:ext cx="1027887" cy="1291681"/>
            </a:xfrm>
            <a:prstGeom prst="rect">
              <a:avLst/>
            </a:prstGeom>
          </p:spPr>
          <p:txBody>
            <a:bodyPr lIns="56476" tIns="56476" rIns="56476" bIns="56476" rtlCol="0" anchor="ctr"/>
            <a:lstStyle/>
            <a:p>
              <a:pPr algn="ctr">
                <a:lnSpc>
                  <a:spcPts val="3360"/>
                </a:lnSpc>
              </a:pPr>
              <a:endParaRPr/>
            </a:p>
          </p:txBody>
        </p:sp>
      </p:grpSp>
      <p:grpSp>
        <p:nvGrpSpPr>
          <p:cNvPr id="15" name="Group 15"/>
          <p:cNvGrpSpPr/>
          <p:nvPr/>
        </p:nvGrpSpPr>
        <p:grpSpPr>
          <a:xfrm rot="-10800000">
            <a:off x="6505343" y="959248"/>
            <a:ext cx="10724489" cy="1957584"/>
            <a:chOff x="0" y="0"/>
            <a:chExt cx="1363463" cy="248878"/>
          </a:xfrm>
        </p:grpSpPr>
        <p:sp>
          <p:nvSpPr>
            <p:cNvPr id="16" name="Freeform 16"/>
            <p:cNvSpPr/>
            <p:nvPr/>
          </p:nvSpPr>
          <p:spPr>
            <a:xfrm>
              <a:off x="0" y="0"/>
              <a:ext cx="1363463" cy="248878"/>
            </a:xfrm>
            <a:custGeom>
              <a:avLst/>
              <a:gdLst/>
              <a:ahLst/>
              <a:cxnLst/>
              <a:rect l="l" t="t" r="r" b="b"/>
              <a:pathLst>
                <a:path w="1363463" h="248878">
                  <a:moveTo>
                    <a:pt x="14099" y="0"/>
                  </a:moveTo>
                  <a:lnTo>
                    <a:pt x="1349364" y="0"/>
                  </a:lnTo>
                  <a:cubicBezTo>
                    <a:pt x="1357151" y="0"/>
                    <a:pt x="1363463" y="6313"/>
                    <a:pt x="1363463" y="14099"/>
                  </a:cubicBezTo>
                  <a:lnTo>
                    <a:pt x="1363463" y="234779"/>
                  </a:lnTo>
                  <a:cubicBezTo>
                    <a:pt x="1363463" y="238518"/>
                    <a:pt x="1361978" y="242105"/>
                    <a:pt x="1359334" y="244749"/>
                  </a:cubicBezTo>
                  <a:cubicBezTo>
                    <a:pt x="1356690" y="247393"/>
                    <a:pt x="1353103" y="248878"/>
                    <a:pt x="1349364" y="248878"/>
                  </a:cubicBezTo>
                  <a:lnTo>
                    <a:pt x="14099" y="248878"/>
                  </a:lnTo>
                  <a:cubicBezTo>
                    <a:pt x="10360" y="248878"/>
                    <a:pt x="6774" y="247393"/>
                    <a:pt x="4130" y="244749"/>
                  </a:cubicBezTo>
                  <a:cubicBezTo>
                    <a:pt x="1485" y="242105"/>
                    <a:pt x="0" y="238518"/>
                    <a:pt x="0" y="234779"/>
                  </a:cubicBezTo>
                  <a:lnTo>
                    <a:pt x="0" y="14099"/>
                  </a:lnTo>
                  <a:cubicBezTo>
                    <a:pt x="0" y="10360"/>
                    <a:pt x="1485" y="6774"/>
                    <a:pt x="4130" y="4130"/>
                  </a:cubicBezTo>
                  <a:cubicBezTo>
                    <a:pt x="6774" y="1485"/>
                    <a:pt x="10360" y="0"/>
                    <a:pt x="14099" y="0"/>
                  </a:cubicBezTo>
                  <a:close/>
                </a:path>
              </a:pathLst>
            </a:custGeom>
            <a:solidFill>
              <a:srgbClr val="FFFFFF"/>
            </a:solidFill>
          </p:spPr>
        </p:sp>
        <p:sp>
          <p:nvSpPr>
            <p:cNvPr id="17" name="TextBox 17"/>
            <p:cNvSpPr txBox="1"/>
            <p:nvPr/>
          </p:nvSpPr>
          <p:spPr>
            <a:xfrm>
              <a:off x="0" y="-38100"/>
              <a:ext cx="1363463" cy="286978"/>
            </a:xfrm>
            <a:prstGeom prst="rect">
              <a:avLst/>
            </a:prstGeom>
          </p:spPr>
          <p:txBody>
            <a:bodyPr lIns="56476" tIns="56476" rIns="56476" bIns="56476" rtlCol="0" anchor="ctr"/>
            <a:lstStyle/>
            <a:p>
              <a:pPr algn="ctr">
                <a:lnSpc>
                  <a:spcPts val="3360"/>
                </a:lnSpc>
              </a:pPr>
              <a:endParaRPr/>
            </a:p>
          </p:txBody>
        </p:sp>
      </p:grpSp>
      <p:sp>
        <p:nvSpPr>
          <p:cNvPr id="18" name="Freeform 18"/>
          <p:cNvSpPr/>
          <p:nvPr/>
        </p:nvSpPr>
        <p:spPr>
          <a:xfrm>
            <a:off x="1144083" y="1959346"/>
            <a:ext cx="2631570" cy="4596630"/>
          </a:xfrm>
          <a:custGeom>
            <a:avLst/>
            <a:gdLst/>
            <a:ahLst/>
            <a:cxnLst/>
            <a:rect l="l" t="t" r="r" b="b"/>
            <a:pathLst>
              <a:path w="2631570" h="4596630">
                <a:moveTo>
                  <a:pt x="0" y="0"/>
                </a:moveTo>
                <a:lnTo>
                  <a:pt x="2631570" y="0"/>
                </a:lnTo>
                <a:lnTo>
                  <a:pt x="2631570" y="4596630"/>
                </a:lnTo>
                <a:lnTo>
                  <a:pt x="0" y="4596630"/>
                </a:lnTo>
                <a:lnTo>
                  <a:pt x="0" y="0"/>
                </a:lnTo>
                <a:close/>
              </a:path>
            </a:pathLst>
          </a:custGeom>
          <a:blipFill>
            <a:blip r:embed="rId6"/>
            <a:stretch>
              <a:fillRect/>
            </a:stretch>
          </a:blipFill>
        </p:spPr>
      </p:sp>
      <p:sp>
        <p:nvSpPr>
          <p:cNvPr id="19" name="Freeform 19"/>
          <p:cNvSpPr/>
          <p:nvPr/>
        </p:nvSpPr>
        <p:spPr>
          <a:xfrm>
            <a:off x="4138001" y="2916832"/>
            <a:ext cx="2081578" cy="3635945"/>
          </a:xfrm>
          <a:custGeom>
            <a:avLst/>
            <a:gdLst/>
            <a:ahLst/>
            <a:cxnLst/>
            <a:rect l="l" t="t" r="r" b="b"/>
            <a:pathLst>
              <a:path w="2081578" h="3635945">
                <a:moveTo>
                  <a:pt x="0" y="0"/>
                </a:moveTo>
                <a:lnTo>
                  <a:pt x="2081578" y="0"/>
                </a:lnTo>
                <a:lnTo>
                  <a:pt x="2081578" y="3635945"/>
                </a:lnTo>
                <a:lnTo>
                  <a:pt x="0" y="3635945"/>
                </a:lnTo>
                <a:lnTo>
                  <a:pt x="0" y="0"/>
                </a:lnTo>
                <a:close/>
              </a:path>
            </a:pathLst>
          </a:custGeom>
          <a:blipFill>
            <a:blip r:embed="rId6"/>
            <a:stretch>
              <a:fillRect/>
            </a:stretch>
          </a:blipFill>
        </p:spPr>
      </p:sp>
      <p:sp>
        <p:nvSpPr>
          <p:cNvPr id="20" name="Freeform 20"/>
          <p:cNvSpPr/>
          <p:nvPr/>
        </p:nvSpPr>
        <p:spPr>
          <a:xfrm>
            <a:off x="-1963774" y="3877194"/>
            <a:ext cx="5984948" cy="4556042"/>
          </a:xfrm>
          <a:custGeom>
            <a:avLst/>
            <a:gdLst/>
            <a:ahLst/>
            <a:cxnLst/>
            <a:rect l="l" t="t" r="r" b="b"/>
            <a:pathLst>
              <a:path w="5984948" h="4556042">
                <a:moveTo>
                  <a:pt x="0" y="0"/>
                </a:moveTo>
                <a:lnTo>
                  <a:pt x="5984948" y="0"/>
                </a:lnTo>
                <a:lnTo>
                  <a:pt x="5984948" y="4556042"/>
                </a:lnTo>
                <a:lnTo>
                  <a:pt x="0" y="4556042"/>
                </a:lnTo>
                <a:lnTo>
                  <a:pt x="0" y="0"/>
                </a:lnTo>
                <a:close/>
              </a:path>
            </a:pathLst>
          </a:custGeom>
          <a:blipFill>
            <a:blip r:embed="rId7"/>
            <a:stretch>
              <a:fillRect/>
            </a:stretch>
          </a:blipFill>
        </p:spPr>
      </p:sp>
      <p:sp>
        <p:nvSpPr>
          <p:cNvPr id="21" name="Freeform 21"/>
          <p:cNvSpPr/>
          <p:nvPr/>
        </p:nvSpPr>
        <p:spPr>
          <a:xfrm>
            <a:off x="2223067" y="7108630"/>
            <a:ext cx="3105173" cy="2817944"/>
          </a:xfrm>
          <a:custGeom>
            <a:avLst/>
            <a:gdLst/>
            <a:ahLst/>
            <a:cxnLst/>
            <a:rect l="l" t="t" r="r" b="b"/>
            <a:pathLst>
              <a:path w="3105173" h="2817944">
                <a:moveTo>
                  <a:pt x="0" y="0"/>
                </a:moveTo>
                <a:lnTo>
                  <a:pt x="3105173" y="0"/>
                </a:lnTo>
                <a:lnTo>
                  <a:pt x="3105173" y="2817944"/>
                </a:lnTo>
                <a:lnTo>
                  <a:pt x="0" y="2817944"/>
                </a:lnTo>
                <a:lnTo>
                  <a:pt x="0" y="0"/>
                </a:lnTo>
                <a:close/>
              </a:path>
            </a:pathLst>
          </a:custGeom>
          <a:blipFill>
            <a:blip r:embed="rId5"/>
            <a:stretch>
              <a:fillRect/>
            </a:stretch>
          </a:blipFill>
        </p:spPr>
      </p:sp>
      <p:sp>
        <p:nvSpPr>
          <p:cNvPr id="22" name="Freeform 22"/>
          <p:cNvSpPr/>
          <p:nvPr/>
        </p:nvSpPr>
        <p:spPr>
          <a:xfrm>
            <a:off x="16557873" y="7244510"/>
            <a:ext cx="1402854" cy="3753456"/>
          </a:xfrm>
          <a:custGeom>
            <a:avLst/>
            <a:gdLst/>
            <a:ahLst/>
            <a:cxnLst/>
            <a:rect l="l" t="t" r="r" b="b"/>
            <a:pathLst>
              <a:path w="1402854" h="3753456">
                <a:moveTo>
                  <a:pt x="0" y="0"/>
                </a:moveTo>
                <a:lnTo>
                  <a:pt x="1402854" y="0"/>
                </a:lnTo>
                <a:lnTo>
                  <a:pt x="1402854" y="3753456"/>
                </a:lnTo>
                <a:lnTo>
                  <a:pt x="0" y="3753456"/>
                </a:lnTo>
                <a:lnTo>
                  <a:pt x="0" y="0"/>
                </a:lnTo>
                <a:close/>
              </a:path>
            </a:pathLst>
          </a:custGeom>
          <a:blipFill>
            <a:blip r:embed="rId8"/>
            <a:stretch>
              <a:fillRect/>
            </a:stretch>
          </a:blipFill>
        </p:spPr>
      </p:sp>
      <p:sp>
        <p:nvSpPr>
          <p:cNvPr id="23" name="Freeform 23"/>
          <p:cNvSpPr/>
          <p:nvPr/>
        </p:nvSpPr>
        <p:spPr>
          <a:xfrm>
            <a:off x="-391022" y="7244510"/>
            <a:ext cx="2839444" cy="4027581"/>
          </a:xfrm>
          <a:custGeom>
            <a:avLst/>
            <a:gdLst/>
            <a:ahLst/>
            <a:cxnLst/>
            <a:rect l="l" t="t" r="r" b="b"/>
            <a:pathLst>
              <a:path w="2839444" h="4027581">
                <a:moveTo>
                  <a:pt x="0" y="0"/>
                </a:moveTo>
                <a:lnTo>
                  <a:pt x="2839444" y="0"/>
                </a:lnTo>
                <a:lnTo>
                  <a:pt x="2839444" y="4027580"/>
                </a:lnTo>
                <a:lnTo>
                  <a:pt x="0" y="4027580"/>
                </a:lnTo>
                <a:lnTo>
                  <a:pt x="0" y="0"/>
                </a:lnTo>
                <a:close/>
              </a:path>
            </a:pathLst>
          </a:custGeom>
          <a:blipFill>
            <a:blip r:embed="rId9"/>
            <a:stretch>
              <a:fillRect/>
            </a:stretch>
          </a:blipFill>
        </p:spPr>
      </p:sp>
      <p:sp>
        <p:nvSpPr>
          <p:cNvPr id="24" name="Freeform 24"/>
          <p:cNvSpPr/>
          <p:nvPr/>
        </p:nvSpPr>
        <p:spPr>
          <a:xfrm rot="-5400000">
            <a:off x="15050082" y="-4443573"/>
            <a:ext cx="5359527" cy="8229600"/>
          </a:xfrm>
          <a:custGeom>
            <a:avLst/>
            <a:gdLst/>
            <a:ahLst/>
            <a:cxnLst/>
            <a:rect l="l" t="t" r="r" b="b"/>
            <a:pathLst>
              <a:path w="5359527" h="8229600">
                <a:moveTo>
                  <a:pt x="0" y="0"/>
                </a:moveTo>
                <a:lnTo>
                  <a:pt x="5359527" y="0"/>
                </a:lnTo>
                <a:lnTo>
                  <a:pt x="5359527" y="8229600"/>
                </a:lnTo>
                <a:lnTo>
                  <a:pt x="0" y="8229600"/>
                </a:lnTo>
                <a:lnTo>
                  <a:pt x="0" y="0"/>
                </a:lnTo>
                <a:close/>
              </a:path>
            </a:pathLst>
          </a:custGeom>
          <a:blipFill>
            <a:blip r:embed="rId10"/>
            <a:stretch>
              <a:fillRect/>
            </a:stretch>
          </a:blipFill>
        </p:spPr>
      </p:sp>
      <p:sp>
        <p:nvSpPr>
          <p:cNvPr id="25" name="Freeform 25"/>
          <p:cNvSpPr/>
          <p:nvPr/>
        </p:nvSpPr>
        <p:spPr>
          <a:xfrm rot="-5400000" flipV="1">
            <a:off x="-2207131" y="-4249488"/>
            <a:ext cx="5359527" cy="8229600"/>
          </a:xfrm>
          <a:custGeom>
            <a:avLst/>
            <a:gdLst/>
            <a:ahLst/>
            <a:cxnLst/>
            <a:rect l="l" t="t" r="r" b="b"/>
            <a:pathLst>
              <a:path w="5359527" h="8229600">
                <a:moveTo>
                  <a:pt x="0" y="8229600"/>
                </a:moveTo>
                <a:lnTo>
                  <a:pt x="5359527" y="8229600"/>
                </a:lnTo>
                <a:lnTo>
                  <a:pt x="5359527" y="0"/>
                </a:lnTo>
                <a:lnTo>
                  <a:pt x="0" y="0"/>
                </a:lnTo>
                <a:lnTo>
                  <a:pt x="0" y="8229600"/>
                </a:lnTo>
                <a:close/>
              </a:path>
            </a:pathLst>
          </a:custGeom>
          <a:blipFill>
            <a:blip r:embed="rId10"/>
            <a:stretch>
              <a:fillRect/>
            </a:stretch>
          </a:blipFill>
        </p:spPr>
      </p:sp>
      <p:sp>
        <p:nvSpPr>
          <p:cNvPr id="26" name="TextBox 26"/>
          <p:cNvSpPr txBox="1"/>
          <p:nvPr/>
        </p:nvSpPr>
        <p:spPr>
          <a:xfrm>
            <a:off x="7370398" y="1269162"/>
            <a:ext cx="8994379" cy="1081828"/>
          </a:xfrm>
          <a:prstGeom prst="rect">
            <a:avLst/>
          </a:prstGeom>
        </p:spPr>
        <p:txBody>
          <a:bodyPr lIns="0" tIns="0" rIns="0" bIns="0" rtlCol="0" anchor="t">
            <a:spAutoFit/>
          </a:bodyPr>
          <a:lstStyle/>
          <a:p>
            <a:pPr marL="679644" lvl="1" algn="l">
              <a:lnSpc>
                <a:spcPts val="8814"/>
              </a:lnSpc>
              <a:spcBef>
                <a:spcPct val="0"/>
              </a:spcBef>
            </a:pPr>
            <a:r>
              <a:rPr lang="en-US" sz="6295">
                <a:solidFill>
                  <a:srgbClr val="01544A"/>
                </a:solidFill>
                <a:latin typeface="Cheering Section"/>
                <a:ea typeface="Cheering Section"/>
                <a:cs typeface="Cheering Section"/>
                <a:sym typeface="Cheering Section"/>
              </a:rPr>
              <a:t>3. Lợi ích &amp; Thách thức</a:t>
            </a:r>
          </a:p>
        </p:txBody>
      </p:sp>
      <p:sp>
        <p:nvSpPr>
          <p:cNvPr id="27" name="TextBox 27"/>
          <p:cNvSpPr txBox="1"/>
          <p:nvPr/>
        </p:nvSpPr>
        <p:spPr>
          <a:xfrm>
            <a:off x="7110350" y="3086100"/>
            <a:ext cx="2336022" cy="1190611"/>
          </a:xfrm>
          <a:prstGeom prst="rect">
            <a:avLst/>
          </a:prstGeom>
        </p:spPr>
        <p:txBody>
          <a:bodyPr lIns="0" tIns="0" rIns="0" bIns="0" rtlCol="0" anchor="t">
            <a:spAutoFit/>
          </a:bodyPr>
          <a:lstStyle/>
          <a:p>
            <a:pPr algn="ctr">
              <a:lnSpc>
                <a:spcPts val="8773"/>
              </a:lnSpc>
              <a:spcBef>
                <a:spcPct val="0"/>
              </a:spcBef>
            </a:pPr>
            <a:r>
              <a:rPr lang="en-US" sz="6266">
                <a:solidFill>
                  <a:srgbClr val="FFFFFF"/>
                </a:solidFill>
                <a:latin typeface="Handpicked Seashells"/>
                <a:ea typeface="Handpicked Seashells"/>
                <a:cs typeface="Handpicked Seashells"/>
                <a:sym typeface="Handpicked Seashells"/>
              </a:rPr>
              <a:t>Lợi ích:</a:t>
            </a:r>
          </a:p>
        </p:txBody>
      </p:sp>
      <p:sp>
        <p:nvSpPr>
          <p:cNvPr id="28" name="AutoShape 28"/>
          <p:cNvSpPr/>
          <p:nvPr/>
        </p:nvSpPr>
        <p:spPr>
          <a:xfrm flipV="1">
            <a:off x="7110350" y="4276711"/>
            <a:ext cx="4030397" cy="0"/>
          </a:xfrm>
          <a:prstGeom prst="line">
            <a:avLst/>
          </a:prstGeom>
          <a:ln w="38100" cap="flat">
            <a:solidFill>
              <a:srgbClr val="FFFFFF"/>
            </a:solidFill>
            <a:prstDash val="solid"/>
            <a:headEnd type="none" w="sm" len="sm"/>
            <a:tailEnd type="none" w="sm" len="sm"/>
          </a:ln>
        </p:spPr>
      </p:sp>
      <p:sp>
        <p:nvSpPr>
          <p:cNvPr id="29" name="TextBox 29"/>
          <p:cNvSpPr txBox="1"/>
          <p:nvPr/>
        </p:nvSpPr>
        <p:spPr>
          <a:xfrm>
            <a:off x="6867293" y="4638661"/>
            <a:ext cx="4583470" cy="4231249"/>
          </a:xfrm>
          <a:prstGeom prst="rect">
            <a:avLst/>
          </a:prstGeom>
        </p:spPr>
        <p:txBody>
          <a:bodyPr lIns="0" tIns="0" rIns="0" bIns="0" rtlCol="0" anchor="t">
            <a:spAutoFit/>
          </a:bodyPr>
          <a:lstStyle/>
          <a:p>
            <a:pPr marL="655539" lvl="1" indent="-327769" algn="l">
              <a:lnSpc>
                <a:spcPts val="4250"/>
              </a:lnSpc>
              <a:spcBef>
                <a:spcPct val="0"/>
              </a:spcBef>
              <a:buFont typeface="Arial"/>
              <a:buChar char="•"/>
            </a:pPr>
            <a:r>
              <a:rPr lang="en-US" sz="3036">
                <a:solidFill>
                  <a:srgbClr val="FFFFFF"/>
                </a:solidFill>
                <a:latin typeface="Mali"/>
                <a:ea typeface="Mali"/>
                <a:cs typeface="Mali"/>
                <a:sym typeface="Mali"/>
              </a:rPr>
              <a:t>Đảm bảo an ninh năng lượng và tạo đòn bẩy phát triển kinh tế địa phương.</a:t>
            </a:r>
          </a:p>
          <a:p>
            <a:pPr marL="655539" lvl="1" indent="-327769" algn="l">
              <a:lnSpc>
                <a:spcPts val="4250"/>
              </a:lnSpc>
              <a:spcBef>
                <a:spcPct val="0"/>
              </a:spcBef>
              <a:buFont typeface="Arial"/>
              <a:buChar char="•"/>
            </a:pPr>
            <a:r>
              <a:rPr lang="en-US" sz="3036">
                <a:solidFill>
                  <a:srgbClr val="FFFFFF"/>
                </a:solidFill>
                <a:latin typeface="Mali"/>
                <a:ea typeface="Mali"/>
                <a:cs typeface="Mali"/>
                <a:sym typeface="Mali"/>
              </a:rPr>
              <a:t>Thu hút vốn đầu tư và giải quyết việc làm cho người lao động.</a:t>
            </a:r>
          </a:p>
        </p:txBody>
      </p:sp>
      <p:sp>
        <p:nvSpPr>
          <p:cNvPr id="30" name="TextBox 30"/>
          <p:cNvSpPr txBox="1"/>
          <p:nvPr/>
        </p:nvSpPr>
        <p:spPr>
          <a:xfrm>
            <a:off x="12673790" y="3162827"/>
            <a:ext cx="3375064" cy="1190611"/>
          </a:xfrm>
          <a:prstGeom prst="rect">
            <a:avLst/>
          </a:prstGeom>
        </p:spPr>
        <p:txBody>
          <a:bodyPr lIns="0" tIns="0" rIns="0" bIns="0" rtlCol="0" anchor="t">
            <a:spAutoFit/>
          </a:bodyPr>
          <a:lstStyle/>
          <a:p>
            <a:pPr algn="ctr">
              <a:lnSpc>
                <a:spcPts val="8773"/>
              </a:lnSpc>
              <a:spcBef>
                <a:spcPct val="0"/>
              </a:spcBef>
            </a:pPr>
            <a:r>
              <a:rPr lang="en-US" sz="6266">
                <a:solidFill>
                  <a:srgbClr val="FFFFFF"/>
                </a:solidFill>
                <a:latin typeface="Handpicked Seashells"/>
                <a:ea typeface="Handpicked Seashells"/>
                <a:cs typeface="Handpicked Seashells"/>
                <a:sym typeface="Handpicked Seashells"/>
              </a:rPr>
              <a:t>Thách thức:</a:t>
            </a:r>
          </a:p>
        </p:txBody>
      </p:sp>
      <p:sp>
        <p:nvSpPr>
          <p:cNvPr id="31" name="AutoShape 31"/>
          <p:cNvSpPr/>
          <p:nvPr/>
        </p:nvSpPr>
        <p:spPr>
          <a:xfrm flipV="1">
            <a:off x="12673790" y="4343912"/>
            <a:ext cx="4030397" cy="0"/>
          </a:xfrm>
          <a:prstGeom prst="line">
            <a:avLst/>
          </a:prstGeom>
          <a:ln w="38100" cap="flat">
            <a:solidFill>
              <a:srgbClr val="FFFFFF"/>
            </a:solidFill>
            <a:prstDash val="solid"/>
            <a:headEnd type="none" w="sm" len="sm"/>
            <a:tailEnd type="none" w="sm" len="sm"/>
          </a:ln>
        </p:spPr>
      </p:sp>
      <p:sp>
        <p:nvSpPr>
          <p:cNvPr id="32" name="TextBox 32"/>
          <p:cNvSpPr txBox="1"/>
          <p:nvPr/>
        </p:nvSpPr>
        <p:spPr>
          <a:xfrm>
            <a:off x="12397254" y="4668130"/>
            <a:ext cx="4583470" cy="2640613"/>
          </a:xfrm>
          <a:prstGeom prst="rect">
            <a:avLst/>
          </a:prstGeom>
        </p:spPr>
        <p:txBody>
          <a:bodyPr lIns="0" tIns="0" rIns="0" bIns="0" rtlCol="0" anchor="t">
            <a:spAutoFit/>
          </a:bodyPr>
          <a:lstStyle/>
          <a:p>
            <a:pPr marL="655539" lvl="1" indent="-327769" algn="l">
              <a:lnSpc>
                <a:spcPts val="4250"/>
              </a:lnSpc>
              <a:spcBef>
                <a:spcPct val="0"/>
              </a:spcBef>
              <a:buFont typeface="Arial"/>
              <a:buChar char="•"/>
            </a:pPr>
            <a:r>
              <a:rPr lang="en-US" sz="3036">
                <a:solidFill>
                  <a:srgbClr val="FFFFFF"/>
                </a:solidFill>
                <a:latin typeface="Mali"/>
                <a:ea typeface="Mali"/>
                <a:cs typeface="Mali"/>
                <a:sym typeface="Mali"/>
              </a:rPr>
              <a:t>Ảnh hưởng đến tài nguyên đất, nguồn nước và hệ sinh thái.</a:t>
            </a:r>
          </a:p>
          <a:p>
            <a:pPr marL="655539" lvl="1" indent="-327769" algn="l">
              <a:lnSpc>
                <a:spcPts val="4250"/>
              </a:lnSpc>
              <a:spcBef>
                <a:spcPct val="0"/>
              </a:spcBef>
              <a:buFont typeface="Arial"/>
              <a:buChar char="•"/>
            </a:pPr>
            <a:r>
              <a:rPr lang="en-US" sz="3036">
                <a:solidFill>
                  <a:srgbClr val="FFFFFF"/>
                </a:solidFill>
                <a:latin typeface="Mali"/>
                <a:ea typeface="Mali"/>
                <a:cs typeface="Mali"/>
                <a:sym typeface="Mali"/>
              </a:rPr>
              <a:t>Áp lực lên hệ thống truyền tải điện.</a:t>
            </a:r>
          </a:p>
        </p:txBody>
      </p:sp>
      <p:grpSp>
        <p:nvGrpSpPr>
          <p:cNvPr id="33" name="Group 13">
            <a:extLst>
              <a:ext uri="{FF2B5EF4-FFF2-40B4-BE49-F238E27FC236}">
                <a16:creationId xmlns:a16="http://schemas.microsoft.com/office/drawing/2014/main" id="{64E295B9-E5BD-FAE9-B80D-4C23438ECA67}"/>
              </a:ext>
            </a:extLst>
          </p:cNvPr>
          <p:cNvGrpSpPr/>
          <p:nvPr/>
        </p:nvGrpSpPr>
        <p:grpSpPr>
          <a:xfrm>
            <a:off x="466121" y="-10114539"/>
            <a:ext cx="17355758" cy="9173192"/>
            <a:chOff x="0" y="0"/>
            <a:chExt cx="23141010" cy="12230923"/>
          </a:xfrm>
        </p:grpSpPr>
        <p:grpSp>
          <p:nvGrpSpPr>
            <p:cNvPr id="34" name="Group 14">
              <a:extLst>
                <a:ext uri="{FF2B5EF4-FFF2-40B4-BE49-F238E27FC236}">
                  <a16:creationId xmlns:a16="http://schemas.microsoft.com/office/drawing/2014/main" id="{ABCF33FC-03FB-480E-F483-04FC98731FDE}"/>
                </a:ext>
              </a:extLst>
            </p:cNvPr>
            <p:cNvGrpSpPr/>
            <p:nvPr/>
          </p:nvGrpSpPr>
          <p:grpSpPr>
            <a:xfrm>
              <a:off x="0" y="0"/>
              <a:ext cx="23141010" cy="12230923"/>
              <a:chOff x="0" y="0"/>
              <a:chExt cx="4571064" cy="2415985"/>
            </a:xfrm>
          </p:grpSpPr>
          <p:sp>
            <p:nvSpPr>
              <p:cNvPr id="38" name="Freeform 15">
                <a:extLst>
                  <a:ext uri="{FF2B5EF4-FFF2-40B4-BE49-F238E27FC236}">
                    <a16:creationId xmlns:a16="http://schemas.microsoft.com/office/drawing/2014/main" id="{06E7B675-41B4-4114-3064-C21734D32B15}"/>
                  </a:ext>
                </a:extLst>
              </p:cNvPr>
              <p:cNvSpPr/>
              <p:nvPr/>
            </p:nvSpPr>
            <p:spPr>
              <a:xfrm>
                <a:off x="0" y="0"/>
                <a:ext cx="4571064" cy="2415985"/>
              </a:xfrm>
              <a:custGeom>
                <a:avLst/>
                <a:gdLst/>
                <a:ahLst/>
                <a:cxnLst/>
                <a:rect l="l" t="t" r="r" b="b"/>
                <a:pathLst>
                  <a:path w="4571064" h="2415985">
                    <a:moveTo>
                      <a:pt x="22304" y="0"/>
                    </a:moveTo>
                    <a:lnTo>
                      <a:pt x="4548760" y="0"/>
                    </a:lnTo>
                    <a:cubicBezTo>
                      <a:pt x="4554675" y="0"/>
                      <a:pt x="4560348" y="2350"/>
                      <a:pt x="4564531" y="6533"/>
                    </a:cubicBezTo>
                    <a:cubicBezTo>
                      <a:pt x="4568714" y="10715"/>
                      <a:pt x="4571064" y="16388"/>
                      <a:pt x="4571064" y="22304"/>
                    </a:cubicBezTo>
                    <a:lnTo>
                      <a:pt x="4571064" y="2393681"/>
                    </a:lnTo>
                    <a:cubicBezTo>
                      <a:pt x="4571064" y="2399597"/>
                      <a:pt x="4568714" y="2405270"/>
                      <a:pt x="4564531" y="2409452"/>
                    </a:cubicBezTo>
                    <a:cubicBezTo>
                      <a:pt x="4560348" y="2413635"/>
                      <a:pt x="4554675" y="2415985"/>
                      <a:pt x="4548760" y="2415985"/>
                    </a:cubicBezTo>
                    <a:lnTo>
                      <a:pt x="22304" y="2415985"/>
                    </a:lnTo>
                    <a:cubicBezTo>
                      <a:pt x="16388" y="2415985"/>
                      <a:pt x="10715" y="2413635"/>
                      <a:pt x="6533" y="2409452"/>
                    </a:cubicBezTo>
                    <a:cubicBezTo>
                      <a:pt x="2350" y="2405270"/>
                      <a:pt x="0" y="2399597"/>
                      <a:pt x="0" y="2393681"/>
                    </a:cubicBezTo>
                    <a:lnTo>
                      <a:pt x="0" y="22304"/>
                    </a:lnTo>
                    <a:cubicBezTo>
                      <a:pt x="0" y="16388"/>
                      <a:pt x="2350" y="10715"/>
                      <a:pt x="6533" y="6533"/>
                    </a:cubicBezTo>
                    <a:cubicBezTo>
                      <a:pt x="10715" y="2350"/>
                      <a:pt x="16388" y="0"/>
                      <a:pt x="22304" y="0"/>
                    </a:cubicBezTo>
                    <a:close/>
                  </a:path>
                </a:pathLst>
              </a:custGeom>
              <a:solidFill>
                <a:srgbClr val="FFFFFF">
                  <a:alpha val="43922"/>
                </a:srgbClr>
              </a:solidFill>
            </p:spPr>
          </p:sp>
          <p:sp>
            <p:nvSpPr>
              <p:cNvPr id="39" name="TextBox 16">
                <a:extLst>
                  <a:ext uri="{FF2B5EF4-FFF2-40B4-BE49-F238E27FC236}">
                    <a16:creationId xmlns:a16="http://schemas.microsoft.com/office/drawing/2014/main" id="{AAFD217E-8404-A95B-896D-6835005C54B3}"/>
                  </a:ext>
                </a:extLst>
              </p:cNvPr>
              <p:cNvSpPr txBox="1"/>
              <p:nvPr/>
            </p:nvSpPr>
            <p:spPr>
              <a:xfrm>
                <a:off x="0" y="-38100"/>
                <a:ext cx="4571064" cy="2454085"/>
              </a:xfrm>
              <a:prstGeom prst="rect">
                <a:avLst/>
              </a:prstGeom>
            </p:spPr>
            <p:txBody>
              <a:bodyPr lIns="50800" tIns="50800" rIns="50800" bIns="50800" rtlCol="0" anchor="ctr"/>
              <a:lstStyle/>
              <a:p>
                <a:pPr algn="ctr">
                  <a:lnSpc>
                    <a:spcPts val="3360"/>
                  </a:lnSpc>
                </a:pPr>
                <a:endParaRPr/>
              </a:p>
            </p:txBody>
          </p:sp>
        </p:grpSp>
        <p:grpSp>
          <p:nvGrpSpPr>
            <p:cNvPr id="35" name="Group 17">
              <a:extLst>
                <a:ext uri="{FF2B5EF4-FFF2-40B4-BE49-F238E27FC236}">
                  <a16:creationId xmlns:a16="http://schemas.microsoft.com/office/drawing/2014/main" id="{FC10EB23-326B-A8FF-BFE9-823C4814E9C5}"/>
                </a:ext>
              </a:extLst>
            </p:cNvPr>
            <p:cNvGrpSpPr/>
            <p:nvPr/>
          </p:nvGrpSpPr>
          <p:grpSpPr>
            <a:xfrm>
              <a:off x="428632" y="352698"/>
              <a:ext cx="22283747" cy="11525527"/>
              <a:chOff x="0" y="0"/>
              <a:chExt cx="4401728" cy="2276647"/>
            </a:xfrm>
          </p:grpSpPr>
          <p:sp>
            <p:nvSpPr>
              <p:cNvPr id="36" name="Freeform 18">
                <a:extLst>
                  <a:ext uri="{FF2B5EF4-FFF2-40B4-BE49-F238E27FC236}">
                    <a16:creationId xmlns:a16="http://schemas.microsoft.com/office/drawing/2014/main" id="{D1C32B32-B2B8-D15E-4708-253C48F42920}"/>
                  </a:ext>
                </a:extLst>
              </p:cNvPr>
              <p:cNvSpPr/>
              <p:nvPr/>
            </p:nvSpPr>
            <p:spPr>
              <a:xfrm>
                <a:off x="0" y="0"/>
                <a:ext cx="4401728" cy="2276647"/>
              </a:xfrm>
              <a:custGeom>
                <a:avLst/>
                <a:gdLst/>
                <a:ahLst/>
                <a:cxnLst/>
                <a:rect l="l" t="t" r="r" b="b"/>
                <a:pathLst>
                  <a:path w="4401728" h="2276647">
                    <a:moveTo>
                      <a:pt x="23162" y="0"/>
                    </a:moveTo>
                    <a:lnTo>
                      <a:pt x="4378566" y="0"/>
                    </a:lnTo>
                    <a:cubicBezTo>
                      <a:pt x="4384709" y="0"/>
                      <a:pt x="4390600" y="2440"/>
                      <a:pt x="4394944" y="6784"/>
                    </a:cubicBezTo>
                    <a:cubicBezTo>
                      <a:pt x="4399288" y="11128"/>
                      <a:pt x="4401728" y="17019"/>
                      <a:pt x="4401728" y="23162"/>
                    </a:cubicBezTo>
                    <a:lnTo>
                      <a:pt x="4401728" y="2253486"/>
                    </a:lnTo>
                    <a:cubicBezTo>
                      <a:pt x="4401728" y="2266278"/>
                      <a:pt x="4391358" y="2276647"/>
                      <a:pt x="4378566" y="2276647"/>
                    </a:cubicBezTo>
                    <a:lnTo>
                      <a:pt x="23162" y="2276647"/>
                    </a:lnTo>
                    <a:cubicBezTo>
                      <a:pt x="17019" y="2276647"/>
                      <a:pt x="11128" y="2274207"/>
                      <a:pt x="6784" y="2269863"/>
                    </a:cubicBezTo>
                    <a:cubicBezTo>
                      <a:pt x="2440" y="2265520"/>
                      <a:pt x="0" y="2259629"/>
                      <a:pt x="0" y="2253486"/>
                    </a:cubicBezTo>
                    <a:lnTo>
                      <a:pt x="0" y="23162"/>
                    </a:lnTo>
                    <a:cubicBezTo>
                      <a:pt x="0" y="17019"/>
                      <a:pt x="2440" y="11128"/>
                      <a:pt x="6784" y="6784"/>
                    </a:cubicBezTo>
                    <a:cubicBezTo>
                      <a:pt x="11128" y="2440"/>
                      <a:pt x="17019" y="0"/>
                      <a:pt x="23162" y="0"/>
                    </a:cubicBezTo>
                    <a:close/>
                  </a:path>
                </a:pathLst>
              </a:custGeom>
              <a:solidFill>
                <a:srgbClr val="FFFFFF">
                  <a:alpha val="35686"/>
                </a:srgbClr>
              </a:solidFill>
            </p:spPr>
          </p:sp>
          <p:sp>
            <p:nvSpPr>
              <p:cNvPr id="37" name="TextBox 19">
                <a:extLst>
                  <a:ext uri="{FF2B5EF4-FFF2-40B4-BE49-F238E27FC236}">
                    <a16:creationId xmlns:a16="http://schemas.microsoft.com/office/drawing/2014/main" id="{CE13257C-608F-4AFE-08D6-A020CC5F6407}"/>
                  </a:ext>
                </a:extLst>
              </p:cNvPr>
              <p:cNvSpPr txBox="1"/>
              <p:nvPr/>
            </p:nvSpPr>
            <p:spPr>
              <a:xfrm>
                <a:off x="0" y="-38100"/>
                <a:ext cx="4401728" cy="2314747"/>
              </a:xfrm>
              <a:prstGeom prst="rect">
                <a:avLst/>
              </a:prstGeom>
            </p:spPr>
            <p:txBody>
              <a:bodyPr lIns="50800" tIns="50800" rIns="50800" bIns="50800" rtlCol="0" anchor="ctr"/>
              <a:lstStyle/>
              <a:p>
                <a:pPr algn="ctr">
                  <a:lnSpc>
                    <a:spcPts val="3360"/>
                  </a:lnSpc>
                </a:pPr>
                <a:endParaRPr/>
              </a:p>
            </p:txBody>
          </p:sp>
        </p:grpSp>
      </p:grpSp>
      <p:grpSp>
        <p:nvGrpSpPr>
          <p:cNvPr id="40" name="Group 22">
            <a:extLst>
              <a:ext uri="{FF2B5EF4-FFF2-40B4-BE49-F238E27FC236}">
                <a16:creationId xmlns:a16="http://schemas.microsoft.com/office/drawing/2014/main" id="{BE39795A-B22B-F1E1-C9DF-88C06356F734}"/>
              </a:ext>
            </a:extLst>
          </p:cNvPr>
          <p:cNvGrpSpPr/>
          <p:nvPr/>
        </p:nvGrpSpPr>
        <p:grpSpPr>
          <a:xfrm>
            <a:off x="491601" y="-1523041"/>
            <a:ext cx="17355758" cy="1427913"/>
            <a:chOff x="0" y="0"/>
            <a:chExt cx="4571064" cy="376076"/>
          </a:xfrm>
        </p:grpSpPr>
        <p:sp>
          <p:nvSpPr>
            <p:cNvPr id="41" name="Freeform 23">
              <a:extLst>
                <a:ext uri="{FF2B5EF4-FFF2-40B4-BE49-F238E27FC236}">
                  <a16:creationId xmlns:a16="http://schemas.microsoft.com/office/drawing/2014/main" id="{5126D35E-2AF0-5C87-6219-A82E3B61E603}"/>
                </a:ext>
              </a:extLst>
            </p:cNvPr>
            <p:cNvSpPr/>
            <p:nvPr/>
          </p:nvSpPr>
          <p:spPr>
            <a:xfrm>
              <a:off x="0" y="0"/>
              <a:ext cx="4571064" cy="376076"/>
            </a:xfrm>
            <a:custGeom>
              <a:avLst/>
              <a:gdLst/>
              <a:ahLst/>
              <a:cxnLst/>
              <a:rect l="l" t="t" r="r" b="b"/>
              <a:pathLst>
                <a:path w="4571064" h="376076">
                  <a:moveTo>
                    <a:pt x="22304" y="0"/>
                  </a:moveTo>
                  <a:lnTo>
                    <a:pt x="4548760" y="0"/>
                  </a:lnTo>
                  <a:cubicBezTo>
                    <a:pt x="4554675" y="0"/>
                    <a:pt x="4560348" y="2350"/>
                    <a:pt x="4564531" y="6533"/>
                  </a:cubicBezTo>
                  <a:cubicBezTo>
                    <a:pt x="4568714" y="10715"/>
                    <a:pt x="4571064" y="16388"/>
                    <a:pt x="4571064" y="22304"/>
                  </a:cubicBezTo>
                  <a:lnTo>
                    <a:pt x="4571064" y="353772"/>
                  </a:lnTo>
                  <a:cubicBezTo>
                    <a:pt x="4571064" y="366090"/>
                    <a:pt x="4561078" y="376076"/>
                    <a:pt x="4548760" y="376076"/>
                  </a:cubicBezTo>
                  <a:lnTo>
                    <a:pt x="22304" y="376076"/>
                  </a:lnTo>
                  <a:cubicBezTo>
                    <a:pt x="16388" y="376076"/>
                    <a:pt x="10715" y="373726"/>
                    <a:pt x="6533" y="369543"/>
                  </a:cubicBezTo>
                  <a:cubicBezTo>
                    <a:pt x="2350" y="365361"/>
                    <a:pt x="0" y="359688"/>
                    <a:pt x="0" y="353772"/>
                  </a:cubicBezTo>
                  <a:lnTo>
                    <a:pt x="0" y="22304"/>
                  </a:lnTo>
                  <a:cubicBezTo>
                    <a:pt x="0" y="16388"/>
                    <a:pt x="2350" y="10715"/>
                    <a:pt x="6533" y="6533"/>
                  </a:cubicBezTo>
                  <a:cubicBezTo>
                    <a:pt x="10715" y="2350"/>
                    <a:pt x="16388" y="0"/>
                    <a:pt x="22304" y="0"/>
                  </a:cubicBezTo>
                  <a:close/>
                </a:path>
              </a:pathLst>
            </a:custGeom>
            <a:solidFill>
              <a:srgbClr val="FFFFFF"/>
            </a:solidFill>
          </p:spPr>
        </p:sp>
        <p:sp>
          <p:nvSpPr>
            <p:cNvPr id="42" name="TextBox 24">
              <a:extLst>
                <a:ext uri="{FF2B5EF4-FFF2-40B4-BE49-F238E27FC236}">
                  <a16:creationId xmlns:a16="http://schemas.microsoft.com/office/drawing/2014/main" id="{62A81BF5-E42F-41A6-67F9-17A780F78BED}"/>
                </a:ext>
              </a:extLst>
            </p:cNvPr>
            <p:cNvSpPr txBox="1"/>
            <p:nvPr/>
          </p:nvSpPr>
          <p:spPr>
            <a:xfrm>
              <a:off x="0" y="-38100"/>
              <a:ext cx="4571064" cy="414176"/>
            </a:xfrm>
            <a:prstGeom prst="rect">
              <a:avLst/>
            </a:prstGeom>
          </p:spPr>
          <p:txBody>
            <a:bodyPr lIns="50800" tIns="50800" rIns="50800" bIns="50800" rtlCol="0" anchor="ctr"/>
            <a:lstStyle/>
            <a:p>
              <a:pPr algn="ctr">
                <a:lnSpc>
                  <a:spcPts val="3360"/>
                </a:lnSpc>
              </a:pPr>
              <a:endParaRPr/>
            </a:p>
          </p:txBody>
        </p:sp>
      </p:grpSp>
      <p:sp>
        <p:nvSpPr>
          <p:cNvPr id="43" name="Freeform 9">
            <a:extLst>
              <a:ext uri="{FF2B5EF4-FFF2-40B4-BE49-F238E27FC236}">
                <a16:creationId xmlns:a16="http://schemas.microsoft.com/office/drawing/2014/main" id="{D67FD51F-3956-618F-7AB1-167FED65D727}"/>
              </a:ext>
            </a:extLst>
          </p:cNvPr>
          <p:cNvSpPr/>
          <p:nvPr/>
        </p:nvSpPr>
        <p:spPr>
          <a:xfrm flipH="1">
            <a:off x="19166534" y="6076372"/>
            <a:ext cx="3003989" cy="2726120"/>
          </a:xfrm>
          <a:custGeom>
            <a:avLst/>
            <a:gdLst/>
            <a:ahLst/>
            <a:cxnLst/>
            <a:rect l="l" t="t" r="r" b="b"/>
            <a:pathLst>
              <a:path w="3003989" h="2726120">
                <a:moveTo>
                  <a:pt x="3003989" y="0"/>
                </a:moveTo>
                <a:lnTo>
                  <a:pt x="0" y="0"/>
                </a:lnTo>
                <a:lnTo>
                  <a:pt x="0" y="2726120"/>
                </a:lnTo>
                <a:lnTo>
                  <a:pt x="3003989" y="2726120"/>
                </a:lnTo>
                <a:lnTo>
                  <a:pt x="3003989" y="0"/>
                </a:lnTo>
                <a:close/>
              </a:path>
            </a:pathLst>
          </a:custGeom>
          <a:blipFill>
            <a:blip r:embed="rId5"/>
            <a:stretch>
              <a:fillRect/>
            </a:stretch>
          </a:blipFill>
        </p:spPr>
      </p:sp>
      <p:sp>
        <p:nvSpPr>
          <p:cNvPr id="101" name="Freeform 6">
            <a:extLst>
              <a:ext uri="{FF2B5EF4-FFF2-40B4-BE49-F238E27FC236}">
                <a16:creationId xmlns:a16="http://schemas.microsoft.com/office/drawing/2014/main" id="{DE3DC6AC-B96D-B3AE-C7A0-7D6915A5E32D}"/>
              </a:ext>
            </a:extLst>
          </p:cNvPr>
          <p:cNvSpPr/>
          <p:nvPr/>
        </p:nvSpPr>
        <p:spPr>
          <a:xfrm rot="1081101" flipH="1">
            <a:off x="21083077" y="1611177"/>
            <a:ext cx="10716964" cy="1888865"/>
          </a:xfrm>
          <a:custGeom>
            <a:avLst/>
            <a:gdLst/>
            <a:ahLst/>
            <a:cxnLst/>
            <a:rect l="l" t="t" r="r" b="b"/>
            <a:pathLst>
              <a:path w="10716964" h="1888865">
                <a:moveTo>
                  <a:pt x="10716964" y="0"/>
                </a:moveTo>
                <a:lnTo>
                  <a:pt x="0" y="0"/>
                </a:lnTo>
                <a:lnTo>
                  <a:pt x="0" y="1888865"/>
                </a:lnTo>
                <a:lnTo>
                  <a:pt x="10716964" y="1888865"/>
                </a:lnTo>
                <a:lnTo>
                  <a:pt x="10716964" y="0"/>
                </a:lnTo>
                <a:close/>
              </a:path>
            </a:pathLst>
          </a:custGeom>
          <a:blipFill>
            <a:blip r:embed="rId11"/>
            <a:stretch>
              <a:fillRect/>
            </a:stretch>
          </a:blipFill>
        </p:spPr>
      </p:sp>
      <p:sp>
        <p:nvSpPr>
          <p:cNvPr id="102" name="Freeform 7">
            <a:extLst>
              <a:ext uri="{FF2B5EF4-FFF2-40B4-BE49-F238E27FC236}">
                <a16:creationId xmlns:a16="http://schemas.microsoft.com/office/drawing/2014/main" id="{CF394429-E928-3B59-D27C-552F0A9E6B03}"/>
              </a:ext>
            </a:extLst>
          </p:cNvPr>
          <p:cNvSpPr/>
          <p:nvPr/>
        </p:nvSpPr>
        <p:spPr>
          <a:xfrm flipH="1">
            <a:off x="18288000" y="1649909"/>
            <a:ext cx="9182259" cy="8229600"/>
          </a:xfrm>
          <a:custGeom>
            <a:avLst/>
            <a:gdLst/>
            <a:ahLst/>
            <a:cxnLst/>
            <a:rect l="l" t="t" r="r" b="b"/>
            <a:pathLst>
              <a:path w="9182259" h="8229600">
                <a:moveTo>
                  <a:pt x="9182259" y="0"/>
                </a:moveTo>
                <a:lnTo>
                  <a:pt x="0" y="0"/>
                </a:lnTo>
                <a:lnTo>
                  <a:pt x="0" y="8229600"/>
                </a:lnTo>
                <a:lnTo>
                  <a:pt x="9182259" y="8229600"/>
                </a:lnTo>
                <a:lnTo>
                  <a:pt x="9182259" y="0"/>
                </a:lnTo>
                <a:close/>
              </a:path>
            </a:pathLst>
          </a:custGeom>
          <a:blipFill>
            <a:blip r:embed="rId12"/>
            <a:stretch>
              <a:fillRect/>
            </a:stretch>
          </a:blipFill>
        </p:spPr>
      </p:sp>
      <p:sp>
        <p:nvSpPr>
          <p:cNvPr id="103" name="Freeform 17">
            <a:extLst>
              <a:ext uri="{FF2B5EF4-FFF2-40B4-BE49-F238E27FC236}">
                <a16:creationId xmlns:a16="http://schemas.microsoft.com/office/drawing/2014/main" id="{67BD1F48-472E-2309-7D03-B842CCB738DA}"/>
              </a:ext>
            </a:extLst>
          </p:cNvPr>
          <p:cNvSpPr/>
          <p:nvPr/>
        </p:nvSpPr>
        <p:spPr>
          <a:xfrm rot="20709537">
            <a:off x="20225607" y="384062"/>
            <a:ext cx="841235" cy="2250795"/>
          </a:xfrm>
          <a:custGeom>
            <a:avLst/>
            <a:gdLst/>
            <a:ahLst/>
            <a:cxnLst/>
            <a:rect l="l" t="t" r="r" b="b"/>
            <a:pathLst>
              <a:path w="841235" h="2250795">
                <a:moveTo>
                  <a:pt x="0" y="0"/>
                </a:moveTo>
                <a:lnTo>
                  <a:pt x="841234" y="0"/>
                </a:lnTo>
                <a:lnTo>
                  <a:pt x="841234" y="2250795"/>
                </a:lnTo>
                <a:lnTo>
                  <a:pt x="0" y="2250795"/>
                </a:lnTo>
                <a:lnTo>
                  <a:pt x="0" y="0"/>
                </a:lnTo>
                <a:close/>
              </a:path>
            </a:pathLst>
          </a:custGeom>
          <a:blipFill>
            <a:blip r:embed="rId13"/>
            <a:stretch>
              <a:fillRect/>
            </a:stretch>
          </a:blipFill>
        </p:spPr>
      </p:sp>
      <p:sp>
        <p:nvSpPr>
          <p:cNvPr id="125" name="Freeform 5">
            <a:extLst>
              <a:ext uri="{FF2B5EF4-FFF2-40B4-BE49-F238E27FC236}">
                <a16:creationId xmlns:a16="http://schemas.microsoft.com/office/drawing/2014/main" id="{1551A1A6-216C-5F51-6E2E-C295CB63FB15}"/>
              </a:ext>
            </a:extLst>
          </p:cNvPr>
          <p:cNvSpPr/>
          <p:nvPr/>
        </p:nvSpPr>
        <p:spPr>
          <a:xfrm>
            <a:off x="19192861" y="-1219382"/>
            <a:ext cx="9031048" cy="5034810"/>
          </a:xfrm>
          <a:custGeom>
            <a:avLst/>
            <a:gdLst/>
            <a:ahLst/>
            <a:cxnLst/>
            <a:rect l="l" t="t" r="r" b="b"/>
            <a:pathLst>
              <a:path w="9031048" h="5034810">
                <a:moveTo>
                  <a:pt x="0" y="0"/>
                </a:moveTo>
                <a:lnTo>
                  <a:pt x="9031048" y="0"/>
                </a:lnTo>
                <a:lnTo>
                  <a:pt x="9031048" y="5034810"/>
                </a:lnTo>
                <a:lnTo>
                  <a:pt x="0" y="5034810"/>
                </a:lnTo>
                <a:lnTo>
                  <a:pt x="0" y="0"/>
                </a:lnTo>
                <a:close/>
              </a:path>
            </a:pathLst>
          </a:custGeom>
          <a:blipFill>
            <a:blip r:embed="rId3"/>
            <a:stretch>
              <a:fillRect/>
            </a:stretch>
          </a:blipFill>
        </p:spPr>
      </p:sp>
      <p:grpSp>
        <p:nvGrpSpPr>
          <p:cNvPr id="151" name="Group 8">
            <a:extLst>
              <a:ext uri="{FF2B5EF4-FFF2-40B4-BE49-F238E27FC236}">
                <a16:creationId xmlns:a16="http://schemas.microsoft.com/office/drawing/2014/main" id="{A3446946-66F8-2B0A-105E-6BAAD664298D}"/>
              </a:ext>
            </a:extLst>
          </p:cNvPr>
          <p:cNvGrpSpPr/>
          <p:nvPr/>
        </p:nvGrpSpPr>
        <p:grpSpPr>
          <a:xfrm>
            <a:off x="-13361266" y="-306974"/>
            <a:ext cx="12806608" cy="10918374"/>
            <a:chOff x="0" y="0"/>
            <a:chExt cx="1145018" cy="976194"/>
          </a:xfrm>
        </p:grpSpPr>
        <p:sp>
          <p:nvSpPr>
            <p:cNvPr id="152" name="Freeform 9">
              <a:extLst>
                <a:ext uri="{FF2B5EF4-FFF2-40B4-BE49-F238E27FC236}">
                  <a16:creationId xmlns:a16="http://schemas.microsoft.com/office/drawing/2014/main" id="{6C726F38-0B93-18CF-B240-0E7B3CE066C0}"/>
                </a:ext>
              </a:extLst>
            </p:cNvPr>
            <p:cNvSpPr/>
            <p:nvPr/>
          </p:nvSpPr>
          <p:spPr>
            <a:xfrm>
              <a:off x="0" y="0"/>
              <a:ext cx="1145018" cy="976194"/>
            </a:xfrm>
            <a:custGeom>
              <a:avLst/>
              <a:gdLst/>
              <a:ahLst/>
              <a:cxnLst/>
              <a:rect l="l" t="t" r="r" b="b"/>
              <a:pathLst>
                <a:path w="1145018" h="976194">
                  <a:moveTo>
                    <a:pt x="11807" y="0"/>
                  </a:moveTo>
                  <a:lnTo>
                    <a:pt x="1133211" y="0"/>
                  </a:lnTo>
                  <a:cubicBezTo>
                    <a:pt x="1136343" y="0"/>
                    <a:pt x="1139346" y="1244"/>
                    <a:pt x="1141560" y="3458"/>
                  </a:cubicBezTo>
                  <a:cubicBezTo>
                    <a:pt x="1143774" y="5672"/>
                    <a:pt x="1145018" y="8676"/>
                    <a:pt x="1145018" y="11807"/>
                  </a:cubicBezTo>
                  <a:lnTo>
                    <a:pt x="1145018" y="964387"/>
                  </a:lnTo>
                  <a:cubicBezTo>
                    <a:pt x="1145018" y="970908"/>
                    <a:pt x="1139732" y="976194"/>
                    <a:pt x="1133211" y="976194"/>
                  </a:cubicBezTo>
                  <a:lnTo>
                    <a:pt x="11807" y="976194"/>
                  </a:lnTo>
                  <a:cubicBezTo>
                    <a:pt x="5286" y="976194"/>
                    <a:pt x="0" y="970908"/>
                    <a:pt x="0" y="964387"/>
                  </a:cubicBezTo>
                  <a:lnTo>
                    <a:pt x="0" y="11807"/>
                  </a:lnTo>
                  <a:cubicBezTo>
                    <a:pt x="0" y="5286"/>
                    <a:pt x="5286" y="0"/>
                    <a:pt x="11807" y="0"/>
                  </a:cubicBezTo>
                  <a:close/>
                </a:path>
              </a:pathLst>
            </a:custGeom>
            <a:gradFill rotWithShape="1">
              <a:gsLst>
                <a:gs pos="0">
                  <a:srgbClr val="FFFCFC">
                    <a:alpha val="69000"/>
                  </a:srgbClr>
                </a:gs>
                <a:gs pos="100000">
                  <a:srgbClr val="FFFFFF">
                    <a:alpha val="40000"/>
                  </a:srgbClr>
                </a:gs>
              </a:gsLst>
              <a:lin ang="0"/>
            </a:gradFill>
          </p:spPr>
        </p:sp>
        <p:sp>
          <p:nvSpPr>
            <p:cNvPr id="153" name="TextBox 10">
              <a:extLst>
                <a:ext uri="{FF2B5EF4-FFF2-40B4-BE49-F238E27FC236}">
                  <a16:creationId xmlns:a16="http://schemas.microsoft.com/office/drawing/2014/main" id="{0055CDEF-2A71-724C-DBB1-1CE35CED3431}"/>
                </a:ext>
              </a:extLst>
            </p:cNvPr>
            <p:cNvSpPr txBox="1"/>
            <p:nvPr/>
          </p:nvSpPr>
          <p:spPr>
            <a:xfrm>
              <a:off x="0" y="-38100"/>
              <a:ext cx="1145018" cy="1014294"/>
            </a:xfrm>
            <a:prstGeom prst="rect">
              <a:avLst/>
            </a:prstGeom>
          </p:spPr>
          <p:txBody>
            <a:bodyPr lIns="50800" tIns="50800" rIns="50800" bIns="50800" rtlCol="0" anchor="ctr"/>
            <a:lstStyle/>
            <a:p>
              <a:pPr algn="ctr">
                <a:lnSpc>
                  <a:spcPts val="3360"/>
                </a:lnSpc>
              </a:pPr>
              <a:endParaRPr/>
            </a:p>
          </p:txBody>
        </p:sp>
      </p:grpSp>
      <p:grpSp>
        <p:nvGrpSpPr>
          <p:cNvPr id="154" name="Group 14">
            <a:extLst>
              <a:ext uri="{FF2B5EF4-FFF2-40B4-BE49-F238E27FC236}">
                <a16:creationId xmlns:a16="http://schemas.microsoft.com/office/drawing/2014/main" id="{19692A36-F89C-A618-C1D1-330160FA7F55}"/>
              </a:ext>
            </a:extLst>
          </p:cNvPr>
          <p:cNvGrpSpPr/>
          <p:nvPr/>
        </p:nvGrpSpPr>
        <p:grpSpPr>
          <a:xfrm rot="-10800000">
            <a:off x="-13010388" y="-306974"/>
            <a:ext cx="12048217" cy="10918374"/>
            <a:chOff x="0" y="0"/>
            <a:chExt cx="1702907" cy="1543214"/>
          </a:xfrm>
        </p:grpSpPr>
        <p:sp>
          <p:nvSpPr>
            <p:cNvPr id="155" name="Freeform 15">
              <a:extLst>
                <a:ext uri="{FF2B5EF4-FFF2-40B4-BE49-F238E27FC236}">
                  <a16:creationId xmlns:a16="http://schemas.microsoft.com/office/drawing/2014/main" id="{1BAD7254-7A48-2071-330B-FBF9578DF877}"/>
                </a:ext>
              </a:extLst>
            </p:cNvPr>
            <p:cNvSpPr/>
            <p:nvPr/>
          </p:nvSpPr>
          <p:spPr>
            <a:xfrm>
              <a:off x="0" y="0"/>
              <a:ext cx="1702907" cy="1543214"/>
            </a:xfrm>
            <a:custGeom>
              <a:avLst/>
              <a:gdLst/>
              <a:ahLst/>
              <a:cxnLst/>
              <a:rect l="l" t="t" r="r" b="b"/>
              <a:pathLst>
                <a:path w="1702907" h="1543214">
                  <a:moveTo>
                    <a:pt x="12550" y="0"/>
                  </a:moveTo>
                  <a:lnTo>
                    <a:pt x="1690356" y="0"/>
                  </a:lnTo>
                  <a:cubicBezTo>
                    <a:pt x="1693685" y="0"/>
                    <a:pt x="1696877" y="1322"/>
                    <a:pt x="1699231" y="3676"/>
                  </a:cubicBezTo>
                  <a:cubicBezTo>
                    <a:pt x="1701584" y="6030"/>
                    <a:pt x="1702907" y="9222"/>
                    <a:pt x="1702907" y="12550"/>
                  </a:cubicBezTo>
                  <a:lnTo>
                    <a:pt x="1702907" y="1530663"/>
                  </a:lnTo>
                  <a:cubicBezTo>
                    <a:pt x="1702907" y="1537595"/>
                    <a:pt x="1697287" y="1543214"/>
                    <a:pt x="1690356" y="1543214"/>
                  </a:cubicBezTo>
                  <a:lnTo>
                    <a:pt x="12550" y="1543214"/>
                  </a:lnTo>
                  <a:cubicBezTo>
                    <a:pt x="5619" y="1543214"/>
                    <a:pt x="0" y="1537595"/>
                    <a:pt x="0" y="1530663"/>
                  </a:cubicBezTo>
                  <a:lnTo>
                    <a:pt x="0" y="12550"/>
                  </a:lnTo>
                  <a:cubicBezTo>
                    <a:pt x="0" y="5619"/>
                    <a:pt x="5619" y="0"/>
                    <a:pt x="12550" y="0"/>
                  </a:cubicBezTo>
                  <a:close/>
                </a:path>
              </a:pathLst>
            </a:custGeom>
            <a:gradFill rotWithShape="1">
              <a:gsLst>
                <a:gs pos="0">
                  <a:srgbClr val="FFFCFC">
                    <a:alpha val="69000"/>
                  </a:srgbClr>
                </a:gs>
                <a:gs pos="100000">
                  <a:srgbClr val="FFFFFF">
                    <a:alpha val="40000"/>
                  </a:srgbClr>
                </a:gs>
              </a:gsLst>
              <a:lin ang="0"/>
            </a:gradFill>
          </p:spPr>
        </p:sp>
        <p:sp>
          <p:nvSpPr>
            <p:cNvPr id="156" name="TextBox 16">
              <a:extLst>
                <a:ext uri="{FF2B5EF4-FFF2-40B4-BE49-F238E27FC236}">
                  <a16:creationId xmlns:a16="http://schemas.microsoft.com/office/drawing/2014/main" id="{59556478-4DE8-1142-5CDE-4DECB7530862}"/>
                </a:ext>
              </a:extLst>
            </p:cNvPr>
            <p:cNvSpPr txBox="1"/>
            <p:nvPr/>
          </p:nvSpPr>
          <p:spPr>
            <a:xfrm>
              <a:off x="0" y="-38100"/>
              <a:ext cx="1702907" cy="1581314"/>
            </a:xfrm>
            <a:prstGeom prst="rect">
              <a:avLst/>
            </a:prstGeom>
          </p:spPr>
          <p:txBody>
            <a:bodyPr lIns="50800" tIns="50800" rIns="50800" bIns="50800" rtlCol="0" anchor="ctr"/>
            <a:lstStyle/>
            <a:p>
              <a:pPr algn="ctr">
                <a:lnSpc>
                  <a:spcPts val="3360"/>
                </a:lnSpc>
              </a:pPr>
              <a:endParaRPr/>
            </a:p>
          </p:txBody>
        </p:sp>
      </p:grpSp>
      <p:sp>
        <p:nvSpPr>
          <p:cNvPr id="157" name="TextBox 18">
            <a:extLst>
              <a:ext uri="{FF2B5EF4-FFF2-40B4-BE49-F238E27FC236}">
                <a16:creationId xmlns:a16="http://schemas.microsoft.com/office/drawing/2014/main" id="{840B4A0C-3868-3824-DD40-2DCF964088D8}"/>
              </a:ext>
            </a:extLst>
          </p:cNvPr>
          <p:cNvSpPr txBox="1"/>
          <p:nvPr/>
        </p:nvSpPr>
        <p:spPr>
          <a:xfrm>
            <a:off x="-10699744" y="-15135"/>
            <a:ext cx="7753498" cy="2199748"/>
          </a:xfrm>
          <a:prstGeom prst="rect">
            <a:avLst/>
          </a:prstGeom>
        </p:spPr>
        <p:txBody>
          <a:bodyPr wrap="square" lIns="0" tIns="0" rIns="0" bIns="0" rtlCol="0" anchor="t">
            <a:spAutoFit/>
          </a:bodyPr>
          <a:lstStyle/>
          <a:p>
            <a:pPr marL="1359289" lvl="1" indent="-679645" algn="l">
              <a:lnSpc>
                <a:spcPts val="8814"/>
              </a:lnSpc>
              <a:spcBef>
                <a:spcPct val="0"/>
              </a:spcBef>
              <a:buAutoNum type="arabicPeriod"/>
            </a:pPr>
            <a:r>
              <a:rPr lang="en-US" sz="6295">
                <a:solidFill>
                  <a:srgbClr val="01544A"/>
                </a:solidFill>
                <a:latin typeface="Cheering Section"/>
                <a:ea typeface="Cheering Section"/>
                <a:cs typeface="Cheering Section"/>
                <a:sym typeface="Cheering Section"/>
              </a:rPr>
              <a:t>Mô hình Nhà máy điện tương lai</a:t>
            </a:r>
          </a:p>
        </p:txBody>
      </p:sp>
      <p:grpSp>
        <p:nvGrpSpPr>
          <p:cNvPr id="158" name="Group 19">
            <a:extLst>
              <a:ext uri="{FF2B5EF4-FFF2-40B4-BE49-F238E27FC236}">
                <a16:creationId xmlns:a16="http://schemas.microsoft.com/office/drawing/2014/main" id="{3C59CB04-D026-3D02-04C9-60CD67142DB8}"/>
              </a:ext>
            </a:extLst>
          </p:cNvPr>
          <p:cNvGrpSpPr/>
          <p:nvPr/>
        </p:nvGrpSpPr>
        <p:grpSpPr>
          <a:xfrm>
            <a:off x="-11939691" y="2364760"/>
            <a:ext cx="10282676" cy="2265719"/>
            <a:chOff x="0" y="0"/>
            <a:chExt cx="2079907" cy="458294"/>
          </a:xfrm>
        </p:grpSpPr>
        <p:sp>
          <p:nvSpPr>
            <p:cNvPr id="159" name="Freeform 20">
              <a:extLst>
                <a:ext uri="{FF2B5EF4-FFF2-40B4-BE49-F238E27FC236}">
                  <a16:creationId xmlns:a16="http://schemas.microsoft.com/office/drawing/2014/main" id="{50257D15-00A1-9728-1219-A65F69B18C15}"/>
                </a:ext>
              </a:extLst>
            </p:cNvPr>
            <p:cNvSpPr/>
            <p:nvPr/>
          </p:nvSpPr>
          <p:spPr>
            <a:xfrm>
              <a:off x="0" y="0"/>
              <a:ext cx="2079907" cy="458294"/>
            </a:xfrm>
            <a:custGeom>
              <a:avLst/>
              <a:gdLst/>
              <a:ahLst/>
              <a:cxnLst/>
              <a:rect l="l" t="t" r="r" b="b"/>
              <a:pathLst>
                <a:path w="2079907" h="458294">
                  <a:moveTo>
                    <a:pt x="14705" y="0"/>
                  </a:moveTo>
                  <a:lnTo>
                    <a:pt x="2065202" y="0"/>
                  </a:lnTo>
                  <a:cubicBezTo>
                    <a:pt x="2069102" y="0"/>
                    <a:pt x="2072842" y="1549"/>
                    <a:pt x="2075600" y="4307"/>
                  </a:cubicBezTo>
                  <a:cubicBezTo>
                    <a:pt x="2078358" y="7065"/>
                    <a:pt x="2079907" y="10805"/>
                    <a:pt x="2079907" y="14705"/>
                  </a:cubicBezTo>
                  <a:lnTo>
                    <a:pt x="2079907" y="443588"/>
                  </a:lnTo>
                  <a:cubicBezTo>
                    <a:pt x="2079907" y="451710"/>
                    <a:pt x="2073323" y="458294"/>
                    <a:pt x="2065202" y="458294"/>
                  </a:cubicBezTo>
                  <a:lnTo>
                    <a:pt x="14705" y="458294"/>
                  </a:lnTo>
                  <a:cubicBezTo>
                    <a:pt x="10805" y="458294"/>
                    <a:pt x="7065" y="456744"/>
                    <a:pt x="4307" y="453987"/>
                  </a:cubicBezTo>
                  <a:cubicBezTo>
                    <a:pt x="1549" y="451229"/>
                    <a:pt x="0" y="447488"/>
                    <a:pt x="0" y="443588"/>
                  </a:cubicBezTo>
                  <a:lnTo>
                    <a:pt x="0" y="14705"/>
                  </a:lnTo>
                  <a:cubicBezTo>
                    <a:pt x="0" y="6584"/>
                    <a:pt x="6584" y="0"/>
                    <a:pt x="14705" y="0"/>
                  </a:cubicBezTo>
                  <a:close/>
                </a:path>
              </a:pathLst>
            </a:custGeom>
            <a:solidFill>
              <a:srgbClr val="8BB94F"/>
            </a:solidFill>
          </p:spPr>
        </p:sp>
        <p:sp>
          <p:nvSpPr>
            <p:cNvPr id="160" name="TextBox 21">
              <a:extLst>
                <a:ext uri="{FF2B5EF4-FFF2-40B4-BE49-F238E27FC236}">
                  <a16:creationId xmlns:a16="http://schemas.microsoft.com/office/drawing/2014/main" id="{B2070063-C08B-7F35-F934-AA9065E19578}"/>
                </a:ext>
              </a:extLst>
            </p:cNvPr>
            <p:cNvSpPr txBox="1"/>
            <p:nvPr/>
          </p:nvSpPr>
          <p:spPr>
            <a:xfrm>
              <a:off x="0" y="-38100"/>
              <a:ext cx="2079907" cy="496394"/>
            </a:xfrm>
            <a:prstGeom prst="rect">
              <a:avLst/>
            </a:prstGeom>
          </p:spPr>
          <p:txBody>
            <a:bodyPr lIns="56476" tIns="56476" rIns="56476" bIns="56476" rtlCol="0" anchor="ctr"/>
            <a:lstStyle/>
            <a:p>
              <a:pPr algn="ctr">
                <a:lnSpc>
                  <a:spcPts val="3360"/>
                </a:lnSpc>
              </a:pPr>
              <a:endParaRPr/>
            </a:p>
          </p:txBody>
        </p:sp>
      </p:grpSp>
      <p:grpSp>
        <p:nvGrpSpPr>
          <p:cNvPr id="161" name="Group 22">
            <a:extLst>
              <a:ext uri="{FF2B5EF4-FFF2-40B4-BE49-F238E27FC236}">
                <a16:creationId xmlns:a16="http://schemas.microsoft.com/office/drawing/2014/main" id="{58EFE85F-DCDC-1741-A695-FB6984321EF8}"/>
              </a:ext>
            </a:extLst>
          </p:cNvPr>
          <p:cNvGrpSpPr/>
          <p:nvPr/>
        </p:nvGrpSpPr>
        <p:grpSpPr>
          <a:xfrm>
            <a:off x="-6694681" y="4856106"/>
            <a:ext cx="5076935" cy="5068055"/>
            <a:chOff x="0" y="0"/>
            <a:chExt cx="1026927" cy="1025130"/>
          </a:xfrm>
        </p:grpSpPr>
        <p:sp>
          <p:nvSpPr>
            <p:cNvPr id="162" name="Freeform 23">
              <a:extLst>
                <a:ext uri="{FF2B5EF4-FFF2-40B4-BE49-F238E27FC236}">
                  <a16:creationId xmlns:a16="http://schemas.microsoft.com/office/drawing/2014/main" id="{BDDDE042-FF39-8F69-851F-EA8291DE6ED7}"/>
                </a:ext>
              </a:extLst>
            </p:cNvPr>
            <p:cNvSpPr/>
            <p:nvPr/>
          </p:nvSpPr>
          <p:spPr>
            <a:xfrm>
              <a:off x="0" y="0"/>
              <a:ext cx="1026927" cy="1025130"/>
            </a:xfrm>
            <a:custGeom>
              <a:avLst/>
              <a:gdLst/>
              <a:ahLst/>
              <a:cxnLst/>
              <a:rect l="l" t="t" r="r" b="b"/>
              <a:pathLst>
                <a:path w="1026927" h="1025130">
                  <a:moveTo>
                    <a:pt x="29784" y="0"/>
                  </a:moveTo>
                  <a:lnTo>
                    <a:pt x="997143" y="0"/>
                  </a:lnTo>
                  <a:cubicBezTo>
                    <a:pt x="1013592" y="0"/>
                    <a:pt x="1026927" y="13335"/>
                    <a:pt x="1026927" y="29784"/>
                  </a:cubicBezTo>
                  <a:lnTo>
                    <a:pt x="1026927" y="995347"/>
                  </a:lnTo>
                  <a:cubicBezTo>
                    <a:pt x="1026927" y="1003246"/>
                    <a:pt x="1023789" y="1010821"/>
                    <a:pt x="1018203" y="1016407"/>
                  </a:cubicBezTo>
                  <a:cubicBezTo>
                    <a:pt x="1012618" y="1021992"/>
                    <a:pt x="1005042" y="1025130"/>
                    <a:pt x="997143" y="1025130"/>
                  </a:cubicBezTo>
                  <a:lnTo>
                    <a:pt x="29784" y="1025130"/>
                  </a:lnTo>
                  <a:cubicBezTo>
                    <a:pt x="13335" y="1025130"/>
                    <a:pt x="0" y="1011796"/>
                    <a:pt x="0" y="995347"/>
                  </a:cubicBezTo>
                  <a:lnTo>
                    <a:pt x="0" y="29784"/>
                  </a:lnTo>
                  <a:cubicBezTo>
                    <a:pt x="0" y="21884"/>
                    <a:pt x="3138" y="14309"/>
                    <a:pt x="8723" y="8723"/>
                  </a:cubicBezTo>
                  <a:cubicBezTo>
                    <a:pt x="14309" y="3138"/>
                    <a:pt x="21884" y="0"/>
                    <a:pt x="29784" y="0"/>
                  </a:cubicBezTo>
                  <a:close/>
                </a:path>
              </a:pathLst>
            </a:custGeom>
            <a:solidFill>
              <a:srgbClr val="8BB94F"/>
            </a:solidFill>
          </p:spPr>
        </p:sp>
        <p:sp>
          <p:nvSpPr>
            <p:cNvPr id="163" name="TextBox 24">
              <a:extLst>
                <a:ext uri="{FF2B5EF4-FFF2-40B4-BE49-F238E27FC236}">
                  <a16:creationId xmlns:a16="http://schemas.microsoft.com/office/drawing/2014/main" id="{55EFF5C4-0CC4-CD37-3949-DDF2817D7255}"/>
                </a:ext>
              </a:extLst>
            </p:cNvPr>
            <p:cNvSpPr txBox="1"/>
            <p:nvPr/>
          </p:nvSpPr>
          <p:spPr>
            <a:xfrm>
              <a:off x="0" y="-38100"/>
              <a:ext cx="1026927" cy="1063230"/>
            </a:xfrm>
            <a:prstGeom prst="rect">
              <a:avLst/>
            </a:prstGeom>
          </p:spPr>
          <p:txBody>
            <a:bodyPr lIns="56476" tIns="56476" rIns="56476" bIns="56476" rtlCol="0" anchor="ctr"/>
            <a:lstStyle/>
            <a:p>
              <a:pPr algn="ctr">
                <a:lnSpc>
                  <a:spcPts val="3360"/>
                </a:lnSpc>
              </a:pPr>
              <a:endParaRPr/>
            </a:p>
          </p:txBody>
        </p:sp>
      </p:grpSp>
      <p:grpSp>
        <p:nvGrpSpPr>
          <p:cNvPr id="164" name="Group 25">
            <a:extLst>
              <a:ext uri="{FF2B5EF4-FFF2-40B4-BE49-F238E27FC236}">
                <a16:creationId xmlns:a16="http://schemas.microsoft.com/office/drawing/2014/main" id="{2746422B-E36E-E305-6980-3116934F05BA}"/>
              </a:ext>
            </a:extLst>
          </p:cNvPr>
          <p:cNvGrpSpPr/>
          <p:nvPr/>
        </p:nvGrpSpPr>
        <p:grpSpPr>
          <a:xfrm>
            <a:off x="-6620835" y="4811454"/>
            <a:ext cx="4963820" cy="5068055"/>
            <a:chOff x="0" y="0"/>
            <a:chExt cx="1004046" cy="1025130"/>
          </a:xfrm>
        </p:grpSpPr>
        <p:sp>
          <p:nvSpPr>
            <p:cNvPr id="165" name="Freeform 26">
              <a:extLst>
                <a:ext uri="{FF2B5EF4-FFF2-40B4-BE49-F238E27FC236}">
                  <a16:creationId xmlns:a16="http://schemas.microsoft.com/office/drawing/2014/main" id="{00373302-9D41-0BD1-00D0-8C32CDB893F1}"/>
                </a:ext>
              </a:extLst>
            </p:cNvPr>
            <p:cNvSpPr/>
            <p:nvPr/>
          </p:nvSpPr>
          <p:spPr>
            <a:xfrm>
              <a:off x="0" y="0"/>
              <a:ext cx="1004046" cy="1025130"/>
            </a:xfrm>
            <a:custGeom>
              <a:avLst/>
              <a:gdLst/>
              <a:ahLst/>
              <a:cxnLst/>
              <a:rect l="l" t="t" r="r" b="b"/>
              <a:pathLst>
                <a:path w="1004046" h="1025130">
                  <a:moveTo>
                    <a:pt x="30462" y="0"/>
                  </a:moveTo>
                  <a:lnTo>
                    <a:pt x="973584" y="0"/>
                  </a:lnTo>
                  <a:cubicBezTo>
                    <a:pt x="981663" y="0"/>
                    <a:pt x="989411" y="3209"/>
                    <a:pt x="995124" y="8922"/>
                  </a:cubicBezTo>
                  <a:cubicBezTo>
                    <a:pt x="1000837" y="14635"/>
                    <a:pt x="1004046" y="22383"/>
                    <a:pt x="1004046" y="30462"/>
                  </a:cubicBezTo>
                  <a:lnTo>
                    <a:pt x="1004046" y="994668"/>
                  </a:lnTo>
                  <a:cubicBezTo>
                    <a:pt x="1004046" y="1002747"/>
                    <a:pt x="1000837" y="1010495"/>
                    <a:pt x="995124" y="1016208"/>
                  </a:cubicBezTo>
                  <a:cubicBezTo>
                    <a:pt x="989411" y="1021921"/>
                    <a:pt x="981663" y="1025130"/>
                    <a:pt x="973584" y="1025130"/>
                  </a:cubicBezTo>
                  <a:lnTo>
                    <a:pt x="30462" y="1025130"/>
                  </a:lnTo>
                  <a:cubicBezTo>
                    <a:pt x="22383" y="1025130"/>
                    <a:pt x="14635" y="1021921"/>
                    <a:pt x="8922" y="1016208"/>
                  </a:cubicBezTo>
                  <a:cubicBezTo>
                    <a:pt x="3209" y="1010495"/>
                    <a:pt x="0" y="1002747"/>
                    <a:pt x="0" y="994668"/>
                  </a:cubicBezTo>
                  <a:lnTo>
                    <a:pt x="0" y="30462"/>
                  </a:lnTo>
                  <a:cubicBezTo>
                    <a:pt x="0" y="22383"/>
                    <a:pt x="3209" y="14635"/>
                    <a:pt x="8922" y="8922"/>
                  </a:cubicBezTo>
                  <a:cubicBezTo>
                    <a:pt x="14635" y="3209"/>
                    <a:pt x="22383" y="0"/>
                    <a:pt x="30462" y="0"/>
                  </a:cubicBezTo>
                  <a:close/>
                </a:path>
              </a:pathLst>
            </a:custGeom>
            <a:solidFill>
              <a:srgbClr val="8BB94F"/>
            </a:solidFill>
          </p:spPr>
        </p:sp>
        <p:sp>
          <p:nvSpPr>
            <p:cNvPr id="166" name="TextBox 27">
              <a:extLst>
                <a:ext uri="{FF2B5EF4-FFF2-40B4-BE49-F238E27FC236}">
                  <a16:creationId xmlns:a16="http://schemas.microsoft.com/office/drawing/2014/main" id="{0DD81F45-2832-ACFC-F26E-EA0963B7A288}"/>
                </a:ext>
              </a:extLst>
            </p:cNvPr>
            <p:cNvSpPr txBox="1"/>
            <p:nvPr/>
          </p:nvSpPr>
          <p:spPr>
            <a:xfrm>
              <a:off x="0" y="-38100"/>
              <a:ext cx="1004046" cy="1063230"/>
            </a:xfrm>
            <a:prstGeom prst="rect">
              <a:avLst/>
            </a:prstGeom>
          </p:spPr>
          <p:txBody>
            <a:bodyPr lIns="56476" tIns="56476" rIns="56476" bIns="56476" rtlCol="0" anchor="ctr"/>
            <a:lstStyle/>
            <a:p>
              <a:pPr algn="ctr">
                <a:lnSpc>
                  <a:spcPts val="3360"/>
                </a:lnSpc>
              </a:pPr>
              <a:endParaRPr/>
            </a:p>
          </p:txBody>
        </p:sp>
      </p:grpSp>
      <p:sp>
        <p:nvSpPr>
          <p:cNvPr id="167" name="TextBox 28">
            <a:extLst>
              <a:ext uri="{FF2B5EF4-FFF2-40B4-BE49-F238E27FC236}">
                <a16:creationId xmlns:a16="http://schemas.microsoft.com/office/drawing/2014/main" id="{451FDE2D-389B-E8C8-9D5D-9E72B7FEF7C1}"/>
              </a:ext>
            </a:extLst>
          </p:cNvPr>
          <p:cNvSpPr txBox="1"/>
          <p:nvPr/>
        </p:nvSpPr>
        <p:spPr>
          <a:xfrm>
            <a:off x="-11074441" y="2638375"/>
            <a:ext cx="8552177" cy="1652642"/>
          </a:xfrm>
          <a:prstGeom prst="rect">
            <a:avLst/>
          </a:prstGeom>
        </p:spPr>
        <p:txBody>
          <a:bodyPr wrap="square" lIns="0" tIns="0" rIns="0" bIns="0" rtlCol="0" anchor="t">
            <a:spAutoFit/>
          </a:bodyPr>
          <a:lstStyle/>
          <a:p>
            <a:pPr algn="ctr">
              <a:lnSpc>
                <a:spcPts val="4445"/>
              </a:lnSpc>
              <a:spcBef>
                <a:spcPct val="0"/>
              </a:spcBef>
            </a:pPr>
            <a:r>
              <a:rPr lang="en-US" sz="3175" b="1">
                <a:solidFill>
                  <a:srgbClr val="FFFFFF"/>
                </a:solidFill>
                <a:latin typeface="Mali Bold"/>
                <a:ea typeface="Mali Bold"/>
                <a:cs typeface="Mali Bold"/>
                <a:sym typeface="Mali Bold"/>
              </a:rPr>
              <a:t>Tích hợp lưu trữ (BESS): </a:t>
            </a:r>
            <a:r>
              <a:rPr lang="en-US" sz="3175" b="1">
                <a:solidFill>
                  <a:srgbClr val="FFFFFF"/>
                </a:solidFill>
                <a:latin typeface="Mali Medium"/>
                <a:ea typeface="Mali Medium"/>
                <a:cs typeface="Mali Medium"/>
                <a:sym typeface="Mali Medium"/>
              </a:rPr>
              <a:t>Kết hợp điện mặt trời/gió với hệ thống pin lưu trữ để ổn định nguồn cấp.</a:t>
            </a:r>
          </a:p>
        </p:txBody>
      </p:sp>
      <p:sp>
        <p:nvSpPr>
          <p:cNvPr id="168" name="TextBox 29">
            <a:extLst>
              <a:ext uri="{FF2B5EF4-FFF2-40B4-BE49-F238E27FC236}">
                <a16:creationId xmlns:a16="http://schemas.microsoft.com/office/drawing/2014/main" id="{20D86755-598D-5041-CA76-02B1AABBF7CB}"/>
              </a:ext>
            </a:extLst>
          </p:cNvPr>
          <p:cNvSpPr txBox="1"/>
          <p:nvPr/>
        </p:nvSpPr>
        <p:spPr>
          <a:xfrm>
            <a:off x="-11530045" y="5984025"/>
            <a:ext cx="4337166" cy="2835263"/>
          </a:xfrm>
          <a:prstGeom prst="rect">
            <a:avLst/>
          </a:prstGeom>
        </p:spPr>
        <p:txBody>
          <a:bodyPr wrap="square" lIns="0" tIns="0" rIns="0" bIns="0" rtlCol="0" anchor="t">
            <a:spAutoFit/>
          </a:bodyPr>
          <a:lstStyle/>
          <a:p>
            <a:pPr algn="ctr">
              <a:lnSpc>
                <a:spcPts val="4452"/>
              </a:lnSpc>
              <a:spcBef>
                <a:spcPct val="0"/>
              </a:spcBef>
            </a:pPr>
            <a:r>
              <a:rPr lang="en-US" sz="3179" b="1">
                <a:solidFill>
                  <a:srgbClr val="FFFFFF"/>
                </a:solidFill>
                <a:latin typeface="Mali Bold"/>
                <a:ea typeface="Mali Bold"/>
                <a:cs typeface="Mali Bold"/>
                <a:sym typeface="Mali Bold"/>
              </a:rPr>
              <a:t>Công nghệ thông minh: </a:t>
            </a:r>
            <a:r>
              <a:rPr lang="en-US" sz="3179" b="1">
                <a:solidFill>
                  <a:srgbClr val="FFFFFF"/>
                </a:solidFill>
                <a:latin typeface="Mali Medium"/>
                <a:ea typeface="Mali Medium"/>
                <a:cs typeface="Mali Medium"/>
                <a:sym typeface="Mali Medium"/>
              </a:rPr>
              <a:t>Ứng dụng công nghệ hiện đại trong điều hành và tối ưu hiệu suất.</a:t>
            </a:r>
          </a:p>
        </p:txBody>
      </p:sp>
      <p:sp>
        <p:nvSpPr>
          <p:cNvPr id="169" name="TextBox 30">
            <a:extLst>
              <a:ext uri="{FF2B5EF4-FFF2-40B4-BE49-F238E27FC236}">
                <a16:creationId xmlns:a16="http://schemas.microsoft.com/office/drawing/2014/main" id="{89BBEEDB-8866-4347-371F-C518AC28D51F}"/>
              </a:ext>
            </a:extLst>
          </p:cNvPr>
          <p:cNvSpPr txBox="1"/>
          <p:nvPr/>
        </p:nvSpPr>
        <p:spPr>
          <a:xfrm>
            <a:off x="-6222671" y="5703037"/>
            <a:ext cx="4167493" cy="3412344"/>
          </a:xfrm>
          <a:prstGeom prst="rect">
            <a:avLst/>
          </a:prstGeom>
        </p:spPr>
        <p:txBody>
          <a:bodyPr wrap="square" lIns="0" tIns="0" rIns="0" bIns="0" rtlCol="0" anchor="t">
            <a:spAutoFit/>
          </a:bodyPr>
          <a:lstStyle/>
          <a:p>
            <a:pPr algn="ctr">
              <a:lnSpc>
                <a:spcPts val="4452"/>
              </a:lnSpc>
              <a:spcBef>
                <a:spcPct val="0"/>
              </a:spcBef>
            </a:pPr>
            <a:r>
              <a:rPr lang="en-US" sz="3179" b="1">
                <a:solidFill>
                  <a:srgbClr val="FFFFFF"/>
                </a:solidFill>
                <a:latin typeface="Mali Bold"/>
                <a:ea typeface="Mali Bold"/>
                <a:cs typeface="Mali Bold"/>
                <a:sym typeface="Mali Bold"/>
              </a:rPr>
              <a:t>Tăng trưởng xanh: </a:t>
            </a:r>
            <a:r>
              <a:rPr lang="en-US" sz="3179" b="1">
                <a:solidFill>
                  <a:srgbClr val="FFFFFF"/>
                </a:solidFill>
                <a:latin typeface="Mali Medium"/>
                <a:ea typeface="Mali Medium"/>
                <a:cs typeface="Mali Medium"/>
                <a:sym typeface="Mali Medium"/>
              </a:rPr>
              <a:t>Tận dụng tối đa phụ phẩm nông nghiệp, sử dụng đất hợp lý và bảo vệ môi trường.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6">
            <a:extLst>
              <a:ext uri="{FF2B5EF4-FFF2-40B4-BE49-F238E27FC236}">
                <a16:creationId xmlns:a16="http://schemas.microsoft.com/office/drawing/2014/main" id="{2D77297B-ED02-9950-0B8F-15264691D07E}"/>
              </a:ext>
            </a:extLst>
          </p:cNvPr>
          <p:cNvGrpSpPr/>
          <p:nvPr/>
        </p:nvGrpSpPr>
        <p:grpSpPr>
          <a:xfrm>
            <a:off x="6432009" y="-9302271"/>
            <a:ext cx="11468964" cy="9102125"/>
            <a:chOff x="0" y="0"/>
            <a:chExt cx="801609" cy="636181"/>
          </a:xfrm>
        </p:grpSpPr>
        <p:sp>
          <p:nvSpPr>
            <p:cNvPr id="32" name="Freeform 7">
              <a:extLst>
                <a:ext uri="{FF2B5EF4-FFF2-40B4-BE49-F238E27FC236}">
                  <a16:creationId xmlns:a16="http://schemas.microsoft.com/office/drawing/2014/main" id="{BFCE6903-CC59-9851-7D6A-268687640BD0}"/>
                </a:ext>
              </a:extLst>
            </p:cNvPr>
            <p:cNvSpPr/>
            <p:nvPr/>
          </p:nvSpPr>
          <p:spPr>
            <a:xfrm>
              <a:off x="0" y="0"/>
              <a:ext cx="801609" cy="636181"/>
            </a:xfrm>
            <a:custGeom>
              <a:avLst/>
              <a:gdLst/>
              <a:ahLst/>
              <a:cxnLst/>
              <a:rect l="l" t="t" r="r" b="b"/>
              <a:pathLst>
                <a:path w="801609" h="636181">
                  <a:moveTo>
                    <a:pt x="13184" y="0"/>
                  </a:moveTo>
                  <a:lnTo>
                    <a:pt x="788424" y="0"/>
                  </a:lnTo>
                  <a:cubicBezTo>
                    <a:pt x="795706" y="0"/>
                    <a:pt x="801609" y="5903"/>
                    <a:pt x="801609" y="13184"/>
                  </a:cubicBezTo>
                  <a:lnTo>
                    <a:pt x="801609" y="622997"/>
                  </a:lnTo>
                  <a:cubicBezTo>
                    <a:pt x="801609" y="630279"/>
                    <a:pt x="795706" y="636181"/>
                    <a:pt x="788424" y="636181"/>
                  </a:cubicBezTo>
                  <a:lnTo>
                    <a:pt x="13184" y="636181"/>
                  </a:lnTo>
                  <a:cubicBezTo>
                    <a:pt x="5903" y="636181"/>
                    <a:pt x="0" y="630279"/>
                    <a:pt x="0" y="622997"/>
                  </a:cubicBezTo>
                  <a:lnTo>
                    <a:pt x="0" y="13184"/>
                  </a:lnTo>
                  <a:cubicBezTo>
                    <a:pt x="0" y="5903"/>
                    <a:pt x="5903" y="0"/>
                    <a:pt x="13184" y="0"/>
                  </a:cubicBezTo>
                  <a:close/>
                </a:path>
              </a:pathLst>
            </a:custGeom>
            <a:gradFill rotWithShape="1">
              <a:gsLst>
                <a:gs pos="0">
                  <a:srgbClr val="FFFCFC">
                    <a:alpha val="69000"/>
                  </a:srgbClr>
                </a:gs>
                <a:gs pos="100000">
                  <a:srgbClr val="FFFFFF">
                    <a:alpha val="40000"/>
                  </a:srgbClr>
                </a:gs>
              </a:gsLst>
              <a:lin ang="0"/>
            </a:gradFill>
          </p:spPr>
        </p:sp>
        <p:sp>
          <p:nvSpPr>
            <p:cNvPr id="33" name="TextBox 8">
              <a:extLst>
                <a:ext uri="{FF2B5EF4-FFF2-40B4-BE49-F238E27FC236}">
                  <a16:creationId xmlns:a16="http://schemas.microsoft.com/office/drawing/2014/main" id="{5308511B-15AE-8FB2-50A2-6D575DC91AB1}"/>
                </a:ext>
              </a:extLst>
            </p:cNvPr>
            <p:cNvSpPr txBox="1"/>
            <p:nvPr/>
          </p:nvSpPr>
          <p:spPr>
            <a:xfrm>
              <a:off x="0" y="-38100"/>
              <a:ext cx="801609" cy="674281"/>
            </a:xfrm>
            <a:prstGeom prst="rect">
              <a:avLst/>
            </a:prstGeom>
          </p:spPr>
          <p:txBody>
            <a:bodyPr lIns="56476" tIns="56476" rIns="56476" bIns="56476" rtlCol="0" anchor="ctr"/>
            <a:lstStyle/>
            <a:p>
              <a:pPr algn="ctr">
                <a:lnSpc>
                  <a:spcPts val="3360"/>
                </a:lnSpc>
              </a:pPr>
              <a:endParaRPr/>
            </a:p>
          </p:txBody>
        </p:sp>
      </p:grpSp>
      <p:grpSp>
        <p:nvGrpSpPr>
          <p:cNvPr id="34" name="Group 9">
            <a:extLst>
              <a:ext uri="{FF2B5EF4-FFF2-40B4-BE49-F238E27FC236}">
                <a16:creationId xmlns:a16="http://schemas.microsoft.com/office/drawing/2014/main" id="{03C7D995-6E56-53FC-B95C-9949B3C2B641}"/>
              </a:ext>
            </a:extLst>
          </p:cNvPr>
          <p:cNvGrpSpPr/>
          <p:nvPr/>
        </p:nvGrpSpPr>
        <p:grpSpPr>
          <a:xfrm>
            <a:off x="6505343" y="-7071944"/>
            <a:ext cx="5240412" cy="6197473"/>
            <a:chOff x="0" y="0"/>
            <a:chExt cx="1059993" cy="1253581"/>
          </a:xfrm>
        </p:grpSpPr>
        <p:sp>
          <p:nvSpPr>
            <p:cNvPr id="35" name="Freeform 10">
              <a:extLst>
                <a:ext uri="{FF2B5EF4-FFF2-40B4-BE49-F238E27FC236}">
                  <a16:creationId xmlns:a16="http://schemas.microsoft.com/office/drawing/2014/main" id="{3A99551E-BF86-E253-99A3-DE1A53A3ABD7}"/>
                </a:ext>
              </a:extLst>
            </p:cNvPr>
            <p:cNvSpPr/>
            <p:nvPr/>
          </p:nvSpPr>
          <p:spPr>
            <a:xfrm>
              <a:off x="0" y="0"/>
              <a:ext cx="1059993" cy="1253581"/>
            </a:xfrm>
            <a:custGeom>
              <a:avLst/>
              <a:gdLst/>
              <a:ahLst/>
              <a:cxnLst/>
              <a:rect l="l" t="t" r="r" b="b"/>
              <a:pathLst>
                <a:path w="1059993" h="1253581">
                  <a:moveTo>
                    <a:pt x="28854" y="0"/>
                  </a:moveTo>
                  <a:lnTo>
                    <a:pt x="1031139" y="0"/>
                  </a:lnTo>
                  <a:cubicBezTo>
                    <a:pt x="1047075" y="0"/>
                    <a:pt x="1059993" y="12919"/>
                    <a:pt x="1059993" y="28854"/>
                  </a:cubicBezTo>
                  <a:lnTo>
                    <a:pt x="1059993" y="1224727"/>
                  </a:lnTo>
                  <a:cubicBezTo>
                    <a:pt x="1059993" y="1240662"/>
                    <a:pt x="1047075" y="1253581"/>
                    <a:pt x="1031139" y="1253581"/>
                  </a:cubicBezTo>
                  <a:lnTo>
                    <a:pt x="28854" y="1253581"/>
                  </a:lnTo>
                  <a:cubicBezTo>
                    <a:pt x="12919" y="1253581"/>
                    <a:pt x="0" y="1240662"/>
                    <a:pt x="0" y="1224727"/>
                  </a:cubicBezTo>
                  <a:lnTo>
                    <a:pt x="0" y="28854"/>
                  </a:lnTo>
                  <a:cubicBezTo>
                    <a:pt x="0" y="12919"/>
                    <a:pt x="12919" y="0"/>
                    <a:pt x="28854" y="0"/>
                  </a:cubicBezTo>
                  <a:close/>
                </a:path>
              </a:pathLst>
            </a:custGeom>
            <a:solidFill>
              <a:srgbClr val="8BB94F"/>
            </a:solidFill>
          </p:spPr>
        </p:sp>
        <p:sp>
          <p:nvSpPr>
            <p:cNvPr id="36" name="TextBox 11">
              <a:extLst>
                <a:ext uri="{FF2B5EF4-FFF2-40B4-BE49-F238E27FC236}">
                  <a16:creationId xmlns:a16="http://schemas.microsoft.com/office/drawing/2014/main" id="{39CA8A4B-B53A-231C-A473-34F5C6CADF7A}"/>
                </a:ext>
              </a:extLst>
            </p:cNvPr>
            <p:cNvSpPr txBox="1"/>
            <p:nvPr/>
          </p:nvSpPr>
          <p:spPr>
            <a:xfrm>
              <a:off x="0" y="-38100"/>
              <a:ext cx="1059993" cy="1291681"/>
            </a:xfrm>
            <a:prstGeom prst="rect">
              <a:avLst/>
            </a:prstGeom>
          </p:spPr>
          <p:txBody>
            <a:bodyPr lIns="56476" tIns="56476" rIns="56476" bIns="56476" rtlCol="0" anchor="ctr"/>
            <a:lstStyle/>
            <a:p>
              <a:pPr algn="ctr">
                <a:lnSpc>
                  <a:spcPts val="3360"/>
                </a:lnSpc>
              </a:pPr>
              <a:endParaRPr/>
            </a:p>
          </p:txBody>
        </p:sp>
      </p:grpSp>
      <p:grpSp>
        <p:nvGrpSpPr>
          <p:cNvPr id="37" name="Group 12">
            <a:extLst>
              <a:ext uri="{FF2B5EF4-FFF2-40B4-BE49-F238E27FC236}">
                <a16:creationId xmlns:a16="http://schemas.microsoft.com/office/drawing/2014/main" id="{7CC29118-B142-FAEA-8155-067BB3A8D56C}"/>
              </a:ext>
            </a:extLst>
          </p:cNvPr>
          <p:cNvGrpSpPr/>
          <p:nvPr/>
        </p:nvGrpSpPr>
        <p:grpSpPr>
          <a:xfrm>
            <a:off x="12148147" y="-7071944"/>
            <a:ext cx="5081685" cy="6197473"/>
            <a:chOff x="0" y="0"/>
            <a:chExt cx="1027887" cy="1253581"/>
          </a:xfrm>
        </p:grpSpPr>
        <p:sp>
          <p:nvSpPr>
            <p:cNvPr id="38" name="Freeform 13">
              <a:extLst>
                <a:ext uri="{FF2B5EF4-FFF2-40B4-BE49-F238E27FC236}">
                  <a16:creationId xmlns:a16="http://schemas.microsoft.com/office/drawing/2014/main" id="{6806F911-713C-7BCA-7118-F6FFC4023D1F}"/>
                </a:ext>
              </a:extLst>
            </p:cNvPr>
            <p:cNvSpPr/>
            <p:nvPr/>
          </p:nvSpPr>
          <p:spPr>
            <a:xfrm>
              <a:off x="0" y="0"/>
              <a:ext cx="1027887" cy="1253581"/>
            </a:xfrm>
            <a:custGeom>
              <a:avLst/>
              <a:gdLst/>
              <a:ahLst/>
              <a:cxnLst/>
              <a:rect l="l" t="t" r="r" b="b"/>
              <a:pathLst>
                <a:path w="1027887" h="1253581">
                  <a:moveTo>
                    <a:pt x="29756" y="0"/>
                  </a:moveTo>
                  <a:lnTo>
                    <a:pt x="998132" y="0"/>
                  </a:lnTo>
                  <a:cubicBezTo>
                    <a:pt x="1006023" y="0"/>
                    <a:pt x="1013592" y="3135"/>
                    <a:pt x="1019172" y="8715"/>
                  </a:cubicBezTo>
                  <a:cubicBezTo>
                    <a:pt x="1024752" y="14296"/>
                    <a:pt x="1027887" y="21864"/>
                    <a:pt x="1027887" y="29756"/>
                  </a:cubicBezTo>
                  <a:lnTo>
                    <a:pt x="1027887" y="1223825"/>
                  </a:lnTo>
                  <a:cubicBezTo>
                    <a:pt x="1027887" y="1231717"/>
                    <a:pt x="1024752" y="1239285"/>
                    <a:pt x="1019172" y="1244866"/>
                  </a:cubicBezTo>
                  <a:cubicBezTo>
                    <a:pt x="1013592" y="1250446"/>
                    <a:pt x="1006023" y="1253581"/>
                    <a:pt x="998132" y="1253581"/>
                  </a:cubicBezTo>
                  <a:lnTo>
                    <a:pt x="29756" y="1253581"/>
                  </a:lnTo>
                  <a:cubicBezTo>
                    <a:pt x="21864" y="1253581"/>
                    <a:pt x="14296" y="1250446"/>
                    <a:pt x="8715" y="1244866"/>
                  </a:cubicBezTo>
                  <a:cubicBezTo>
                    <a:pt x="3135" y="1239285"/>
                    <a:pt x="0" y="1231717"/>
                    <a:pt x="0" y="1223825"/>
                  </a:cubicBezTo>
                  <a:lnTo>
                    <a:pt x="0" y="29756"/>
                  </a:lnTo>
                  <a:cubicBezTo>
                    <a:pt x="0" y="21864"/>
                    <a:pt x="3135" y="14296"/>
                    <a:pt x="8715" y="8715"/>
                  </a:cubicBezTo>
                  <a:cubicBezTo>
                    <a:pt x="14296" y="3135"/>
                    <a:pt x="21864" y="0"/>
                    <a:pt x="29756" y="0"/>
                  </a:cubicBezTo>
                  <a:close/>
                </a:path>
              </a:pathLst>
            </a:custGeom>
            <a:solidFill>
              <a:srgbClr val="8BB94F"/>
            </a:solidFill>
          </p:spPr>
        </p:sp>
        <p:sp>
          <p:nvSpPr>
            <p:cNvPr id="39" name="TextBox 14">
              <a:extLst>
                <a:ext uri="{FF2B5EF4-FFF2-40B4-BE49-F238E27FC236}">
                  <a16:creationId xmlns:a16="http://schemas.microsoft.com/office/drawing/2014/main" id="{775A979F-FF84-896C-7340-4FAEB8F80488}"/>
                </a:ext>
              </a:extLst>
            </p:cNvPr>
            <p:cNvSpPr txBox="1"/>
            <p:nvPr/>
          </p:nvSpPr>
          <p:spPr>
            <a:xfrm>
              <a:off x="0" y="-38100"/>
              <a:ext cx="1027887" cy="1291681"/>
            </a:xfrm>
            <a:prstGeom prst="rect">
              <a:avLst/>
            </a:prstGeom>
          </p:spPr>
          <p:txBody>
            <a:bodyPr lIns="56476" tIns="56476" rIns="56476" bIns="56476" rtlCol="0" anchor="ctr"/>
            <a:lstStyle/>
            <a:p>
              <a:pPr algn="ctr">
                <a:lnSpc>
                  <a:spcPts val="3360"/>
                </a:lnSpc>
              </a:pPr>
              <a:endParaRPr/>
            </a:p>
          </p:txBody>
        </p:sp>
      </p:grpSp>
      <p:grpSp>
        <p:nvGrpSpPr>
          <p:cNvPr id="40" name="Group 15">
            <a:extLst>
              <a:ext uri="{FF2B5EF4-FFF2-40B4-BE49-F238E27FC236}">
                <a16:creationId xmlns:a16="http://schemas.microsoft.com/office/drawing/2014/main" id="{E2AB12BF-FFFE-E93A-1079-6A9F288A6A4C}"/>
              </a:ext>
            </a:extLst>
          </p:cNvPr>
          <p:cNvGrpSpPr/>
          <p:nvPr/>
        </p:nvGrpSpPr>
        <p:grpSpPr>
          <a:xfrm rot="-10800000">
            <a:off x="6348481" y="-2393142"/>
            <a:ext cx="10724489" cy="1957584"/>
            <a:chOff x="0" y="0"/>
            <a:chExt cx="1363463" cy="248878"/>
          </a:xfrm>
        </p:grpSpPr>
        <p:sp>
          <p:nvSpPr>
            <p:cNvPr id="41" name="Freeform 16">
              <a:extLst>
                <a:ext uri="{FF2B5EF4-FFF2-40B4-BE49-F238E27FC236}">
                  <a16:creationId xmlns:a16="http://schemas.microsoft.com/office/drawing/2014/main" id="{A5884C00-B7C1-1E22-DC70-BB591D9B84EF}"/>
                </a:ext>
              </a:extLst>
            </p:cNvPr>
            <p:cNvSpPr/>
            <p:nvPr/>
          </p:nvSpPr>
          <p:spPr>
            <a:xfrm>
              <a:off x="0" y="0"/>
              <a:ext cx="1363463" cy="248878"/>
            </a:xfrm>
            <a:custGeom>
              <a:avLst/>
              <a:gdLst/>
              <a:ahLst/>
              <a:cxnLst/>
              <a:rect l="l" t="t" r="r" b="b"/>
              <a:pathLst>
                <a:path w="1363463" h="248878">
                  <a:moveTo>
                    <a:pt x="14099" y="0"/>
                  </a:moveTo>
                  <a:lnTo>
                    <a:pt x="1349364" y="0"/>
                  </a:lnTo>
                  <a:cubicBezTo>
                    <a:pt x="1357151" y="0"/>
                    <a:pt x="1363463" y="6313"/>
                    <a:pt x="1363463" y="14099"/>
                  </a:cubicBezTo>
                  <a:lnTo>
                    <a:pt x="1363463" y="234779"/>
                  </a:lnTo>
                  <a:cubicBezTo>
                    <a:pt x="1363463" y="238518"/>
                    <a:pt x="1361978" y="242105"/>
                    <a:pt x="1359334" y="244749"/>
                  </a:cubicBezTo>
                  <a:cubicBezTo>
                    <a:pt x="1356690" y="247393"/>
                    <a:pt x="1353103" y="248878"/>
                    <a:pt x="1349364" y="248878"/>
                  </a:cubicBezTo>
                  <a:lnTo>
                    <a:pt x="14099" y="248878"/>
                  </a:lnTo>
                  <a:cubicBezTo>
                    <a:pt x="10360" y="248878"/>
                    <a:pt x="6774" y="247393"/>
                    <a:pt x="4130" y="244749"/>
                  </a:cubicBezTo>
                  <a:cubicBezTo>
                    <a:pt x="1485" y="242105"/>
                    <a:pt x="0" y="238518"/>
                    <a:pt x="0" y="234779"/>
                  </a:cubicBezTo>
                  <a:lnTo>
                    <a:pt x="0" y="14099"/>
                  </a:lnTo>
                  <a:cubicBezTo>
                    <a:pt x="0" y="10360"/>
                    <a:pt x="1485" y="6774"/>
                    <a:pt x="4130" y="4130"/>
                  </a:cubicBezTo>
                  <a:cubicBezTo>
                    <a:pt x="6774" y="1485"/>
                    <a:pt x="10360" y="0"/>
                    <a:pt x="14099" y="0"/>
                  </a:cubicBezTo>
                  <a:close/>
                </a:path>
              </a:pathLst>
            </a:custGeom>
            <a:solidFill>
              <a:srgbClr val="FFFFFF"/>
            </a:solidFill>
          </p:spPr>
        </p:sp>
        <p:sp>
          <p:nvSpPr>
            <p:cNvPr id="42" name="TextBox 17">
              <a:extLst>
                <a:ext uri="{FF2B5EF4-FFF2-40B4-BE49-F238E27FC236}">
                  <a16:creationId xmlns:a16="http://schemas.microsoft.com/office/drawing/2014/main" id="{67BAB1B9-1AE7-0D00-6C7A-C2B04ABF2487}"/>
                </a:ext>
              </a:extLst>
            </p:cNvPr>
            <p:cNvSpPr txBox="1"/>
            <p:nvPr/>
          </p:nvSpPr>
          <p:spPr>
            <a:xfrm>
              <a:off x="0" y="-38100"/>
              <a:ext cx="1363463" cy="286978"/>
            </a:xfrm>
            <a:prstGeom prst="rect">
              <a:avLst/>
            </a:prstGeom>
          </p:spPr>
          <p:txBody>
            <a:bodyPr lIns="56476" tIns="56476" rIns="56476" bIns="56476" rtlCol="0" anchor="ctr"/>
            <a:lstStyle/>
            <a:p>
              <a:pPr algn="ctr">
                <a:lnSpc>
                  <a:spcPts val="3360"/>
                </a:lnSpc>
              </a:pPr>
              <a:endParaRPr/>
            </a:p>
          </p:txBody>
        </p:sp>
      </p:grpSp>
      <p:sp>
        <p:nvSpPr>
          <p:cNvPr id="44" name="TextBox 27">
            <a:extLst>
              <a:ext uri="{FF2B5EF4-FFF2-40B4-BE49-F238E27FC236}">
                <a16:creationId xmlns:a16="http://schemas.microsoft.com/office/drawing/2014/main" id="{2ABCF306-2BBA-A17D-48E5-2C1182666518}"/>
              </a:ext>
            </a:extLst>
          </p:cNvPr>
          <p:cNvSpPr txBox="1"/>
          <p:nvPr/>
        </p:nvSpPr>
        <p:spPr>
          <a:xfrm>
            <a:off x="7110350" y="-7184999"/>
            <a:ext cx="2336022" cy="1190611"/>
          </a:xfrm>
          <a:prstGeom prst="rect">
            <a:avLst/>
          </a:prstGeom>
        </p:spPr>
        <p:txBody>
          <a:bodyPr lIns="0" tIns="0" rIns="0" bIns="0" rtlCol="0" anchor="t">
            <a:spAutoFit/>
          </a:bodyPr>
          <a:lstStyle/>
          <a:p>
            <a:pPr algn="ctr">
              <a:lnSpc>
                <a:spcPts val="8773"/>
              </a:lnSpc>
              <a:spcBef>
                <a:spcPct val="0"/>
              </a:spcBef>
            </a:pPr>
            <a:r>
              <a:rPr lang="en-US" sz="6266">
                <a:solidFill>
                  <a:srgbClr val="FFFFFF"/>
                </a:solidFill>
                <a:latin typeface="Handpicked Seashells"/>
                <a:ea typeface="Handpicked Seashells"/>
                <a:cs typeface="Handpicked Seashells"/>
                <a:sym typeface="Handpicked Seashells"/>
              </a:rPr>
              <a:t>Lợi ích:</a:t>
            </a:r>
          </a:p>
        </p:txBody>
      </p:sp>
      <p:sp>
        <p:nvSpPr>
          <p:cNvPr id="45" name="AutoShape 28">
            <a:extLst>
              <a:ext uri="{FF2B5EF4-FFF2-40B4-BE49-F238E27FC236}">
                <a16:creationId xmlns:a16="http://schemas.microsoft.com/office/drawing/2014/main" id="{EFAF8C5E-0422-07B8-ED3B-A3FDB754EA10}"/>
              </a:ext>
            </a:extLst>
          </p:cNvPr>
          <p:cNvSpPr/>
          <p:nvPr/>
        </p:nvSpPr>
        <p:spPr>
          <a:xfrm flipV="1">
            <a:off x="7110350" y="-5994388"/>
            <a:ext cx="4030397" cy="0"/>
          </a:xfrm>
          <a:prstGeom prst="line">
            <a:avLst/>
          </a:prstGeom>
          <a:ln w="38100" cap="flat">
            <a:solidFill>
              <a:srgbClr val="FFFFFF"/>
            </a:solidFill>
            <a:prstDash val="solid"/>
            <a:headEnd type="none" w="sm" len="sm"/>
            <a:tailEnd type="none" w="sm" len="sm"/>
          </a:ln>
        </p:spPr>
      </p:sp>
      <p:sp>
        <p:nvSpPr>
          <p:cNvPr id="46" name="TextBox 29">
            <a:extLst>
              <a:ext uri="{FF2B5EF4-FFF2-40B4-BE49-F238E27FC236}">
                <a16:creationId xmlns:a16="http://schemas.microsoft.com/office/drawing/2014/main" id="{B4856CF4-0EDD-1AE2-DFD0-8394DB2E4F75}"/>
              </a:ext>
            </a:extLst>
          </p:cNvPr>
          <p:cNvSpPr txBox="1"/>
          <p:nvPr/>
        </p:nvSpPr>
        <p:spPr>
          <a:xfrm>
            <a:off x="6867293" y="-5632438"/>
            <a:ext cx="4583470" cy="4231249"/>
          </a:xfrm>
          <a:prstGeom prst="rect">
            <a:avLst/>
          </a:prstGeom>
        </p:spPr>
        <p:txBody>
          <a:bodyPr lIns="0" tIns="0" rIns="0" bIns="0" rtlCol="0" anchor="t">
            <a:spAutoFit/>
          </a:bodyPr>
          <a:lstStyle/>
          <a:p>
            <a:pPr marL="655539" lvl="1" indent="-327769" algn="l">
              <a:lnSpc>
                <a:spcPts val="4250"/>
              </a:lnSpc>
              <a:spcBef>
                <a:spcPct val="0"/>
              </a:spcBef>
              <a:buFont typeface="Arial"/>
              <a:buChar char="•"/>
            </a:pPr>
            <a:r>
              <a:rPr lang="en-US" sz="3036">
                <a:solidFill>
                  <a:srgbClr val="FFFFFF"/>
                </a:solidFill>
                <a:latin typeface="Mali"/>
                <a:ea typeface="Mali"/>
                <a:cs typeface="Mali"/>
                <a:sym typeface="Mali"/>
              </a:rPr>
              <a:t>Đảm bảo an ninh năng lượng và tạo đòn bẩy phát triển kinh tế địa phương.</a:t>
            </a:r>
          </a:p>
          <a:p>
            <a:pPr marL="655539" lvl="1" indent="-327769" algn="l">
              <a:lnSpc>
                <a:spcPts val="4250"/>
              </a:lnSpc>
              <a:spcBef>
                <a:spcPct val="0"/>
              </a:spcBef>
              <a:buFont typeface="Arial"/>
              <a:buChar char="•"/>
            </a:pPr>
            <a:r>
              <a:rPr lang="en-US" sz="3036">
                <a:solidFill>
                  <a:srgbClr val="FFFFFF"/>
                </a:solidFill>
                <a:latin typeface="Mali"/>
                <a:ea typeface="Mali"/>
                <a:cs typeface="Mali"/>
                <a:sym typeface="Mali"/>
              </a:rPr>
              <a:t>Thu hút vốn đầu tư và giải quyết việc làm cho người lao động.</a:t>
            </a:r>
          </a:p>
        </p:txBody>
      </p:sp>
      <p:sp>
        <p:nvSpPr>
          <p:cNvPr id="47" name="TextBox 30">
            <a:extLst>
              <a:ext uri="{FF2B5EF4-FFF2-40B4-BE49-F238E27FC236}">
                <a16:creationId xmlns:a16="http://schemas.microsoft.com/office/drawing/2014/main" id="{1C3CD79F-7CDE-DCD4-DEEE-B3FF6456E3E8}"/>
              </a:ext>
            </a:extLst>
          </p:cNvPr>
          <p:cNvSpPr txBox="1"/>
          <p:nvPr/>
        </p:nvSpPr>
        <p:spPr>
          <a:xfrm>
            <a:off x="12673790" y="-7108272"/>
            <a:ext cx="3375064" cy="1190611"/>
          </a:xfrm>
          <a:prstGeom prst="rect">
            <a:avLst/>
          </a:prstGeom>
        </p:spPr>
        <p:txBody>
          <a:bodyPr lIns="0" tIns="0" rIns="0" bIns="0" rtlCol="0" anchor="t">
            <a:spAutoFit/>
          </a:bodyPr>
          <a:lstStyle/>
          <a:p>
            <a:pPr algn="ctr">
              <a:lnSpc>
                <a:spcPts val="8773"/>
              </a:lnSpc>
              <a:spcBef>
                <a:spcPct val="0"/>
              </a:spcBef>
            </a:pPr>
            <a:r>
              <a:rPr lang="en-US" sz="6266">
                <a:solidFill>
                  <a:srgbClr val="FFFFFF"/>
                </a:solidFill>
                <a:latin typeface="Handpicked Seashells"/>
                <a:ea typeface="Handpicked Seashells"/>
                <a:cs typeface="Handpicked Seashells"/>
                <a:sym typeface="Handpicked Seashells"/>
              </a:rPr>
              <a:t>Thách thức:</a:t>
            </a:r>
          </a:p>
        </p:txBody>
      </p:sp>
      <p:sp>
        <p:nvSpPr>
          <p:cNvPr id="48" name="AutoShape 31">
            <a:extLst>
              <a:ext uri="{FF2B5EF4-FFF2-40B4-BE49-F238E27FC236}">
                <a16:creationId xmlns:a16="http://schemas.microsoft.com/office/drawing/2014/main" id="{5C46ABE3-D41F-EB12-851E-95958F9F4D00}"/>
              </a:ext>
            </a:extLst>
          </p:cNvPr>
          <p:cNvSpPr/>
          <p:nvPr/>
        </p:nvSpPr>
        <p:spPr>
          <a:xfrm flipV="1">
            <a:off x="12673790" y="-5927187"/>
            <a:ext cx="4030397" cy="0"/>
          </a:xfrm>
          <a:prstGeom prst="line">
            <a:avLst/>
          </a:prstGeom>
          <a:ln w="38100" cap="flat">
            <a:solidFill>
              <a:srgbClr val="FFFFFF"/>
            </a:solidFill>
            <a:prstDash val="solid"/>
            <a:headEnd type="none" w="sm" len="sm"/>
            <a:tailEnd type="none" w="sm" len="sm"/>
          </a:ln>
        </p:spPr>
      </p:sp>
      <p:sp>
        <p:nvSpPr>
          <p:cNvPr id="49" name="TextBox 32">
            <a:extLst>
              <a:ext uri="{FF2B5EF4-FFF2-40B4-BE49-F238E27FC236}">
                <a16:creationId xmlns:a16="http://schemas.microsoft.com/office/drawing/2014/main" id="{806C5E9E-CF5A-D22A-92DD-85945AA79BC8}"/>
              </a:ext>
            </a:extLst>
          </p:cNvPr>
          <p:cNvSpPr txBox="1"/>
          <p:nvPr/>
        </p:nvSpPr>
        <p:spPr>
          <a:xfrm>
            <a:off x="12397254" y="-5602969"/>
            <a:ext cx="4583470" cy="2640613"/>
          </a:xfrm>
          <a:prstGeom prst="rect">
            <a:avLst/>
          </a:prstGeom>
        </p:spPr>
        <p:txBody>
          <a:bodyPr lIns="0" tIns="0" rIns="0" bIns="0" rtlCol="0" anchor="t">
            <a:spAutoFit/>
          </a:bodyPr>
          <a:lstStyle/>
          <a:p>
            <a:pPr marL="655539" lvl="1" indent="-327769" algn="l">
              <a:lnSpc>
                <a:spcPts val="4250"/>
              </a:lnSpc>
              <a:spcBef>
                <a:spcPct val="0"/>
              </a:spcBef>
              <a:buFont typeface="Arial"/>
              <a:buChar char="•"/>
            </a:pPr>
            <a:r>
              <a:rPr lang="en-US" sz="3036">
                <a:solidFill>
                  <a:srgbClr val="FFFFFF"/>
                </a:solidFill>
                <a:latin typeface="Mali"/>
                <a:ea typeface="Mali"/>
                <a:cs typeface="Mali"/>
                <a:sym typeface="Mali"/>
              </a:rPr>
              <a:t>Ảnh hưởng đến tài nguyên đất, nguồn nước và hệ sinh thái.</a:t>
            </a:r>
          </a:p>
          <a:p>
            <a:pPr marL="655539" lvl="1" indent="-327769" algn="l">
              <a:lnSpc>
                <a:spcPts val="4250"/>
              </a:lnSpc>
              <a:spcBef>
                <a:spcPct val="0"/>
              </a:spcBef>
              <a:buFont typeface="Arial"/>
              <a:buChar char="•"/>
            </a:pPr>
            <a:r>
              <a:rPr lang="en-US" sz="3036">
                <a:solidFill>
                  <a:srgbClr val="FFFFFF"/>
                </a:solidFill>
                <a:latin typeface="Mali"/>
                <a:ea typeface="Mali"/>
                <a:cs typeface="Mali"/>
                <a:sym typeface="Mali"/>
              </a:rPr>
              <a:t>Áp lực lên hệ thống truyền tải điện.</a:t>
            </a:r>
          </a:p>
        </p:txBody>
      </p:sp>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7439" b="-77439"/>
            </a:stretch>
          </a:blipFill>
        </p:spPr>
      </p:sp>
      <p:sp>
        <p:nvSpPr>
          <p:cNvPr id="3" name="Freeform 3"/>
          <p:cNvSpPr/>
          <p:nvPr/>
        </p:nvSpPr>
        <p:spPr>
          <a:xfrm>
            <a:off x="-2607349" y="5333015"/>
            <a:ext cx="25363254" cy="7271890"/>
          </a:xfrm>
          <a:custGeom>
            <a:avLst/>
            <a:gdLst/>
            <a:ahLst/>
            <a:cxnLst/>
            <a:rect l="l" t="t" r="r" b="b"/>
            <a:pathLst>
              <a:path w="25363254" h="7271890">
                <a:moveTo>
                  <a:pt x="0" y="0"/>
                </a:moveTo>
                <a:lnTo>
                  <a:pt x="25363254" y="0"/>
                </a:lnTo>
                <a:lnTo>
                  <a:pt x="25363254" y="7271890"/>
                </a:lnTo>
                <a:lnTo>
                  <a:pt x="0" y="7271890"/>
                </a:lnTo>
                <a:lnTo>
                  <a:pt x="0" y="0"/>
                </a:lnTo>
                <a:close/>
              </a:path>
            </a:pathLst>
          </a:custGeom>
          <a:blipFill>
            <a:blip>
              <a:extLst>
                <a:ext uri="{96DAC541-7B7A-43D3-8B79-37D633B846F1}">
                  <asvg:svgBlip xmlns:asvg="http://schemas.microsoft.com/office/drawing/2016/SVG/main" r:embed="rId3"/>
                </a:ext>
              </a:extLst>
            </a:blip>
            <a:stretch>
              <a:fillRect t="-71998"/>
            </a:stretch>
          </a:blipFill>
        </p:spPr>
      </p:sp>
      <p:sp>
        <p:nvSpPr>
          <p:cNvPr id="4" name="Freeform 4"/>
          <p:cNvSpPr/>
          <p:nvPr/>
        </p:nvSpPr>
        <p:spPr>
          <a:xfrm>
            <a:off x="4206400" y="108690"/>
            <a:ext cx="9031048" cy="5034810"/>
          </a:xfrm>
          <a:custGeom>
            <a:avLst/>
            <a:gdLst/>
            <a:ahLst/>
            <a:cxnLst/>
            <a:rect l="l" t="t" r="r" b="b"/>
            <a:pathLst>
              <a:path w="9031048" h="5034810">
                <a:moveTo>
                  <a:pt x="0" y="0"/>
                </a:moveTo>
                <a:lnTo>
                  <a:pt x="9031048" y="0"/>
                </a:lnTo>
                <a:lnTo>
                  <a:pt x="9031048" y="5034810"/>
                </a:lnTo>
                <a:lnTo>
                  <a:pt x="0" y="5034810"/>
                </a:lnTo>
                <a:lnTo>
                  <a:pt x="0" y="0"/>
                </a:lnTo>
                <a:close/>
              </a:path>
            </a:pathLst>
          </a:custGeom>
          <a:blipFill>
            <a:blip r:embed="rId4"/>
            <a:stretch>
              <a:fillRect/>
            </a:stretch>
          </a:blipFill>
        </p:spPr>
      </p:sp>
      <p:sp>
        <p:nvSpPr>
          <p:cNvPr id="5" name="Freeform 5"/>
          <p:cNvSpPr/>
          <p:nvPr/>
        </p:nvSpPr>
        <p:spPr>
          <a:xfrm>
            <a:off x="13982787" y="-1219382"/>
            <a:ext cx="9031048" cy="5034810"/>
          </a:xfrm>
          <a:custGeom>
            <a:avLst/>
            <a:gdLst/>
            <a:ahLst/>
            <a:cxnLst/>
            <a:rect l="l" t="t" r="r" b="b"/>
            <a:pathLst>
              <a:path w="9031048" h="5034810">
                <a:moveTo>
                  <a:pt x="0" y="0"/>
                </a:moveTo>
                <a:lnTo>
                  <a:pt x="9031048" y="0"/>
                </a:lnTo>
                <a:lnTo>
                  <a:pt x="9031048" y="5034810"/>
                </a:lnTo>
                <a:lnTo>
                  <a:pt x="0" y="5034810"/>
                </a:lnTo>
                <a:lnTo>
                  <a:pt x="0" y="0"/>
                </a:lnTo>
                <a:close/>
              </a:path>
            </a:pathLst>
          </a:custGeom>
          <a:blipFill>
            <a:blip r:embed="rId4"/>
            <a:stretch>
              <a:fillRect/>
            </a:stretch>
          </a:blipFill>
        </p:spPr>
      </p:sp>
      <p:sp>
        <p:nvSpPr>
          <p:cNvPr id="6" name="Freeform 6"/>
          <p:cNvSpPr/>
          <p:nvPr/>
        </p:nvSpPr>
        <p:spPr>
          <a:xfrm rot="1081101" flipH="1">
            <a:off x="11900818" y="1611177"/>
            <a:ext cx="10716964" cy="1888865"/>
          </a:xfrm>
          <a:custGeom>
            <a:avLst/>
            <a:gdLst/>
            <a:ahLst/>
            <a:cxnLst/>
            <a:rect l="l" t="t" r="r" b="b"/>
            <a:pathLst>
              <a:path w="10716964" h="1888865">
                <a:moveTo>
                  <a:pt x="10716964" y="0"/>
                </a:moveTo>
                <a:lnTo>
                  <a:pt x="0" y="0"/>
                </a:lnTo>
                <a:lnTo>
                  <a:pt x="0" y="1888865"/>
                </a:lnTo>
                <a:lnTo>
                  <a:pt x="10716964" y="1888865"/>
                </a:lnTo>
                <a:lnTo>
                  <a:pt x="10716964" y="0"/>
                </a:lnTo>
                <a:close/>
              </a:path>
            </a:pathLst>
          </a:custGeom>
          <a:blipFill>
            <a:blip r:embed="rId5"/>
            <a:stretch>
              <a:fillRect/>
            </a:stretch>
          </a:blipFill>
        </p:spPr>
      </p:sp>
      <p:sp>
        <p:nvSpPr>
          <p:cNvPr id="7" name="Freeform 7"/>
          <p:cNvSpPr/>
          <p:nvPr/>
        </p:nvSpPr>
        <p:spPr>
          <a:xfrm flipH="1">
            <a:off x="9105741" y="1649909"/>
            <a:ext cx="9182259" cy="8229600"/>
          </a:xfrm>
          <a:custGeom>
            <a:avLst/>
            <a:gdLst/>
            <a:ahLst/>
            <a:cxnLst/>
            <a:rect l="l" t="t" r="r" b="b"/>
            <a:pathLst>
              <a:path w="9182259" h="8229600">
                <a:moveTo>
                  <a:pt x="9182259" y="0"/>
                </a:moveTo>
                <a:lnTo>
                  <a:pt x="0" y="0"/>
                </a:lnTo>
                <a:lnTo>
                  <a:pt x="0" y="8229600"/>
                </a:lnTo>
                <a:lnTo>
                  <a:pt x="9182259" y="8229600"/>
                </a:lnTo>
                <a:lnTo>
                  <a:pt x="9182259" y="0"/>
                </a:lnTo>
                <a:close/>
              </a:path>
            </a:pathLst>
          </a:custGeom>
          <a:blipFill>
            <a:blip r:embed="rId6"/>
            <a:stretch>
              <a:fillRect/>
            </a:stretch>
          </a:blipFill>
        </p:spPr>
      </p:sp>
      <p:grpSp>
        <p:nvGrpSpPr>
          <p:cNvPr id="8" name="Group 8"/>
          <p:cNvGrpSpPr/>
          <p:nvPr/>
        </p:nvGrpSpPr>
        <p:grpSpPr>
          <a:xfrm>
            <a:off x="-935130" y="-306974"/>
            <a:ext cx="12806608" cy="10918374"/>
            <a:chOff x="0" y="0"/>
            <a:chExt cx="1145018" cy="976194"/>
          </a:xfrm>
        </p:grpSpPr>
        <p:sp>
          <p:nvSpPr>
            <p:cNvPr id="9" name="Freeform 9"/>
            <p:cNvSpPr/>
            <p:nvPr/>
          </p:nvSpPr>
          <p:spPr>
            <a:xfrm>
              <a:off x="0" y="0"/>
              <a:ext cx="1145018" cy="976194"/>
            </a:xfrm>
            <a:custGeom>
              <a:avLst/>
              <a:gdLst/>
              <a:ahLst/>
              <a:cxnLst/>
              <a:rect l="l" t="t" r="r" b="b"/>
              <a:pathLst>
                <a:path w="1145018" h="976194">
                  <a:moveTo>
                    <a:pt x="11807" y="0"/>
                  </a:moveTo>
                  <a:lnTo>
                    <a:pt x="1133211" y="0"/>
                  </a:lnTo>
                  <a:cubicBezTo>
                    <a:pt x="1136343" y="0"/>
                    <a:pt x="1139346" y="1244"/>
                    <a:pt x="1141560" y="3458"/>
                  </a:cubicBezTo>
                  <a:cubicBezTo>
                    <a:pt x="1143774" y="5672"/>
                    <a:pt x="1145018" y="8676"/>
                    <a:pt x="1145018" y="11807"/>
                  </a:cubicBezTo>
                  <a:lnTo>
                    <a:pt x="1145018" y="964387"/>
                  </a:lnTo>
                  <a:cubicBezTo>
                    <a:pt x="1145018" y="970908"/>
                    <a:pt x="1139732" y="976194"/>
                    <a:pt x="1133211" y="976194"/>
                  </a:cubicBezTo>
                  <a:lnTo>
                    <a:pt x="11807" y="976194"/>
                  </a:lnTo>
                  <a:cubicBezTo>
                    <a:pt x="5286" y="976194"/>
                    <a:pt x="0" y="970908"/>
                    <a:pt x="0" y="964387"/>
                  </a:cubicBezTo>
                  <a:lnTo>
                    <a:pt x="0" y="11807"/>
                  </a:lnTo>
                  <a:cubicBezTo>
                    <a:pt x="0" y="5286"/>
                    <a:pt x="5286" y="0"/>
                    <a:pt x="11807" y="0"/>
                  </a:cubicBezTo>
                  <a:close/>
                </a:path>
              </a:pathLst>
            </a:custGeom>
            <a:gradFill rotWithShape="1">
              <a:gsLst>
                <a:gs pos="0">
                  <a:srgbClr val="FFFCFC">
                    <a:alpha val="69000"/>
                  </a:srgbClr>
                </a:gs>
                <a:gs pos="100000">
                  <a:srgbClr val="FFFFFF">
                    <a:alpha val="40000"/>
                  </a:srgbClr>
                </a:gs>
              </a:gsLst>
              <a:lin ang="0"/>
            </a:gradFill>
          </p:spPr>
        </p:sp>
        <p:sp>
          <p:nvSpPr>
            <p:cNvPr id="10" name="TextBox 10"/>
            <p:cNvSpPr txBox="1"/>
            <p:nvPr/>
          </p:nvSpPr>
          <p:spPr>
            <a:xfrm>
              <a:off x="0" y="-38100"/>
              <a:ext cx="1145018" cy="1014294"/>
            </a:xfrm>
            <a:prstGeom prst="rect">
              <a:avLst/>
            </a:prstGeom>
          </p:spPr>
          <p:txBody>
            <a:bodyPr lIns="50800" tIns="50800" rIns="50800" bIns="50800" rtlCol="0" anchor="ctr"/>
            <a:lstStyle/>
            <a:p>
              <a:pPr algn="ctr">
                <a:lnSpc>
                  <a:spcPts val="3360"/>
                </a:lnSpc>
              </a:pPr>
              <a:endParaRPr/>
            </a:p>
          </p:txBody>
        </p:sp>
      </p:grpSp>
      <p:sp>
        <p:nvSpPr>
          <p:cNvPr id="11" name="Freeform 11"/>
          <p:cNvSpPr/>
          <p:nvPr/>
        </p:nvSpPr>
        <p:spPr>
          <a:xfrm>
            <a:off x="-5431787" y="6739879"/>
            <a:ext cx="9695070" cy="3871521"/>
          </a:xfrm>
          <a:custGeom>
            <a:avLst/>
            <a:gdLst/>
            <a:ahLst/>
            <a:cxnLst/>
            <a:rect l="l" t="t" r="r" b="b"/>
            <a:pathLst>
              <a:path w="9695070" h="3871521">
                <a:moveTo>
                  <a:pt x="0" y="0"/>
                </a:moveTo>
                <a:lnTo>
                  <a:pt x="9695070" y="0"/>
                </a:lnTo>
                <a:lnTo>
                  <a:pt x="9695070" y="3871521"/>
                </a:lnTo>
                <a:lnTo>
                  <a:pt x="0" y="3871521"/>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2" name="Freeform 12"/>
          <p:cNvSpPr/>
          <p:nvPr/>
        </p:nvSpPr>
        <p:spPr>
          <a:xfrm rot="-815736">
            <a:off x="813304" y="8084827"/>
            <a:ext cx="1529826" cy="2963343"/>
          </a:xfrm>
          <a:custGeom>
            <a:avLst/>
            <a:gdLst/>
            <a:ahLst/>
            <a:cxnLst/>
            <a:rect l="l" t="t" r="r" b="b"/>
            <a:pathLst>
              <a:path w="1529826" h="2963343">
                <a:moveTo>
                  <a:pt x="0" y="0"/>
                </a:moveTo>
                <a:lnTo>
                  <a:pt x="1529826" y="0"/>
                </a:lnTo>
                <a:lnTo>
                  <a:pt x="1529826" y="2963343"/>
                </a:lnTo>
                <a:lnTo>
                  <a:pt x="0" y="2963343"/>
                </a:lnTo>
                <a:lnTo>
                  <a:pt x="0" y="0"/>
                </a:lnTo>
                <a:close/>
              </a:path>
            </a:pathLst>
          </a:custGeom>
          <a:blipFill>
            <a:blip r:embed="rId8"/>
            <a:stretch>
              <a:fillRect/>
            </a:stretch>
          </a:blipFill>
        </p:spPr>
      </p:sp>
      <p:sp>
        <p:nvSpPr>
          <p:cNvPr id="13" name="Freeform 13"/>
          <p:cNvSpPr/>
          <p:nvPr/>
        </p:nvSpPr>
        <p:spPr>
          <a:xfrm rot="-5400000" flipV="1">
            <a:off x="-1191422" y="-3620208"/>
            <a:ext cx="5359527" cy="8229600"/>
          </a:xfrm>
          <a:custGeom>
            <a:avLst/>
            <a:gdLst/>
            <a:ahLst/>
            <a:cxnLst/>
            <a:rect l="l" t="t" r="r" b="b"/>
            <a:pathLst>
              <a:path w="5359527" h="8229600">
                <a:moveTo>
                  <a:pt x="0" y="8229600"/>
                </a:moveTo>
                <a:lnTo>
                  <a:pt x="5359527" y="8229600"/>
                </a:lnTo>
                <a:lnTo>
                  <a:pt x="5359527" y="0"/>
                </a:lnTo>
                <a:lnTo>
                  <a:pt x="0" y="0"/>
                </a:lnTo>
                <a:lnTo>
                  <a:pt x="0" y="8229600"/>
                </a:lnTo>
                <a:close/>
              </a:path>
            </a:pathLst>
          </a:custGeom>
          <a:blipFill>
            <a:blip r:embed="rId9"/>
            <a:stretch>
              <a:fillRect/>
            </a:stretch>
          </a:blipFill>
        </p:spPr>
      </p:sp>
      <p:grpSp>
        <p:nvGrpSpPr>
          <p:cNvPr id="14" name="Group 14"/>
          <p:cNvGrpSpPr/>
          <p:nvPr/>
        </p:nvGrpSpPr>
        <p:grpSpPr>
          <a:xfrm rot="-10800000">
            <a:off x="-584252" y="-306974"/>
            <a:ext cx="12048217" cy="10918374"/>
            <a:chOff x="0" y="0"/>
            <a:chExt cx="1702907" cy="1543214"/>
          </a:xfrm>
        </p:grpSpPr>
        <p:sp>
          <p:nvSpPr>
            <p:cNvPr id="15" name="Freeform 15"/>
            <p:cNvSpPr/>
            <p:nvPr/>
          </p:nvSpPr>
          <p:spPr>
            <a:xfrm>
              <a:off x="0" y="0"/>
              <a:ext cx="1702907" cy="1543214"/>
            </a:xfrm>
            <a:custGeom>
              <a:avLst/>
              <a:gdLst/>
              <a:ahLst/>
              <a:cxnLst/>
              <a:rect l="l" t="t" r="r" b="b"/>
              <a:pathLst>
                <a:path w="1702907" h="1543214">
                  <a:moveTo>
                    <a:pt x="12550" y="0"/>
                  </a:moveTo>
                  <a:lnTo>
                    <a:pt x="1690356" y="0"/>
                  </a:lnTo>
                  <a:cubicBezTo>
                    <a:pt x="1693685" y="0"/>
                    <a:pt x="1696877" y="1322"/>
                    <a:pt x="1699231" y="3676"/>
                  </a:cubicBezTo>
                  <a:cubicBezTo>
                    <a:pt x="1701584" y="6030"/>
                    <a:pt x="1702907" y="9222"/>
                    <a:pt x="1702907" y="12550"/>
                  </a:cubicBezTo>
                  <a:lnTo>
                    <a:pt x="1702907" y="1530663"/>
                  </a:lnTo>
                  <a:cubicBezTo>
                    <a:pt x="1702907" y="1537595"/>
                    <a:pt x="1697287" y="1543214"/>
                    <a:pt x="1690356" y="1543214"/>
                  </a:cubicBezTo>
                  <a:lnTo>
                    <a:pt x="12550" y="1543214"/>
                  </a:lnTo>
                  <a:cubicBezTo>
                    <a:pt x="5619" y="1543214"/>
                    <a:pt x="0" y="1537595"/>
                    <a:pt x="0" y="1530663"/>
                  </a:cubicBezTo>
                  <a:lnTo>
                    <a:pt x="0" y="12550"/>
                  </a:lnTo>
                  <a:cubicBezTo>
                    <a:pt x="0" y="5619"/>
                    <a:pt x="5619" y="0"/>
                    <a:pt x="12550" y="0"/>
                  </a:cubicBezTo>
                  <a:close/>
                </a:path>
              </a:pathLst>
            </a:custGeom>
            <a:gradFill rotWithShape="1">
              <a:gsLst>
                <a:gs pos="0">
                  <a:srgbClr val="FFFCFC">
                    <a:alpha val="69000"/>
                  </a:srgbClr>
                </a:gs>
                <a:gs pos="100000">
                  <a:srgbClr val="FFFFFF">
                    <a:alpha val="40000"/>
                  </a:srgbClr>
                </a:gs>
              </a:gsLst>
              <a:lin ang="0"/>
            </a:gradFill>
          </p:spPr>
        </p:sp>
        <p:sp>
          <p:nvSpPr>
            <p:cNvPr id="16" name="TextBox 16"/>
            <p:cNvSpPr txBox="1"/>
            <p:nvPr/>
          </p:nvSpPr>
          <p:spPr>
            <a:xfrm>
              <a:off x="0" y="-38100"/>
              <a:ext cx="1702907" cy="1581314"/>
            </a:xfrm>
            <a:prstGeom prst="rect">
              <a:avLst/>
            </a:prstGeom>
          </p:spPr>
          <p:txBody>
            <a:bodyPr lIns="50800" tIns="50800" rIns="50800" bIns="50800" rtlCol="0" anchor="ctr"/>
            <a:lstStyle/>
            <a:p>
              <a:pPr algn="ctr">
                <a:lnSpc>
                  <a:spcPts val="3360"/>
                </a:lnSpc>
              </a:pPr>
              <a:endParaRPr/>
            </a:p>
          </p:txBody>
        </p:sp>
      </p:grpSp>
      <p:sp>
        <p:nvSpPr>
          <p:cNvPr id="17" name="Freeform 17"/>
          <p:cNvSpPr/>
          <p:nvPr/>
        </p:nvSpPr>
        <p:spPr>
          <a:xfrm rot="-890463">
            <a:off x="11043348" y="384062"/>
            <a:ext cx="841235" cy="2250795"/>
          </a:xfrm>
          <a:custGeom>
            <a:avLst/>
            <a:gdLst/>
            <a:ahLst/>
            <a:cxnLst/>
            <a:rect l="l" t="t" r="r" b="b"/>
            <a:pathLst>
              <a:path w="841235" h="2250795">
                <a:moveTo>
                  <a:pt x="0" y="0"/>
                </a:moveTo>
                <a:lnTo>
                  <a:pt x="841234" y="0"/>
                </a:lnTo>
                <a:lnTo>
                  <a:pt x="841234" y="2250795"/>
                </a:lnTo>
                <a:lnTo>
                  <a:pt x="0" y="2250795"/>
                </a:lnTo>
                <a:lnTo>
                  <a:pt x="0" y="0"/>
                </a:lnTo>
                <a:close/>
              </a:path>
            </a:pathLst>
          </a:custGeom>
          <a:blipFill>
            <a:blip r:embed="rId10"/>
            <a:stretch>
              <a:fillRect/>
            </a:stretch>
          </a:blipFill>
        </p:spPr>
      </p:sp>
      <p:sp>
        <p:nvSpPr>
          <p:cNvPr id="18" name="TextBox 18"/>
          <p:cNvSpPr txBox="1"/>
          <p:nvPr/>
        </p:nvSpPr>
        <p:spPr>
          <a:xfrm>
            <a:off x="1726392" y="-15135"/>
            <a:ext cx="7753498" cy="2199748"/>
          </a:xfrm>
          <a:prstGeom prst="rect">
            <a:avLst/>
          </a:prstGeom>
        </p:spPr>
        <p:txBody>
          <a:bodyPr lIns="0" tIns="0" rIns="0" bIns="0" rtlCol="0" anchor="t">
            <a:spAutoFit/>
          </a:bodyPr>
          <a:lstStyle/>
          <a:p>
            <a:pPr marL="679644" lvl="1" algn="l">
              <a:lnSpc>
                <a:spcPts val="8814"/>
              </a:lnSpc>
              <a:spcBef>
                <a:spcPct val="0"/>
              </a:spcBef>
            </a:pPr>
            <a:r>
              <a:rPr lang="en-US" sz="6295">
                <a:solidFill>
                  <a:srgbClr val="01544A"/>
                </a:solidFill>
                <a:latin typeface="Cheering Section"/>
                <a:ea typeface="Cheering Section"/>
                <a:cs typeface="Cheering Section"/>
                <a:sym typeface="Cheering Section"/>
              </a:rPr>
              <a:t>4. Mô hình Nhà máy điện tương lai</a:t>
            </a:r>
          </a:p>
        </p:txBody>
      </p:sp>
      <p:grpSp>
        <p:nvGrpSpPr>
          <p:cNvPr id="19" name="Group 19"/>
          <p:cNvGrpSpPr/>
          <p:nvPr/>
        </p:nvGrpSpPr>
        <p:grpSpPr>
          <a:xfrm>
            <a:off x="486445" y="2364760"/>
            <a:ext cx="10282676" cy="2265719"/>
            <a:chOff x="0" y="0"/>
            <a:chExt cx="2079907" cy="458294"/>
          </a:xfrm>
        </p:grpSpPr>
        <p:sp>
          <p:nvSpPr>
            <p:cNvPr id="20" name="Freeform 20"/>
            <p:cNvSpPr/>
            <p:nvPr/>
          </p:nvSpPr>
          <p:spPr>
            <a:xfrm>
              <a:off x="0" y="0"/>
              <a:ext cx="2079907" cy="458294"/>
            </a:xfrm>
            <a:custGeom>
              <a:avLst/>
              <a:gdLst/>
              <a:ahLst/>
              <a:cxnLst/>
              <a:rect l="l" t="t" r="r" b="b"/>
              <a:pathLst>
                <a:path w="2079907" h="458294">
                  <a:moveTo>
                    <a:pt x="14705" y="0"/>
                  </a:moveTo>
                  <a:lnTo>
                    <a:pt x="2065202" y="0"/>
                  </a:lnTo>
                  <a:cubicBezTo>
                    <a:pt x="2069102" y="0"/>
                    <a:pt x="2072842" y="1549"/>
                    <a:pt x="2075600" y="4307"/>
                  </a:cubicBezTo>
                  <a:cubicBezTo>
                    <a:pt x="2078358" y="7065"/>
                    <a:pt x="2079907" y="10805"/>
                    <a:pt x="2079907" y="14705"/>
                  </a:cubicBezTo>
                  <a:lnTo>
                    <a:pt x="2079907" y="443588"/>
                  </a:lnTo>
                  <a:cubicBezTo>
                    <a:pt x="2079907" y="451710"/>
                    <a:pt x="2073323" y="458294"/>
                    <a:pt x="2065202" y="458294"/>
                  </a:cubicBezTo>
                  <a:lnTo>
                    <a:pt x="14705" y="458294"/>
                  </a:lnTo>
                  <a:cubicBezTo>
                    <a:pt x="10805" y="458294"/>
                    <a:pt x="7065" y="456744"/>
                    <a:pt x="4307" y="453987"/>
                  </a:cubicBezTo>
                  <a:cubicBezTo>
                    <a:pt x="1549" y="451229"/>
                    <a:pt x="0" y="447488"/>
                    <a:pt x="0" y="443588"/>
                  </a:cubicBezTo>
                  <a:lnTo>
                    <a:pt x="0" y="14705"/>
                  </a:lnTo>
                  <a:cubicBezTo>
                    <a:pt x="0" y="6584"/>
                    <a:pt x="6584" y="0"/>
                    <a:pt x="14705" y="0"/>
                  </a:cubicBezTo>
                  <a:close/>
                </a:path>
              </a:pathLst>
            </a:custGeom>
            <a:solidFill>
              <a:srgbClr val="8BB94F"/>
            </a:solidFill>
          </p:spPr>
        </p:sp>
        <p:sp>
          <p:nvSpPr>
            <p:cNvPr id="21" name="TextBox 21"/>
            <p:cNvSpPr txBox="1"/>
            <p:nvPr/>
          </p:nvSpPr>
          <p:spPr>
            <a:xfrm>
              <a:off x="0" y="-38100"/>
              <a:ext cx="2079907" cy="496394"/>
            </a:xfrm>
            <a:prstGeom prst="rect">
              <a:avLst/>
            </a:prstGeom>
          </p:spPr>
          <p:txBody>
            <a:bodyPr lIns="56476" tIns="56476" rIns="56476" bIns="56476" rtlCol="0" anchor="ctr"/>
            <a:lstStyle/>
            <a:p>
              <a:pPr algn="ctr">
                <a:lnSpc>
                  <a:spcPts val="3360"/>
                </a:lnSpc>
              </a:pPr>
              <a:endParaRPr/>
            </a:p>
          </p:txBody>
        </p:sp>
      </p:grpSp>
      <p:grpSp>
        <p:nvGrpSpPr>
          <p:cNvPr id="22" name="Group 22"/>
          <p:cNvGrpSpPr/>
          <p:nvPr/>
        </p:nvGrpSpPr>
        <p:grpSpPr>
          <a:xfrm>
            <a:off x="526206" y="4811454"/>
            <a:ext cx="5076935" cy="5068055"/>
            <a:chOff x="0" y="0"/>
            <a:chExt cx="1026927" cy="1025130"/>
          </a:xfrm>
        </p:grpSpPr>
        <p:sp>
          <p:nvSpPr>
            <p:cNvPr id="23" name="Freeform 23"/>
            <p:cNvSpPr/>
            <p:nvPr/>
          </p:nvSpPr>
          <p:spPr>
            <a:xfrm>
              <a:off x="0" y="0"/>
              <a:ext cx="1026927" cy="1025130"/>
            </a:xfrm>
            <a:custGeom>
              <a:avLst/>
              <a:gdLst/>
              <a:ahLst/>
              <a:cxnLst/>
              <a:rect l="l" t="t" r="r" b="b"/>
              <a:pathLst>
                <a:path w="1026927" h="1025130">
                  <a:moveTo>
                    <a:pt x="29784" y="0"/>
                  </a:moveTo>
                  <a:lnTo>
                    <a:pt x="997143" y="0"/>
                  </a:lnTo>
                  <a:cubicBezTo>
                    <a:pt x="1013592" y="0"/>
                    <a:pt x="1026927" y="13335"/>
                    <a:pt x="1026927" y="29784"/>
                  </a:cubicBezTo>
                  <a:lnTo>
                    <a:pt x="1026927" y="995347"/>
                  </a:lnTo>
                  <a:cubicBezTo>
                    <a:pt x="1026927" y="1003246"/>
                    <a:pt x="1023789" y="1010821"/>
                    <a:pt x="1018203" y="1016407"/>
                  </a:cubicBezTo>
                  <a:cubicBezTo>
                    <a:pt x="1012618" y="1021992"/>
                    <a:pt x="1005042" y="1025130"/>
                    <a:pt x="997143" y="1025130"/>
                  </a:cubicBezTo>
                  <a:lnTo>
                    <a:pt x="29784" y="1025130"/>
                  </a:lnTo>
                  <a:cubicBezTo>
                    <a:pt x="13335" y="1025130"/>
                    <a:pt x="0" y="1011796"/>
                    <a:pt x="0" y="995347"/>
                  </a:cubicBezTo>
                  <a:lnTo>
                    <a:pt x="0" y="29784"/>
                  </a:lnTo>
                  <a:cubicBezTo>
                    <a:pt x="0" y="21884"/>
                    <a:pt x="3138" y="14309"/>
                    <a:pt x="8723" y="8723"/>
                  </a:cubicBezTo>
                  <a:cubicBezTo>
                    <a:pt x="14309" y="3138"/>
                    <a:pt x="21884" y="0"/>
                    <a:pt x="29784" y="0"/>
                  </a:cubicBezTo>
                  <a:close/>
                </a:path>
              </a:pathLst>
            </a:custGeom>
            <a:solidFill>
              <a:srgbClr val="8BB94F"/>
            </a:solidFill>
          </p:spPr>
        </p:sp>
        <p:sp>
          <p:nvSpPr>
            <p:cNvPr id="24" name="TextBox 24"/>
            <p:cNvSpPr txBox="1"/>
            <p:nvPr/>
          </p:nvSpPr>
          <p:spPr>
            <a:xfrm>
              <a:off x="0" y="-38100"/>
              <a:ext cx="1026927" cy="1063230"/>
            </a:xfrm>
            <a:prstGeom prst="rect">
              <a:avLst/>
            </a:prstGeom>
          </p:spPr>
          <p:txBody>
            <a:bodyPr lIns="56476" tIns="56476" rIns="56476" bIns="56476" rtlCol="0" anchor="ctr"/>
            <a:lstStyle/>
            <a:p>
              <a:pPr algn="ctr">
                <a:lnSpc>
                  <a:spcPts val="3360"/>
                </a:lnSpc>
              </a:pPr>
              <a:endParaRPr/>
            </a:p>
          </p:txBody>
        </p:sp>
      </p:grpSp>
      <p:grpSp>
        <p:nvGrpSpPr>
          <p:cNvPr id="25" name="Group 25"/>
          <p:cNvGrpSpPr/>
          <p:nvPr/>
        </p:nvGrpSpPr>
        <p:grpSpPr>
          <a:xfrm>
            <a:off x="5805301" y="4811454"/>
            <a:ext cx="4963820" cy="5068055"/>
            <a:chOff x="0" y="0"/>
            <a:chExt cx="1004046" cy="1025130"/>
          </a:xfrm>
        </p:grpSpPr>
        <p:sp>
          <p:nvSpPr>
            <p:cNvPr id="26" name="Freeform 26"/>
            <p:cNvSpPr/>
            <p:nvPr/>
          </p:nvSpPr>
          <p:spPr>
            <a:xfrm>
              <a:off x="0" y="0"/>
              <a:ext cx="1004046" cy="1025130"/>
            </a:xfrm>
            <a:custGeom>
              <a:avLst/>
              <a:gdLst/>
              <a:ahLst/>
              <a:cxnLst/>
              <a:rect l="l" t="t" r="r" b="b"/>
              <a:pathLst>
                <a:path w="1004046" h="1025130">
                  <a:moveTo>
                    <a:pt x="30462" y="0"/>
                  </a:moveTo>
                  <a:lnTo>
                    <a:pt x="973584" y="0"/>
                  </a:lnTo>
                  <a:cubicBezTo>
                    <a:pt x="981663" y="0"/>
                    <a:pt x="989411" y="3209"/>
                    <a:pt x="995124" y="8922"/>
                  </a:cubicBezTo>
                  <a:cubicBezTo>
                    <a:pt x="1000837" y="14635"/>
                    <a:pt x="1004046" y="22383"/>
                    <a:pt x="1004046" y="30462"/>
                  </a:cubicBezTo>
                  <a:lnTo>
                    <a:pt x="1004046" y="994668"/>
                  </a:lnTo>
                  <a:cubicBezTo>
                    <a:pt x="1004046" y="1002747"/>
                    <a:pt x="1000837" y="1010495"/>
                    <a:pt x="995124" y="1016208"/>
                  </a:cubicBezTo>
                  <a:cubicBezTo>
                    <a:pt x="989411" y="1021921"/>
                    <a:pt x="981663" y="1025130"/>
                    <a:pt x="973584" y="1025130"/>
                  </a:cubicBezTo>
                  <a:lnTo>
                    <a:pt x="30462" y="1025130"/>
                  </a:lnTo>
                  <a:cubicBezTo>
                    <a:pt x="22383" y="1025130"/>
                    <a:pt x="14635" y="1021921"/>
                    <a:pt x="8922" y="1016208"/>
                  </a:cubicBezTo>
                  <a:cubicBezTo>
                    <a:pt x="3209" y="1010495"/>
                    <a:pt x="0" y="1002747"/>
                    <a:pt x="0" y="994668"/>
                  </a:cubicBezTo>
                  <a:lnTo>
                    <a:pt x="0" y="30462"/>
                  </a:lnTo>
                  <a:cubicBezTo>
                    <a:pt x="0" y="22383"/>
                    <a:pt x="3209" y="14635"/>
                    <a:pt x="8922" y="8922"/>
                  </a:cubicBezTo>
                  <a:cubicBezTo>
                    <a:pt x="14635" y="3209"/>
                    <a:pt x="22383" y="0"/>
                    <a:pt x="30462" y="0"/>
                  </a:cubicBezTo>
                  <a:close/>
                </a:path>
              </a:pathLst>
            </a:custGeom>
            <a:solidFill>
              <a:srgbClr val="8BB94F"/>
            </a:solidFill>
          </p:spPr>
        </p:sp>
        <p:sp>
          <p:nvSpPr>
            <p:cNvPr id="27" name="TextBox 27"/>
            <p:cNvSpPr txBox="1"/>
            <p:nvPr/>
          </p:nvSpPr>
          <p:spPr>
            <a:xfrm>
              <a:off x="0" y="-38100"/>
              <a:ext cx="1004046" cy="1063230"/>
            </a:xfrm>
            <a:prstGeom prst="rect">
              <a:avLst/>
            </a:prstGeom>
          </p:spPr>
          <p:txBody>
            <a:bodyPr lIns="56476" tIns="56476" rIns="56476" bIns="56476" rtlCol="0" anchor="ctr"/>
            <a:lstStyle/>
            <a:p>
              <a:pPr algn="ctr">
                <a:lnSpc>
                  <a:spcPts val="3360"/>
                </a:lnSpc>
              </a:pPr>
              <a:endParaRPr/>
            </a:p>
          </p:txBody>
        </p:sp>
      </p:grpSp>
      <p:sp>
        <p:nvSpPr>
          <p:cNvPr id="28" name="TextBox 28"/>
          <p:cNvSpPr txBox="1"/>
          <p:nvPr/>
        </p:nvSpPr>
        <p:spPr>
          <a:xfrm>
            <a:off x="1351695" y="2638375"/>
            <a:ext cx="8552177" cy="1652642"/>
          </a:xfrm>
          <a:prstGeom prst="rect">
            <a:avLst/>
          </a:prstGeom>
        </p:spPr>
        <p:txBody>
          <a:bodyPr lIns="0" tIns="0" rIns="0" bIns="0" rtlCol="0" anchor="t">
            <a:spAutoFit/>
          </a:bodyPr>
          <a:lstStyle/>
          <a:p>
            <a:pPr algn="ctr">
              <a:lnSpc>
                <a:spcPts val="4445"/>
              </a:lnSpc>
              <a:spcBef>
                <a:spcPct val="0"/>
              </a:spcBef>
            </a:pPr>
            <a:r>
              <a:rPr lang="en-US" sz="3175" b="1">
                <a:solidFill>
                  <a:srgbClr val="FFFFFF"/>
                </a:solidFill>
                <a:latin typeface="Mali Bold"/>
                <a:ea typeface="Mali Bold"/>
                <a:cs typeface="Mali Bold"/>
                <a:sym typeface="Mali Bold"/>
              </a:rPr>
              <a:t>Tích hợp lưu trữ (BESS): </a:t>
            </a:r>
            <a:r>
              <a:rPr lang="en-US" sz="3175" b="1">
                <a:solidFill>
                  <a:srgbClr val="FFFFFF"/>
                </a:solidFill>
                <a:latin typeface="Mali Medium"/>
                <a:ea typeface="Mali Medium"/>
                <a:cs typeface="Mali Medium"/>
                <a:sym typeface="Mali Medium"/>
              </a:rPr>
              <a:t>Kết hợp điện mặt trời/gió với hệ thống pin lưu trữ để ổn định nguồn cấp.</a:t>
            </a:r>
          </a:p>
        </p:txBody>
      </p:sp>
      <p:sp>
        <p:nvSpPr>
          <p:cNvPr id="29" name="TextBox 29"/>
          <p:cNvSpPr txBox="1"/>
          <p:nvPr/>
        </p:nvSpPr>
        <p:spPr>
          <a:xfrm>
            <a:off x="896091" y="5984025"/>
            <a:ext cx="4337166" cy="2795778"/>
          </a:xfrm>
          <a:prstGeom prst="rect">
            <a:avLst/>
          </a:prstGeom>
        </p:spPr>
        <p:txBody>
          <a:bodyPr lIns="0" tIns="0" rIns="0" bIns="0" rtlCol="0" anchor="t">
            <a:spAutoFit/>
          </a:bodyPr>
          <a:lstStyle/>
          <a:p>
            <a:pPr algn="ctr">
              <a:lnSpc>
                <a:spcPts val="4452"/>
              </a:lnSpc>
              <a:spcBef>
                <a:spcPct val="0"/>
              </a:spcBef>
            </a:pPr>
            <a:r>
              <a:rPr lang="en-US" sz="3179" b="1">
                <a:solidFill>
                  <a:srgbClr val="FFFFFF"/>
                </a:solidFill>
                <a:latin typeface="Mali Bold"/>
                <a:ea typeface="Mali Bold"/>
                <a:cs typeface="Mali Bold"/>
                <a:sym typeface="Mali Bold"/>
              </a:rPr>
              <a:t>Công nghệ thông minh: </a:t>
            </a:r>
            <a:r>
              <a:rPr lang="en-US" sz="3179" b="1">
                <a:solidFill>
                  <a:srgbClr val="FFFFFF"/>
                </a:solidFill>
                <a:latin typeface="Mali Medium"/>
                <a:ea typeface="Mali Medium"/>
                <a:cs typeface="Mali Medium"/>
                <a:sym typeface="Mali Medium"/>
              </a:rPr>
              <a:t>Ứng dụng công nghệ hiện đại trong điều hành và tối ưu hiệu suất.</a:t>
            </a:r>
          </a:p>
        </p:txBody>
      </p:sp>
      <p:sp>
        <p:nvSpPr>
          <p:cNvPr id="30" name="TextBox 30"/>
          <p:cNvSpPr txBox="1"/>
          <p:nvPr/>
        </p:nvSpPr>
        <p:spPr>
          <a:xfrm>
            <a:off x="6203465" y="5703037"/>
            <a:ext cx="4167493" cy="3357753"/>
          </a:xfrm>
          <a:prstGeom prst="rect">
            <a:avLst/>
          </a:prstGeom>
        </p:spPr>
        <p:txBody>
          <a:bodyPr lIns="0" tIns="0" rIns="0" bIns="0" rtlCol="0" anchor="t">
            <a:spAutoFit/>
          </a:bodyPr>
          <a:lstStyle/>
          <a:p>
            <a:pPr algn="ctr">
              <a:lnSpc>
                <a:spcPts val="4452"/>
              </a:lnSpc>
              <a:spcBef>
                <a:spcPct val="0"/>
              </a:spcBef>
            </a:pPr>
            <a:r>
              <a:rPr lang="en-US" sz="3179" b="1">
                <a:solidFill>
                  <a:srgbClr val="FFFFFF"/>
                </a:solidFill>
                <a:latin typeface="Mali Bold"/>
                <a:ea typeface="Mali Bold"/>
                <a:cs typeface="Mali Bold"/>
                <a:sym typeface="Mali Bold"/>
              </a:rPr>
              <a:t>Tăng trưởng xanh: </a:t>
            </a:r>
            <a:r>
              <a:rPr lang="en-US" sz="3179" b="1">
                <a:solidFill>
                  <a:srgbClr val="FFFFFF"/>
                </a:solidFill>
                <a:latin typeface="Mali Medium"/>
                <a:ea typeface="Mali Medium"/>
                <a:cs typeface="Mali Medium"/>
                <a:sym typeface="Mali Medium"/>
              </a:rPr>
              <a:t>Tận dụng tối đa phụ phẩm nông nghiệp, sử dụng đất hợp lý và bảo vệ môi trường.</a:t>
            </a:r>
          </a:p>
        </p:txBody>
      </p:sp>
      <p:sp>
        <p:nvSpPr>
          <p:cNvPr id="43" name="TextBox 26">
            <a:extLst>
              <a:ext uri="{FF2B5EF4-FFF2-40B4-BE49-F238E27FC236}">
                <a16:creationId xmlns:a16="http://schemas.microsoft.com/office/drawing/2014/main" id="{09F22873-C6AF-D53B-9035-C4808CB41F21}"/>
              </a:ext>
            </a:extLst>
          </p:cNvPr>
          <p:cNvSpPr txBox="1"/>
          <p:nvPr/>
        </p:nvSpPr>
        <p:spPr>
          <a:xfrm>
            <a:off x="7370398" y="-9001937"/>
            <a:ext cx="8994379" cy="1081828"/>
          </a:xfrm>
          <a:prstGeom prst="rect">
            <a:avLst/>
          </a:prstGeom>
        </p:spPr>
        <p:txBody>
          <a:bodyPr lIns="0" tIns="0" rIns="0" bIns="0" rtlCol="0" anchor="t">
            <a:spAutoFit/>
          </a:bodyPr>
          <a:lstStyle/>
          <a:p>
            <a:pPr marL="1359289" lvl="1" indent="-679645" algn="l">
              <a:lnSpc>
                <a:spcPts val="8814"/>
              </a:lnSpc>
              <a:spcBef>
                <a:spcPct val="0"/>
              </a:spcBef>
              <a:buAutoNum type="arabicPeriod"/>
            </a:pPr>
            <a:r>
              <a:rPr lang="en-US" sz="6295">
                <a:solidFill>
                  <a:srgbClr val="01544A"/>
                </a:solidFill>
                <a:latin typeface="Cheering Section"/>
                <a:ea typeface="Cheering Section"/>
                <a:cs typeface="Cheering Section"/>
                <a:sym typeface="Cheering Section"/>
              </a:rPr>
              <a:t> Lợi ích &amp; Thách thức</a:t>
            </a:r>
          </a:p>
        </p:txBody>
      </p:sp>
      <p:sp>
        <p:nvSpPr>
          <p:cNvPr id="50" name="Freeform 22">
            <a:extLst>
              <a:ext uri="{FF2B5EF4-FFF2-40B4-BE49-F238E27FC236}">
                <a16:creationId xmlns:a16="http://schemas.microsoft.com/office/drawing/2014/main" id="{1A2FBD70-EF51-4927-60A4-3299998C7596}"/>
              </a:ext>
            </a:extLst>
          </p:cNvPr>
          <p:cNvSpPr/>
          <p:nvPr/>
        </p:nvSpPr>
        <p:spPr>
          <a:xfrm>
            <a:off x="19647493" y="7244510"/>
            <a:ext cx="1402854" cy="3753456"/>
          </a:xfrm>
          <a:custGeom>
            <a:avLst/>
            <a:gdLst/>
            <a:ahLst/>
            <a:cxnLst/>
            <a:rect l="l" t="t" r="r" b="b"/>
            <a:pathLst>
              <a:path w="1402854" h="3753456">
                <a:moveTo>
                  <a:pt x="0" y="0"/>
                </a:moveTo>
                <a:lnTo>
                  <a:pt x="1402854" y="0"/>
                </a:lnTo>
                <a:lnTo>
                  <a:pt x="1402854" y="3753456"/>
                </a:lnTo>
                <a:lnTo>
                  <a:pt x="0" y="3753456"/>
                </a:lnTo>
                <a:lnTo>
                  <a:pt x="0" y="0"/>
                </a:lnTo>
                <a:close/>
              </a:path>
            </a:pathLst>
          </a:custGeom>
          <a:blipFill>
            <a:blip r:embed="rId11"/>
            <a:stretch>
              <a:fillRect/>
            </a:stretch>
          </a:blipFill>
        </p:spPr>
      </p:sp>
      <p:sp>
        <p:nvSpPr>
          <p:cNvPr id="51" name="Freeform 5">
            <a:extLst>
              <a:ext uri="{FF2B5EF4-FFF2-40B4-BE49-F238E27FC236}">
                <a16:creationId xmlns:a16="http://schemas.microsoft.com/office/drawing/2014/main" id="{69239175-EFF2-8311-AFBB-792CB6FE3857}"/>
              </a:ext>
            </a:extLst>
          </p:cNvPr>
          <p:cNvSpPr/>
          <p:nvPr/>
        </p:nvSpPr>
        <p:spPr>
          <a:xfrm>
            <a:off x="-2869520" y="6651055"/>
            <a:ext cx="1781536" cy="1616744"/>
          </a:xfrm>
          <a:custGeom>
            <a:avLst/>
            <a:gdLst/>
            <a:ahLst/>
            <a:cxnLst/>
            <a:rect l="l" t="t" r="r" b="b"/>
            <a:pathLst>
              <a:path w="1781536" h="1616744">
                <a:moveTo>
                  <a:pt x="0" y="0"/>
                </a:moveTo>
                <a:lnTo>
                  <a:pt x="1781536" y="0"/>
                </a:lnTo>
                <a:lnTo>
                  <a:pt x="1781536" y="1616744"/>
                </a:lnTo>
                <a:lnTo>
                  <a:pt x="0" y="1616744"/>
                </a:lnTo>
                <a:lnTo>
                  <a:pt x="0" y="0"/>
                </a:lnTo>
                <a:close/>
              </a:path>
            </a:pathLst>
          </a:custGeom>
          <a:blipFill>
            <a:blip r:embed="rId12"/>
            <a:stretch>
              <a:fillRect/>
            </a:stretch>
          </a:blipFill>
        </p:spPr>
      </p:sp>
      <p:sp>
        <p:nvSpPr>
          <p:cNvPr id="52" name="Freeform 18">
            <a:extLst>
              <a:ext uri="{FF2B5EF4-FFF2-40B4-BE49-F238E27FC236}">
                <a16:creationId xmlns:a16="http://schemas.microsoft.com/office/drawing/2014/main" id="{1CA3604F-5F41-FF49-E050-9C44C8D345FD}"/>
              </a:ext>
            </a:extLst>
          </p:cNvPr>
          <p:cNvSpPr/>
          <p:nvPr/>
        </p:nvSpPr>
        <p:spPr>
          <a:xfrm>
            <a:off x="-6449244" y="1959346"/>
            <a:ext cx="2631570" cy="4596630"/>
          </a:xfrm>
          <a:custGeom>
            <a:avLst/>
            <a:gdLst/>
            <a:ahLst/>
            <a:cxnLst/>
            <a:rect l="l" t="t" r="r" b="b"/>
            <a:pathLst>
              <a:path w="2631570" h="4596630">
                <a:moveTo>
                  <a:pt x="0" y="0"/>
                </a:moveTo>
                <a:lnTo>
                  <a:pt x="2631570" y="0"/>
                </a:lnTo>
                <a:lnTo>
                  <a:pt x="2631570" y="4596630"/>
                </a:lnTo>
                <a:lnTo>
                  <a:pt x="0" y="4596630"/>
                </a:lnTo>
                <a:lnTo>
                  <a:pt x="0" y="0"/>
                </a:lnTo>
                <a:close/>
              </a:path>
            </a:pathLst>
          </a:custGeom>
          <a:blipFill>
            <a:blip r:embed="rId13"/>
            <a:stretch>
              <a:fillRect/>
            </a:stretch>
          </a:blipFill>
        </p:spPr>
      </p:sp>
      <p:sp>
        <p:nvSpPr>
          <p:cNvPr id="53" name="Freeform 19">
            <a:extLst>
              <a:ext uri="{FF2B5EF4-FFF2-40B4-BE49-F238E27FC236}">
                <a16:creationId xmlns:a16="http://schemas.microsoft.com/office/drawing/2014/main" id="{EC311DAE-D16F-A107-3C19-1DEC4DAF6B2D}"/>
              </a:ext>
            </a:extLst>
          </p:cNvPr>
          <p:cNvSpPr/>
          <p:nvPr/>
        </p:nvSpPr>
        <p:spPr>
          <a:xfrm>
            <a:off x="-3455326" y="2916832"/>
            <a:ext cx="2081578" cy="3635945"/>
          </a:xfrm>
          <a:custGeom>
            <a:avLst/>
            <a:gdLst/>
            <a:ahLst/>
            <a:cxnLst/>
            <a:rect l="l" t="t" r="r" b="b"/>
            <a:pathLst>
              <a:path w="2081578" h="3635945">
                <a:moveTo>
                  <a:pt x="0" y="0"/>
                </a:moveTo>
                <a:lnTo>
                  <a:pt x="2081578" y="0"/>
                </a:lnTo>
                <a:lnTo>
                  <a:pt x="2081578" y="3635945"/>
                </a:lnTo>
                <a:lnTo>
                  <a:pt x="0" y="3635945"/>
                </a:lnTo>
                <a:lnTo>
                  <a:pt x="0" y="0"/>
                </a:lnTo>
                <a:close/>
              </a:path>
            </a:pathLst>
          </a:custGeom>
          <a:blipFill>
            <a:blip r:embed="rId13"/>
            <a:stretch>
              <a:fillRect/>
            </a:stretch>
          </a:blipFill>
        </p:spPr>
      </p:sp>
      <p:sp>
        <p:nvSpPr>
          <p:cNvPr id="54" name="Freeform 20">
            <a:extLst>
              <a:ext uri="{FF2B5EF4-FFF2-40B4-BE49-F238E27FC236}">
                <a16:creationId xmlns:a16="http://schemas.microsoft.com/office/drawing/2014/main" id="{E9D62FE3-1030-23BD-224B-2B85FFBF7F1E}"/>
              </a:ext>
            </a:extLst>
          </p:cNvPr>
          <p:cNvSpPr/>
          <p:nvPr/>
        </p:nvSpPr>
        <p:spPr>
          <a:xfrm>
            <a:off x="-9557101" y="3877194"/>
            <a:ext cx="5984948" cy="4556042"/>
          </a:xfrm>
          <a:custGeom>
            <a:avLst/>
            <a:gdLst/>
            <a:ahLst/>
            <a:cxnLst/>
            <a:rect l="l" t="t" r="r" b="b"/>
            <a:pathLst>
              <a:path w="5984948" h="4556042">
                <a:moveTo>
                  <a:pt x="0" y="0"/>
                </a:moveTo>
                <a:lnTo>
                  <a:pt x="5984948" y="0"/>
                </a:lnTo>
                <a:lnTo>
                  <a:pt x="5984948" y="4556042"/>
                </a:lnTo>
                <a:lnTo>
                  <a:pt x="0" y="4556042"/>
                </a:lnTo>
                <a:lnTo>
                  <a:pt x="0" y="0"/>
                </a:lnTo>
                <a:close/>
              </a:path>
            </a:pathLst>
          </a:custGeom>
          <a:blipFill>
            <a:blip r:embed="rId14"/>
            <a:stretch>
              <a:fillRect/>
            </a:stretch>
          </a:blipFill>
        </p:spPr>
      </p:sp>
      <p:sp>
        <p:nvSpPr>
          <p:cNvPr id="55" name="Freeform 21">
            <a:extLst>
              <a:ext uri="{FF2B5EF4-FFF2-40B4-BE49-F238E27FC236}">
                <a16:creationId xmlns:a16="http://schemas.microsoft.com/office/drawing/2014/main" id="{E8C161D0-C73C-C790-5724-B834714C0627}"/>
              </a:ext>
            </a:extLst>
          </p:cNvPr>
          <p:cNvSpPr/>
          <p:nvPr/>
        </p:nvSpPr>
        <p:spPr>
          <a:xfrm>
            <a:off x="-5370260" y="7108630"/>
            <a:ext cx="3105173" cy="2817944"/>
          </a:xfrm>
          <a:custGeom>
            <a:avLst/>
            <a:gdLst/>
            <a:ahLst/>
            <a:cxnLst/>
            <a:rect l="l" t="t" r="r" b="b"/>
            <a:pathLst>
              <a:path w="3105173" h="2817944">
                <a:moveTo>
                  <a:pt x="0" y="0"/>
                </a:moveTo>
                <a:lnTo>
                  <a:pt x="3105173" y="0"/>
                </a:lnTo>
                <a:lnTo>
                  <a:pt x="3105173" y="2817944"/>
                </a:lnTo>
                <a:lnTo>
                  <a:pt x="0" y="2817944"/>
                </a:lnTo>
                <a:lnTo>
                  <a:pt x="0" y="0"/>
                </a:lnTo>
                <a:close/>
              </a:path>
            </a:pathLst>
          </a:custGeom>
          <a:blipFill>
            <a:blip r:embed="rId12"/>
            <a:stretch>
              <a:fillRect/>
            </a:stretch>
          </a:blipFill>
        </p:spPr>
      </p:sp>
      <p:sp>
        <p:nvSpPr>
          <p:cNvPr id="56" name="Freeform 23">
            <a:extLst>
              <a:ext uri="{FF2B5EF4-FFF2-40B4-BE49-F238E27FC236}">
                <a16:creationId xmlns:a16="http://schemas.microsoft.com/office/drawing/2014/main" id="{23597E91-29A8-5037-9CC5-E1E3DC9F7DE7}"/>
              </a:ext>
            </a:extLst>
          </p:cNvPr>
          <p:cNvSpPr/>
          <p:nvPr/>
        </p:nvSpPr>
        <p:spPr>
          <a:xfrm>
            <a:off x="-7984349" y="7244510"/>
            <a:ext cx="2839444" cy="4027581"/>
          </a:xfrm>
          <a:custGeom>
            <a:avLst/>
            <a:gdLst/>
            <a:ahLst/>
            <a:cxnLst/>
            <a:rect l="l" t="t" r="r" b="b"/>
            <a:pathLst>
              <a:path w="2839444" h="4027581">
                <a:moveTo>
                  <a:pt x="0" y="0"/>
                </a:moveTo>
                <a:lnTo>
                  <a:pt x="2839444" y="0"/>
                </a:lnTo>
                <a:lnTo>
                  <a:pt x="2839444" y="4027580"/>
                </a:lnTo>
                <a:lnTo>
                  <a:pt x="0" y="4027580"/>
                </a:lnTo>
                <a:lnTo>
                  <a:pt x="0" y="0"/>
                </a:lnTo>
                <a:close/>
              </a:path>
            </a:pathLst>
          </a:custGeom>
          <a:blipFill>
            <a:blip r:embed="rId15"/>
            <a:stretch>
              <a:fillRect/>
            </a:stretch>
          </a:blipFill>
        </p:spPr>
      </p:sp>
      <p:sp>
        <p:nvSpPr>
          <p:cNvPr id="57" name="Freeform 24">
            <a:extLst>
              <a:ext uri="{FF2B5EF4-FFF2-40B4-BE49-F238E27FC236}">
                <a16:creationId xmlns:a16="http://schemas.microsoft.com/office/drawing/2014/main" id="{ABF9F617-0152-8AA0-D790-A502EC24F6D1}"/>
              </a:ext>
            </a:extLst>
          </p:cNvPr>
          <p:cNvSpPr/>
          <p:nvPr/>
        </p:nvSpPr>
        <p:spPr>
          <a:xfrm rot="16200000">
            <a:off x="19585117" y="-4443573"/>
            <a:ext cx="5359527" cy="8229600"/>
          </a:xfrm>
          <a:custGeom>
            <a:avLst/>
            <a:gdLst/>
            <a:ahLst/>
            <a:cxnLst/>
            <a:rect l="l" t="t" r="r" b="b"/>
            <a:pathLst>
              <a:path w="5359527" h="8229600">
                <a:moveTo>
                  <a:pt x="0" y="0"/>
                </a:moveTo>
                <a:lnTo>
                  <a:pt x="5359527" y="0"/>
                </a:lnTo>
                <a:lnTo>
                  <a:pt x="5359527" y="8229600"/>
                </a:lnTo>
                <a:lnTo>
                  <a:pt x="0" y="8229600"/>
                </a:lnTo>
                <a:lnTo>
                  <a:pt x="0" y="0"/>
                </a:lnTo>
                <a:close/>
              </a:path>
            </a:pathLst>
          </a:custGeom>
          <a:blipFill>
            <a:blip r:embed="rId9"/>
            <a:stretch>
              <a:fillRect/>
            </a:stretch>
          </a:blipFill>
        </p:spPr>
      </p:sp>
      <p:grpSp>
        <p:nvGrpSpPr>
          <p:cNvPr id="67" name="Group 9">
            <a:extLst>
              <a:ext uri="{FF2B5EF4-FFF2-40B4-BE49-F238E27FC236}">
                <a16:creationId xmlns:a16="http://schemas.microsoft.com/office/drawing/2014/main" id="{E7E22DAA-28FF-9BFE-4306-F4802890D828}"/>
              </a:ext>
            </a:extLst>
          </p:cNvPr>
          <p:cNvGrpSpPr/>
          <p:nvPr/>
        </p:nvGrpSpPr>
        <p:grpSpPr>
          <a:xfrm>
            <a:off x="6657743" y="-6919544"/>
            <a:ext cx="5240412" cy="6197473"/>
            <a:chOff x="0" y="0"/>
            <a:chExt cx="1059993" cy="1253581"/>
          </a:xfrm>
        </p:grpSpPr>
        <p:sp>
          <p:nvSpPr>
            <p:cNvPr id="68" name="Freeform 10">
              <a:extLst>
                <a:ext uri="{FF2B5EF4-FFF2-40B4-BE49-F238E27FC236}">
                  <a16:creationId xmlns:a16="http://schemas.microsoft.com/office/drawing/2014/main" id="{7DFE9E3E-AA32-83DE-115A-BB3BD85A4190}"/>
                </a:ext>
              </a:extLst>
            </p:cNvPr>
            <p:cNvSpPr/>
            <p:nvPr/>
          </p:nvSpPr>
          <p:spPr>
            <a:xfrm>
              <a:off x="0" y="0"/>
              <a:ext cx="1059993" cy="1253581"/>
            </a:xfrm>
            <a:custGeom>
              <a:avLst/>
              <a:gdLst/>
              <a:ahLst/>
              <a:cxnLst/>
              <a:rect l="l" t="t" r="r" b="b"/>
              <a:pathLst>
                <a:path w="1059993" h="1253581">
                  <a:moveTo>
                    <a:pt x="28854" y="0"/>
                  </a:moveTo>
                  <a:lnTo>
                    <a:pt x="1031139" y="0"/>
                  </a:lnTo>
                  <a:cubicBezTo>
                    <a:pt x="1047075" y="0"/>
                    <a:pt x="1059993" y="12919"/>
                    <a:pt x="1059993" y="28854"/>
                  </a:cubicBezTo>
                  <a:lnTo>
                    <a:pt x="1059993" y="1224727"/>
                  </a:lnTo>
                  <a:cubicBezTo>
                    <a:pt x="1059993" y="1240662"/>
                    <a:pt x="1047075" y="1253581"/>
                    <a:pt x="1031139" y="1253581"/>
                  </a:cubicBezTo>
                  <a:lnTo>
                    <a:pt x="28854" y="1253581"/>
                  </a:lnTo>
                  <a:cubicBezTo>
                    <a:pt x="12919" y="1253581"/>
                    <a:pt x="0" y="1240662"/>
                    <a:pt x="0" y="1224727"/>
                  </a:cubicBezTo>
                  <a:lnTo>
                    <a:pt x="0" y="28854"/>
                  </a:lnTo>
                  <a:cubicBezTo>
                    <a:pt x="0" y="12919"/>
                    <a:pt x="12919" y="0"/>
                    <a:pt x="28854" y="0"/>
                  </a:cubicBezTo>
                  <a:close/>
                </a:path>
              </a:pathLst>
            </a:custGeom>
            <a:solidFill>
              <a:srgbClr val="8BB94F"/>
            </a:solidFill>
          </p:spPr>
        </p:sp>
        <p:sp>
          <p:nvSpPr>
            <p:cNvPr id="69" name="TextBox 11">
              <a:extLst>
                <a:ext uri="{FF2B5EF4-FFF2-40B4-BE49-F238E27FC236}">
                  <a16:creationId xmlns:a16="http://schemas.microsoft.com/office/drawing/2014/main" id="{536A7B0B-6E9E-ADA0-95B1-4F5A34A3DEF7}"/>
                </a:ext>
              </a:extLst>
            </p:cNvPr>
            <p:cNvSpPr txBox="1"/>
            <p:nvPr/>
          </p:nvSpPr>
          <p:spPr>
            <a:xfrm>
              <a:off x="0" y="-38100"/>
              <a:ext cx="1059993" cy="1291681"/>
            </a:xfrm>
            <a:prstGeom prst="rect">
              <a:avLst/>
            </a:prstGeom>
          </p:spPr>
          <p:txBody>
            <a:bodyPr lIns="56476" tIns="56476" rIns="56476" bIns="56476" rtlCol="0" anchor="ctr"/>
            <a:lstStyle/>
            <a:p>
              <a:pPr algn="ctr">
                <a:lnSpc>
                  <a:spcPts val="3360"/>
                </a:lnSpc>
              </a:pPr>
              <a:endParaRPr/>
            </a:p>
          </p:txBody>
        </p:sp>
      </p:grpSp>
      <p:sp>
        <p:nvSpPr>
          <p:cNvPr id="70" name="Freeform 12">
            <a:extLst>
              <a:ext uri="{FF2B5EF4-FFF2-40B4-BE49-F238E27FC236}">
                <a16:creationId xmlns:a16="http://schemas.microsoft.com/office/drawing/2014/main" id="{1330173F-9A59-56B3-31C0-9E5E16579553}"/>
              </a:ext>
            </a:extLst>
          </p:cNvPr>
          <p:cNvSpPr/>
          <p:nvPr/>
        </p:nvSpPr>
        <p:spPr>
          <a:xfrm>
            <a:off x="19296079" y="1274015"/>
            <a:ext cx="6757416" cy="9147094"/>
          </a:xfrm>
          <a:custGeom>
            <a:avLst/>
            <a:gdLst/>
            <a:ahLst/>
            <a:cxnLst/>
            <a:rect l="l" t="t" r="r" b="b"/>
            <a:pathLst>
              <a:path w="6757416" h="9147094">
                <a:moveTo>
                  <a:pt x="0" y="0"/>
                </a:moveTo>
                <a:lnTo>
                  <a:pt x="6757416" y="0"/>
                </a:lnTo>
                <a:lnTo>
                  <a:pt x="6757416" y="9147094"/>
                </a:lnTo>
                <a:lnTo>
                  <a:pt x="0" y="9147094"/>
                </a:lnTo>
                <a:lnTo>
                  <a:pt x="0" y="0"/>
                </a:lnTo>
                <a:close/>
              </a:path>
            </a:pathLst>
          </a:custGeom>
          <a:blipFill>
            <a:blip r:embed="rId16"/>
            <a:stretch>
              <a:fillRect/>
            </a:stretch>
          </a:blipFill>
        </p:spPr>
      </p:sp>
      <p:sp>
        <p:nvSpPr>
          <p:cNvPr id="71" name="Freeform 14">
            <a:extLst>
              <a:ext uri="{FF2B5EF4-FFF2-40B4-BE49-F238E27FC236}">
                <a16:creationId xmlns:a16="http://schemas.microsoft.com/office/drawing/2014/main" id="{2C9E3D12-7BD2-2EFB-18AF-BF0548DBAD27}"/>
              </a:ext>
            </a:extLst>
          </p:cNvPr>
          <p:cNvSpPr/>
          <p:nvPr/>
        </p:nvSpPr>
        <p:spPr>
          <a:xfrm rot="871131">
            <a:off x="18935833" y="855613"/>
            <a:ext cx="9662269" cy="1920376"/>
          </a:xfrm>
          <a:custGeom>
            <a:avLst/>
            <a:gdLst/>
            <a:ahLst/>
            <a:cxnLst/>
            <a:rect l="l" t="t" r="r" b="b"/>
            <a:pathLst>
              <a:path w="9662269" h="1920376">
                <a:moveTo>
                  <a:pt x="0" y="0"/>
                </a:moveTo>
                <a:lnTo>
                  <a:pt x="9662270" y="0"/>
                </a:lnTo>
                <a:lnTo>
                  <a:pt x="9662270" y="1920376"/>
                </a:lnTo>
                <a:lnTo>
                  <a:pt x="0" y="1920376"/>
                </a:lnTo>
                <a:lnTo>
                  <a:pt x="0" y="0"/>
                </a:lnTo>
                <a:close/>
              </a:path>
            </a:pathLst>
          </a:custGeom>
          <a:blipFill>
            <a:blip r:embed="rId17"/>
            <a:stretch>
              <a:fillRect/>
            </a:stretch>
          </a:blipFill>
        </p:spPr>
        <p:txBody>
          <a:bodyPr/>
          <a:lstStyle/>
          <a:p>
            <a:endParaRPr lang="en-US"/>
          </a:p>
        </p:txBody>
      </p:sp>
      <p:sp>
        <p:nvSpPr>
          <p:cNvPr id="72" name="Freeform 15">
            <a:extLst>
              <a:ext uri="{FF2B5EF4-FFF2-40B4-BE49-F238E27FC236}">
                <a16:creationId xmlns:a16="http://schemas.microsoft.com/office/drawing/2014/main" id="{1A45F935-ADCE-9FB8-BE18-5BAB0B295D1E}"/>
              </a:ext>
            </a:extLst>
          </p:cNvPr>
          <p:cNvSpPr/>
          <p:nvPr/>
        </p:nvSpPr>
        <p:spPr>
          <a:xfrm rot="871131">
            <a:off x="-12041959" y="5418436"/>
            <a:ext cx="9662269" cy="1920376"/>
          </a:xfrm>
          <a:custGeom>
            <a:avLst/>
            <a:gdLst/>
            <a:ahLst/>
            <a:cxnLst/>
            <a:rect l="l" t="t" r="r" b="b"/>
            <a:pathLst>
              <a:path w="9662269" h="1920376">
                <a:moveTo>
                  <a:pt x="0" y="0"/>
                </a:moveTo>
                <a:lnTo>
                  <a:pt x="9662269" y="0"/>
                </a:lnTo>
                <a:lnTo>
                  <a:pt x="9662269" y="1920376"/>
                </a:lnTo>
                <a:lnTo>
                  <a:pt x="0" y="1920376"/>
                </a:lnTo>
                <a:lnTo>
                  <a:pt x="0" y="0"/>
                </a:lnTo>
                <a:close/>
              </a:path>
            </a:pathLst>
          </a:custGeom>
          <a:blipFill>
            <a:blip r:embed="rId17"/>
            <a:stretch>
              <a:fillRect/>
            </a:stretch>
          </a:blipFill>
        </p:spPr>
      </p:sp>
      <p:sp>
        <p:nvSpPr>
          <p:cNvPr id="73" name="Freeform 16">
            <a:extLst>
              <a:ext uri="{FF2B5EF4-FFF2-40B4-BE49-F238E27FC236}">
                <a16:creationId xmlns:a16="http://schemas.microsoft.com/office/drawing/2014/main" id="{6B44D25D-847E-7B83-D260-95D987431892}"/>
              </a:ext>
            </a:extLst>
          </p:cNvPr>
          <p:cNvSpPr/>
          <p:nvPr/>
        </p:nvSpPr>
        <p:spPr>
          <a:xfrm rot="20119020">
            <a:off x="3799558" y="-4839923"/>
            <a:ext cx="9662269" cy="1920376"/>
          </a:xfrm>
          <a:custGeom>
            <a:avLst/>
            <a:gdLst/>
            <a:ahLst/>
            <a:cxnLst/>
            <a:rect l="l" t="t" r="r" b="b"/>
            <a:pathLst>
              <a:path w="9662269" h="1920376">
                <a:moveTo>
                  <a:pt x="0" y="0"/>
                </a:moveTo>
                <a:lnTo>
                  <a:pt x="9662269" y="0"/>
                </a:lnTo>
                <a:lnTo>
                  <a:pt x="9662269" y="1920376"/>
                </a:lnTo>
                <a:lnTo>
                  <a:pt x="0" y="1920376"/>
                </a:lnTo>
                <a:lnTo>
                  <a:pt x="0" y="0"/>
                </a:lnTo>
                <a:close/>
              </a:path>
            </a:pathLst>
          </a:custGeom>
          <a:blipFill>
            <a:blip r:embed="rId17"/>
            <a:stretch>
              <a:fillRect/>
            </a:stretch>
          </a:blipFill>
        </p:spPr>
      </p:sp>
      <p:sp>
        <p:nvSpPr>
          <p:cNvPr id="74" name="Freeform 17">
            <a:extLst>
              <a:ext uri="{FF2B5EF4-FFF2-40B4-BE49-F238E27FC236}">
                <a16:creationId xmlns:a16="http://schemas.microsoft.com/office/drawing/2014/main" id="{12F9A06F-9F8A-A406-E1D2-DC4316EF616A}"/>
              </a:ext>
            </a:extLst>
          </p:cNvPr>
          <p:cNvSpPr/>
          <p:nvPr/>
        </p:nvSpPr>
        <p:spPr>
          <a:xfrm flipH="1">
            <a:off x="9178234" y="12339153"/>
            <a:ext cx="3171032" cy="2877712"/>
          </a:xfrm>
          <a:custGeom>
            <a:avLst/>
            <a:gdLst/>
            <a:ahLst/>
            <a:cxnLst/>
            <a:rect l="l" t="t" r="r" b="b"/>
            <a:pathLst>
              <a:path w="3171032" h="2877712">
                <a:moveTo>
                  <a:pt x="3171032" y="0"/>
                </a:moveTo>
                <a:lnTo>
                  <a:pt x="0" y="0"/>
                </a:lnTo>
                <a:lnTo>
                  <a:pt x="0" y="2877712"/>
                </a:lnTo>
                <a:lnTo>
                  <a:pt x="3171032" y="2877712"/>
                </a:lnTo>
                <a:lnTo>
                  <a:pt x="3171032" y="0"/>
                </a:lnTo>
                <a:close/>
              </a:path>
            </a:pathLst>
          </a:custGeom>
          <a:blipFill>
            <a:blip r:embed="rId12"/>
            <a:stretch>
              <a:fillRect/>
            </a:stretch>
          </a:blipFill>
        </p:spPr>
      </p:sp>
      <p:sp>
        <p:nvSpPr>
          <p:cNvPr id="75" name="Freeform 20">
            <a:extLst>
              <a:ext uri="{FF2B5EF4-FFF2-40B4-BE49-F238E27FC236}">
                <a16:creationId xmlns:a16="http://schemas.microsoft.com/office/drawing/2014/main" id="{C3038E29-8A61-5BE2-F1E0-BFA10A8C9E51}"/>
              </a:ext>
            </a:extLst>
          </p:cNvPr>
          <p:cNvSpPr/>
          <p:nvPr/>
        </p:nvSpPr>
        <p:spPr>
          <a:xfrm rot="631944">
            <a:off x="-4961091" y="1437581"/>
            <a:ext cx="2058816" cy="2920307"/>
          </a:xfrm>
          <a:custGeom>
            <a:avLst/>
            <a:gdLst/>
            <a:ahLst/>
            <a:cxnLst/>
            <a:rect l="l" t="t" r="r" b="b"/>
            <a:pathLst>
              <a:path w="2058816" h="2920307">
                <a:moveTo>
                  <a:pt x="0" y="0"/>
                </a:moveTo>
                <a:lnTo>
                  <a:pt x="2058816" y="0"/>
                </a:lnTo>
                <a:lnTo>
                  <a:pt x="2058816" y="2920307"/>
                </a:lnTo>
                <a:lnTo>
                  <a:pt x="0" y="2920307"/>
                </a:lnTo>
                <a:lnTo>
                  <a:pt x="0" y="0"/>
                </a:lnTo>
                <a:close/>
              </a:path>
            </a:pathLst>
          </a:custGeom>
          <a:blipFill>
            <a:blip r:embed="rId15"/>
            <a:stretch>
              <a:fillRect/>
            </a:stretch>
          </a:blipFill>
        </p:spPr>
        <p:txBody>
          <a:bodyPr/>
          <a:lstStyle/>
          <a:p>
            <a:endParaRPr lang="en-US"/>
          </a:p>
        </p:txBody>
      </p:sp>
      <p:sp>
        <p:nvSpPr>
          <p:cNvPr id="76" name="Freeform 21">
            <a:extLst>
              <a:ext uri="{FF2B5EF4-FFF2-40B4-BE49-F238E27FC236}">
                <a16:creationId xmlns:a16="http://schemas.microsoft.com/office/drawing/2014/main" id="{C42DA287-DE18-F1BB-8902-BADBAEC70CD1}"/>
              </a:ext>
            </a:extLst>
          </p:cNvPr>
          <p:cNvSpPr/>
          <p:nvPr/>
        </p:nvSpPr>
        <p:spPr>
          <a:xfrm>
            <a:off x="4061973" y="10660276"/>
            <a:ext cx="4024884" cy="4429033"/>
          </a:xfrm>
          <a:custGeom>
            <a:avLst/>
            <a:gdLst/>
            <a:ahLst/>
            <a:cxnLst/>
            <a:rect l="l" t="t" r="r" b="b"/>
            <a:pathLst>
              <a:path w="4024884" h="4429033">
                <a:moveTo>
                  <a:pt x="0" y="0"/>
                </a:moveTo>
                <a:lnTo>
                  <a:pt x="4024884" y="0"/>
                </a:lnTo>
                <a:lnTo>
                  <a:pt x="4024884" y="4429033"/>
                </a:lnTo>
                <a:lnTo>
                  <a:pt x="0" y="4429033"/>
                </a:lnTo>
                <a:lnTo>
                  <a:pt x="0" y="0"/>
                </a:lnTo>
                <a:close/>
              </a:path>
            </a:pathLst>
          </a:custGeom>
          <a:blipFill>
            <a:blip r:embed="rId18"/>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7439" b="-77439"/>
            </a:stretch>
          </a:blipFill>
        </p:spPr>
      </p:sp>
      <p:sp>
        <p:nvSpPr>
          <p:cNvPr id="3" name="Freeform 3"/>
          <p:cNvSpPr/>
          <p:nvPr/>
        </p:nvSpPr>
        <p:spPr>
          <a:xfrm>
            <a:off x="-3361475" y="812753"/>
            <a:ext cx="9031048" cy="5034810"/>
          </a:xfrm>
          <a:custGeom>
            <a:avLst/>
            <a:gdLst/>
            <a:ahLst/>
            <a:cxnLst/>
            <a:rect l="l" t="t" r="r" b="b"/>
            <a:pathLst>
              <a:path w="9031048" h="5034810">
                <a:moveTo>
                  <a:pt x="0" y="0"/>
                </a:moveTo>
                <a:lnTo>
                  <a:pt x="9031049" y="0"/>
                </a:lnTo>
                <a:lnTo>
                  <a:pt x="9031049" y="5034809"/>
                </a:lnTo>
                <a:lnTo>
                  <a:pt x="0" y="5034809"/>
                </a:lnTo>
                <a:lnTo>
                  <a:pt x="0" y="0"/>
                </a:lnTo>
                <a:close/>
              </a:path>
            </a:pathLst>
          </a:custGeom>
          <a:blipFill>
            <a:blip r:embed="rId3"/>
            <a:stretch>
              <a:fillRect/>
            </a:stretch>
          </a:blipFill>
        </p:spPr>
      </p:sp>
      <p:sp>
        <p:nvSpPr>
          <p:cNvPr id="4" name="Freeform 4"/>
          <p:cNvSpPr/>
          <p:nvPr/>
        </p:nvSpPr>
        <p:spPr>
          <a:xfrm>
            <a:off x="7171097" y="-491659"/>
            <a:ext cx="9031048" cy="5034810"/>
          </a:xfrm>
          <a:custGeom>
            <a:avLst/>
            <a:gdLst/>
            <a:ahLst/>
            <a:cxnLst/>
            <a:rect l="l" t="t" r="r" b="b"/>
            <a:pathLst>
              <a:path w="9031048" h="5034810">
                <a:moveTo>
                  <a:pt x="0" y="0"/>
                </a:moveTo>
                <a:lnTo>
                  <a:pt x="9031048" y="0"/>
                </a:lnTo>
                <a:lnTo>
                  <a:pt x="9031048" y="5034809"/>
                </a:lnTo>
                <a:lnTo>
                  <a:pt x="0" y="5034809"/>
                </a:lnTo>
                <a:lnTo>
                  <a:pt x="0" y="0"/>
                </a:lnTo>
                <a:close/>
              </a:path>
            </a:pathLst>
          </a:custGeom>
          <a:blipFill>
            <a:blip r:embed="rId3"/>
            <a:stretch>
              <a:fillRect/>
            </a:stretch>
          </a:blipFill>
        </p:spPr>
      </p:sp>
      <p:sp>
        <p:nvSpPr>
          <p:cNvPr id="5" name="Freeform 5"/>
          <p:cNvSpPr/>
          <p:nvPr/>
        </p:nvSpPr>
        <p:spPr>
          <a:xfrm>
            <a:off x="-2607349" y="5333015"/>
            <a:ext cx="25363254" cy="7271890"/>
          </a:xfrm>
          <a:custGeom>
            <a:avLst/>
            <a:gdLst/>
            <a:ahLst/>
            <a:cxnLst/>
            <a:rect l="l" t="t" r="r" b="b"/>
            <a:pathLst>
              <a:path w="25363254" h="7271890">
                <a:moveTo>
                  <a:pt x="0" y="0"/>
                </a:moveTo>
                <a:lnTo>
                  <a:pt x="25363254" y="0"/>
                </a:lnTo>
                <a:lnTo>
                  <a:pt x="25363254" y="7271890"/>
                </a:lnTo>
                <a:lnTo>
                  <a:pt x="0" y="7271890"/>
                </a:lnTo>
                <a:lnTo>
                  <a:pt x="0" y="0"/>
                </a:lnTo>
                <a:close/>
              </a:path>
            </a:pathLst>
          </a:custGeom>
          <a:blipFill>
            <a:blip>
              <a:extLst>
                <a:ext uri="{96DAC541-7B7A-43D3-8B79-37D633B846F1}">
                  <asvg:svgBlip xmlns:asvg="http://schemas.microsoft.com/office/drawing/2016/SVG/main" r:embed="rId4"/>
                </a:ext>
              </a:extLst>
            </a:blip>
            <a:stretch>
              <a:fillRect t="-71998"/>
            </a:stretch>
          </a:blipFill>
        </p:spPr>
      </p:sp>
      <p:grpSp>
        <p:nvGrpSpPr>
          <p:cNvPr id="6" name="Group 6"/>
          <p:cNvGrpSpPr/>
          <p:nvPr/>
        </p:nvGrpSpPr>
        <p:grpSpPr>
          <a:xfrm>
            <a:off x="1420361" y="2351235"/>
            <a:ext cx="9532834" cy="5584531"/>
            <a:chOff x="0" y="0"/>
            <a:chExt cx="852315" cy="499304"/>
          </a:xfrm>
        </p:grpSpPr>
        <p:sp>
          <p:nvSpPr>
            <p:cNvPr id="7" name="Freeform 7"/>
            <p:cNvSpPr/>
            <p:nvPr/>
          </p:nvSpPr>
          <p:spPr>
            <a:xfrm>
              <a:off x="0" y="0"/>
              <a:ext cx="852315" cy="499304"/>
            </a:xfrm>
            <a:custGeom>
              <a:avLst/>
              <a:gdLst/>
              <a:ahLst/>
              <a:cxnLst/>
              <a:rect l="l" t="t" r="r" b="b"/>
              <a:pathLst>
                <a:path w="852315" h="499304">
                  <a:moveTo>
                    <a:pt x="15862" y="0"/>
                  </a:moveTo>
                  <a:lnTo>
                    <a:pt x="836453" y="0"/>
                  </a:lnTo>
                  <a:cubicBezTo>
                    <a:pt x="840660" y="0"/>
                    <a:pt x="844695" y="1671"/>
                    <a:pt x="847670" y="4646"/>
                  </a:cubicBezTo>
                  <a:cubicBezTo>
                    <a:pt x="850644" y="7621"/>
                    <a:pt x="852315" y="11655"/>
                    <a:pt x="852315" y="15862"/>
                  </a:cubicBezTo>
                  <a:lnTo>
                    <a:pt x="852315" y="483442"/>
                  </a:lnTo>
                  <a:cubicBezTo>
                    <a:pt x="852315" y="492202"/>
                    <a:pt x="845214" y="499304"/>
                    <a:pt x="836453" y="499304"/>
                  </a:cubicBezTo>
                  <a:lnTo>
                    <a:pt x="15862" y="499304"/>
                  </a:lnTo>
                  <a:cubicBezTo>
                    <a:pt x="7102" y="499304"/>
                    <a:pt x="0" y="492202"/>
                    <a:pt x="0" y="483442"/>
                  </a:cubicBezTo>
                  <a:lnTo>
                    <a:pt x="0" y="15862"/>
                  </a:lnTo>
                  <a:cubicBezTo>
                    <a:pt x="0" y="7102"/>
                    <a:pt x="7102" y="0"/>
                    <a:pt x="15862" y="0"/>
                  </a:cubicBezTo>
                  <a:close/>
                </a:path>
              </a:pathLst>
            </a:custGeom>
            <a:gradFill rotWithShape="1">
              <a:gsLst>
                <a:gs pos="0">
                  <a:srgbClr val="FFFCFC">
                    <a:alpha val="69000"/>
                  </a:srgbClr>
                </a:gs>
                <a:gs pos="100000">
                  <a:srgbClr val="FFFFFF">
                    <a:alpha val="40000"/>
                  </a:srgbClr>
                </a:gs>
              </a:gsLst>
              <a:lin ang="0"/>
            </a:gradFill>
          </p:spPr>
        </p:sp>
        <p:sp>
          <p:nvSpPr>
            <p:cNvPr id="8" name="TextBox 8"/>
            <p:cNvSpPr txBox="1"/>
            <p:nvPr/>
          </p:nvSpPr>
          <p:spPr>
            <a:xfrm>
              <a:off x="0" y="-38100"/>
              <a:ext cx="852315" cy="537404"/>
            </a:xfrm>
            <a:prstGeom prst="rect">
              <a:avLst/>
            </a:prstGeom>
          </p:spPr>
          <p:txBody>
            <a:bodyPr lIns="50800" tIns="50800" rIns="50800" bIns="50800" rtlCol="0" anchor="ctr"/>
            <a:lstStyle/>
            <a:p>
              <a:pPr algn="ctr">
                <a:lnSpc>
                  <a:spcPts val="3360"/>
                </a:lnSpc>
              </a:pPr>
              <a:endParaRPr/>
            </a:p>
          </p:txBody>
        </p:sp>
      </p:grpSp>
      <p:grpSp>
        <p:nvGrpSpPr>
          <p:cNvPr id="9" name="Group 9"/>
          <p:cNvGrpSpPr/>
          <p:nvPr/>
        </p:nvGrpSpPr>
        <p:grpSpPr>
          <a:xfrm rot="-10800000">
            <a:off x="1609806" y="2615619"/>
            <a:ext cx="9153945" cy="5104690"/>
            <a:chOff x="0" y="0"/>
            <a:chExt cx="1293827" cy="721502"/>
          </a:xfrm>
        </p:grpSpPr>
        <p:sp>
          <p:nvSpPr>
            <p:cNvPr id="10" name="Freeform 10"/>
            <p:cNvSpPr/>
            <p:nvPr/>
          </p:nvSpPr>
          <p:spPr>
            <a:xfrm>
              <a:off x="0" y="0"/>
              <a:ext cx="1293827" cy="721502"/>
            </a:xfrm>
            <a:custGeom>
              <a:avLst/>
              <a:gdLst/>
              <a:ahLst/>
              <a:cxnLst/>
              <a:rect l="l" t="t" r="r" b="b"/>
              <a:pathLst>
                <a:path w="1293827" h="721502">
                  <a:moveTo>
                    <a:pt x="16518" y="0"/>
                  </a:moveTo>
                  <a:lnTo>
                    <a:pt x="1277309" y="0"/>
                  </a:lnTo>
                  <a:cubicBezTo>
                    <a:pt x="1281690" y="0"/>
                    <a:pt x="1285891" y="1740"/>
                    <a:pt x="1288989" y="4838"/>
                  </a:cubicBezTo>
                  <a:cubicBezTo>
                    <a:pt x="1292087" y="7936"/>
                    <a:pt x="1293827" y="12138"/>
                    <a:pt x="1293827" y="16518"/>
                  </a:cubicBezTo>
                  <a:lnTo>
                    <a:pt x="1293827" y="704983"/>
                  </a:lnTo>
                  <a:cubicBezTo>
                    <a:pt x="1293827" y="709364"/>
                    <a:pt x="1292087" y="713566"/>
                    <a:pt x="1288989" y="716664"/>
                  </a:cubicBezTo>
                  <a:cubicBezTo>
                    <a:pt x="1285891" y="719761"/>
                    <a:pt x="1281690" y="721502"/>
                    <a:pt x="1277309" y="721502"/>
                  </a:cubicBezTo>
                  <a:lnTo>
                    <a:pt x="16518" y="721502"/>
                  </a:lnTo>
                  <a:cubicBezTo>
                    <a:pt x="7396" y="721502"/>
                    <a:pt x="0" y="714106"/>
                    <a:pt x="0" y="704983"/>
                  </a:cubicBezTo>
                  <a:lnTo>
                    <a:pt x="0" y="16518"/>
                  </a:lnTo>
                  <a:cubicBezTo>
                    <a:pt x="0" y="7396"/>
                    <a:pt x="7396" y="0"/>
                    <a:pt x="16518" y="0"/>
                  </a:cubicBezTo>
                  <a:close/>
                </a:path>
              </a:pathLst>
            </a:custGeom>
            <a:gradFill rotWithShape="1">
              <a:gsLst>
                <a:gs pos="0">
                  <a:srgbClr val="FFFCFC">
                    <a:alpha val="100000"/>
                  </a:srgbClr>
                </a:gs>
                <a:gs pos="100000">
                  <a:srgbClr val="FFFFFF">
                    <a:alpha val="40000"/>
                  </a:srgbClr>
                </a:gs>
              </a:gsLst>
              <a:lin ang="0"/>
            </a:gradFill>
          </p:spPr>
        </p:sp>
        <p:sp>
          <p:nvSpPr>
            <p:cNvPr id="11" name="TextBox 11"/>
            <p:cNvSpPr txBox="1"/>
            <p:nvPr/>
          </p:nvSpPr>
          <p:spPr>
            <a:xfrm>
              <a:off x="0" y="-38100"/>
              <a:ext cx="1293827" cy="759602"/>
            </a:xfrm>
            <a:prstGeom prst="rect">
              <a:avLst/>
            </a:prstGeom>
          </p:spPr>
          <p:txBody>
            <a:bodyPr lIns="50800" tIns="50800" rIns="50800" bIns="50800" rtlCol="0" anchor="ctr"/>
            <a:lstStyle/>
            <a:p>
              <a:pPr algn="ctr">
                <a:lnSpc>
                  <a:spcPts val="3360"/>
                </a:lnSpc>
              </a:pPr>
              <a:endParaRPr/>
            </a:p>
          </p:txBody>
        </p:sp>
      </p:grpSp>
      <p:sp>
        <p:nvSpPr>
          <p:cNvPr id="12" name="Freeform 12"/>
          <p:cNvSpPr/>
          <p:nvPr/>
        </p:nvSpPr>
        <p:spPr>
          <a:xfrm>
            <a:off x="10953195" y="1274015"/>
            <a:ext cx="6757416" cy="9147094"/>
          </a:xfrm>
          <a:custGeom>
            <a:avLst/>
            <a:gdLst/>
            <a:ahLst/>
            <a:cxnLst/>
            <a:rect l="l" t="t" r="r" b="b"/>
            <a:pathLst>
              <a:path w="6757416" h="9147094">
                <a:moveTo>
                  <a:pt x="0" y="0"/>
                </a:moveTo>
                <a:lnTo>
                  <a:pt x="6757416" y="0"/>
                </a:lnTo>
                <a:lnTo>
                  <a:pt x="6757416" y="9147094"/>
                </a:lnTo>
                <a:lnTo>
                  <a:pt x="0" y="9147094"/>
                </a:lnTo>
                <a:lnTo>
                  <a:pt x="0" y="0"/>
                </a:lnTo>
                <a:close/>
              </a:path>
            </a:pathLst>
          </a:custGeom>
          <a:blipFill>
            <a:blip r:embed="rId5"/>
            <a:stretch>
              <a:fillRect/>
            </a:stretch>
          </a:blipFill>
        </p:spPr>
      </p:sp>
      <p:sp>
        <p:nvSpPr>
          <p:cNvPr id="13" name="TextBox 13"/>
          <p:cNvSpPr txBox="1"/>
          <p:nvPr/>
        </p:nvSpPr>
        <p:spPr>
          <a:xfrm>
            <a:off x="1609806" y="4326670"/>
            <a:ext cx="9153945" cy="2121222"/>
          </a:xfrm>
          <a:prstGeom prst="rect">
            <a:avLst/>
          </a:prstGeom>
        </p:spPr>
        <p:txBody>
          <a:bodyPr lIns="0" tIns="0" rIns="0" bIns="0" rtlCol="0" anchor="t">
            <a:spAutoFit/>
          </a:bodyPr>
          <a:lstStyle/>
          <a:p>
            <a:pPr algn="just">
              <a:lnSpc>
                <a:spcPts val="4194"/>
              </a:lnSpc>
              <a:spcBef>
                <a:spcPct val="0"/>
              </a:spcBef>
            </a:pPr>
            <a:r>
              <a:rPr lang="en-US" sz="2995">
                <a:solidFill>
                  <a:srgbClr val="000000"/>
                </a:solidFill>
                <a:latin typeface="+mj-lt"/>
                <a:ea typeface="DM Sans"/>
                <a:cs typeface="DM Sans"/>
                <a:sym typeface="DM Sans"/>
              </a:rPr>
              <a:t>Năng lượng tái tạo là trụ cột kinh tế vững chắc của tỉnh Gia Lai. Bằng việc kết hợp hài hoà giữa các nguồn lực tự nhiên dồi dào và việc ứng dụng các mô hình công nghệ,  Gia Lai tự tin hướng tới mục tiêu phát triển bền vững </a:t>
            </a:r>
          </a:p>
        </p:txBody>
      </p:sp>
      <p:sp>
        <p:nvSpPr>
          <p:cNvPr id="14" name="Freeform 14"/>
          <p:cNvSpPr/>
          <p:nvPr/>
        </p:nvSpPr>
        <p:spPr>
          <a:xfrm rot="871131">
            <a:off x="16808025" y="-2148252"/>
            <a:ext cx="9662269" cy="1920376"/>
          </a:xfrm>
          <a:custGeom>
            <a:avLst/>
            <a:gdLst/>
            <a:ahLst/>
            <a:cxnLst/>
            <a:rect l="l" t="t" r="r" b="b"/>
            <a:pathLst>
              <a:path w="9662269" h="1920376">
                <a:moveTo>
                  <a:pt x="0" y="0"/>
                </a:moveTo>
                <a:lnTo>
                  <a:pt x="9662270" y="0"/>
                </a:lnTo>
                <a:lnTo>
                  <a:pt x="9662270" y="1920376"/>
                </a:lnTo>
                <a:lnTo>
                  <a:pt x="0" y="1920376"/>
                </a:lnTo>
                <a:lnTo>
                  <a:pt x="0" y="0"/>
                </a:lnTo>
                <a:close/>
              </a:path>
            </a:pathLst>
          </a:custGeom>
          <a:blipFill>
            <a:blip r:embed="rId6"/>
            <a:stretch>
              <a:fillRect/>
            </a:stretch>
          </a:blipFill>
        </p:spPr>
      </p:sp>
      <p:sp>
        <p:nvSpPr>
          <p:cNvPr id="15" name="Freeform 15"/>
          <p:cNvSpPr/>
          <p:nvPr/>
        </p:nvSpPr>
        <p:spPr>
          <a:xfrm rot="871131">
            <a:off x="-6818885" y="7763306"/>
            <a:ext cx="9662269" cy="1920376"/>
          </a:xfrm>
          <a:custGeom>
            <a:avLst/>
            <a:gdLst/>
            <a:ahLst/>
            <a:cxnLst/>
            <a:rect l="l" t="t" r="r" b="b"/>
            <a:pathLst>
              <a:path w="9662269" h="1920376">
                <a:moveTo>
                  <a:pt x="0" y="0"/>
                </a:moveTo>
                <a:lnTo>
                  <a:pt x="9662269" y="0"/>
                </a:lnTo>
                <a:lnTo>
                  <a:pt x="9662269" y="1920376"/>
                </a:lnTo>
                <a:lnTo>
                  <a:pt x="0" y="1920376"/>
                </a:lnTo>
                <a:lnTo>
                  <a:pt x="0" y="0"/>
                </a:lnTo>
                <a:close/>
              </a:path>
            </a:pathLst>
          </a:custGeom>
          <a:blipFill>
            <a:blip r:embed="rId6"/>
            <a:stretch>
              <a:fillRect/>
            </a:stretch>
          </a:blipFill>
        </p:spPr>
        <p:txBody>
          <a:bodyPr/>
          <a:lstStyle/>
          <a:p>
            <a:endParaRPr lang="en-US"/>
          </a:p>
        </p:txBody>
      </p:sp>
      <p:sp>
        <p:nvSpPr>
          <p:cNvPr id="16" name="Freeform 16"/>
          <p:cNvSpPr/>
          <p:nvPr/>
        </p:nvSpPr>
        <p:spPr>
          <a:xfrm rot="-1480980">
            <a:off x="-5038353" y="-2394134"/>
            <a:ext cx="9662269" cy="1920376"/>
          </a:xfrm>
          <a:custGeom>
            <a:avLst/>
            <a:gdLst/>
            <a:ahLst/>
            <a:cxnLst/>
            <a:rect l="l" t="t" r="r" b="b"/>
            <a:pathLst>
              <a:path w="9662269" h="1920376">
                <a:moveTo>
                  <a:pt x="0" y="0"/>
                </a:moveTo>
                <a:lnTo>
                  <a:pt x="9662269" y="0"/>
                </a:lnTo>
                <a:lnTo>
                  <a:pt x="9662269" y="1920376"/>
                </a:lnTo>
                <a:lnTo>
                  <a:pt x="0" y="1920376"/>
                </a:lnTo>
                <a:lnTo>
                  <a:pt x="0" y="0"/>
                </a:lnTo>
                <a:close/>
              </a:path>
            </a:pathLst>
          </a:custGeom>
          <a:blipFill>
            <a:blip r:embed="rId6"/>
            <a:stretch>
              <a:fillRect/>
            </a:stretch>
          </a:blipFill>
        </p:spPr>
        <p:txBody>
          <a:bodyPr/>
          <a:lstStyle/>
          <a:p>
            <a:endParaRPr lang="en-US"/>
          </a:p>
        </p:txBody>
      </p:sp>
      <p:sp>
        <p:nvSpPr>
          <p:cNvPr id="17" name="Freeform 17"/>
          <p:cNvSpPr/>
          <p:nvPr/>
        </p:nvSpPr>
        <p:spPr>
          <a:xfrm flipH="1">
            <a:off x="9178234" y="14074571"/>
            <a:ext cx="3171032" cy="2877712"/>
          </a:xfrm>
          <a:custGeom>
            <a:avLst/>
            <a:gdLst/>
            <a:ahLst/>
            <a:cxnLst/>
            <a:rect l="l" t="t" r="r" b="b"/>
            <a:pathLst>
              <a:path w="3171032" h="2877712">
                <a:moveTo>
                  <a:pt x="3171032" y="0"/>
                </a:moveTo>
                <a:lnTo>
                  <a:pt x="0" y="0"/>
                </a:lnTo>
                <a:lnTo>
                  <a:pt x="0" y="2877712"/>
                </a:lnTo>
                <a:lnTo>
                  <a:pt x="3171032" y="2877712"/>
                </a:lnTo>
                <a:lnTo>
                  <a:pt x="3171032" y="0"/>
                </a:lnTo>
                <a:close/>
              </a:path>
            </a:pathLst>
          </a:custGeom>
          <a:blipFill>
            <a:blip r:embed="rId7"/>
            <a:stretch>
              <a:fillRect/>
            </a:stretch>
          </a:blipFill>
        </p:spPr>
      </p:sp>
      <p:sp>
        <p:nvSpPr>
          <p:cNvPr id="18" name="Freeform 18"/>
          <p:cNvSpPr/>
          <p:nvPr/>
        </p:nvSpPr>
        <p:spPr>
          <a:xfrm>
            <a:off x="12181995" y="7720308"/>
            <a:ext cx="8571349" cy="3422787"/>
          </a:xfrm>
          <a:custGeom>
            <a:avLst/>
            <a:gdLst/>
            <a:ahLst/>
            <a:cxnLst/>
            <a:rect l="l" t="t" r="r" b="b"/>
            <a:pathLst>
              <a:path w="8571349" h="3422787">
                <a:moveTo>
                  <a:pt x="0" y="0"/>
                </a:moveTo>
                <a:lnTo>
                  <a:pt x="8571349" y="0"/>
                </a:lnTo>
                <a:lnTo>
                  <a:pt x="8571349" y="3422787"/>
                </a:lnTo>
                <a:lnTo>
                  <a:pt x="0" y="3422787"/>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9" name="Freeform 19"/>
          <p:cNvSpPr/>
          <p:nvPr/>
        </p:nvSpPr>
        <p:spPr>
          <a:xfrm flipH="1">
            <a:off x="-2114752" y="8056865"/>
            <a:ext cx="8571349" cy="3422787"/>
          </a:xfrm>
          <a:custGeom>
            <a:avLst/>
            <a:gdLst/>
            <a:ahLst/>
            <a:cxnLst/>
            <a:rect l="l" t="t" r="r" b="b"/>
            <a:pathLst>
              <a:path w="8571349" h="3422787">
                <a:moveTo>
                  <a:pt x="8571349" y="0"/>
                </a:moveTo>
                <a:lnTo>
                  <a:pt x="0" y="0"/>
                </a:lnTo>
                <a:lnTo>
                  <a:pt x="0" y="3422787"/>
                </a:lnTo>
                <a:lnTo>
                  <a:pt x="8571349" y="3422787"/>
                </a:lnTo>
                <a:lnTo>
                  <a:pt x="8571349" y="0"/>
                </a:lnTo>
                <a:close/>
              </a:path>
            </a:pathLst>
          </a:custGeom>
          <a:blipFill>
            <a:blip>
              <a:extLst>
                <a:ext uri="{96DAC541-7B7A-43D3-8B79-37D633B846F1}">
                  <asvg:svgBlip xmlns:asvg="http://schemas.microsoft.com/office/drawing/2016/SVG/main" r:embed="rId8"/>
                </a:ext>
              </a:extLst>
            </a:blip>
            <a:stretch>
              <a:fillRect/>
            </a:stretch>
          </a:blipFill>
        </p:spPr>
      </p:sp>
      <p:sp>
        <p:nvSpPr>
          <p:cNvPr id="20" name="Freeform 20"/>
          <p:cNvSpPr/>
          <p:nvPr/>
        </p:nvSpPr>
        <p:spPr>
          <a:xfrm rot="631944">
            <a:off x="390953" y="1437581"/>
            <a:ext cx="2058816" cy="2920307"/>
          </a:xfrm>
          <a:custGeom>
            <a:avLst/>
            <a:gdLst/>
            <a:ahLst/>
            <a:cxnLst/>
            <a:rect l="l" t="t" r="r" b="b"/>
            <a:pathLst>
              <a:path w="2058816" h="2920307">
                <a:moveTo>
                  <a:pt x="0" y="0"/>
                </a:moveTo>
                <a:lnTo>
                  <a:pt x="2058816" y="0"/>
                </a:lnTo>
                <a:lnTo>
                  <a:pt x="2058816" y="2920307"/>
                </a:lnTo>
                <a:lnTo>
                  <a:pt x="0" y="2920307"/>
                </a:lnTo>
                <a:lnTo>
                  <a:pt x="0" y="0"/>
                </a:lnTo>
                <a:close/>
              </a:path>
            </a:pathLst>
          </a:custGeom>
          <a:blipFill>
            <a:blip r:embed="rId9"/>
            <a:stretch>
              <a:fillRect/>
            </a:stretch>
          </a:blipFill>
        </p:spPr>
      </p:sp>
      <p:sp>
        <p:nvSpPr>
          <p:cNvPr id="21" name="Freeform 21"/>
          <p:cNvSpPr/>
          <p:nvPr/>
        </p:nvSpPr>
        <p:spPr>
          <a:xfrm>
            <a:off x="4061973" y="7394826"/>
            <a:ext cx="4024884" cy="4429033"/>
          </a:xfrm>
          <a:custGeom>
            <a:avLst/>
            <a:gdLst/>
            <a:ahLst/>
            <a:cxnLst/>
            <a:rect l="l" t="t" r="r" b="b"/>
            <a:pathLst>
              <a:path w="4024884" h="4429033">
                <a:moveTo>
                  <a:pt x="0" y="0"/>
                </a:moveTo>
                <a:lnTo>
                  <a:pt x="4024884" y="0"/>
                </a:lnTo>
                <a:lnTo>
                  <a:pt x="4024884" y="4429033"/>
                </a:lnTo>
                <a:lnTo>
                  <a:pt x="0" y="4429033"/>
                </a:lnTo>
                <a:lnTo>
                  <a:pt x="0" y="0"/>
                </a:lnTo>
                <a:close/>
              </a:path>
            </a:pathLst>
          </a:custGeom>
          <a:blipFill>
            <a:blip r:embed="rId10"/>
            <a:stretch>
              <a:fillRect/>
            </a:stretch>
          </a:blipFill>
        </p:spPr>
      </p:sp>
      <p:sp>
        <p:nvSpPr>
          <p:cNvPr id="22" name="TextBox 22"/>
          <p:cNvSpPr txBox="1"/>
          <p:nvPr/>
        </p:nvSpPr>
        <p:spPr>
          <a:xfrm>
            <a:off x="2507492" y="3078710"/>
            <a:ext cx="7358571" cy="1156969"/>
          </a:xfrm>
          <a:prstGeom prst="rect">
            <a:avLst/>
          </a:prstGeom>
        </p:spPr>
        <p:txBody>
          <a:bodyPr lIns="0" tIns="0" rIns="0" bIns="0" rtlCol="0" anchor="t">
            <a:spAutoFit/>
          </a:bodyPr>
          <a:lstStyle/>
          <a:p>
            <a:pPr algn="ctr">
              <a:lnSpc>
                <a:spcPts val="8799"/>
              </a:lnSpc>
            </a:pPr>
            <a:r>
              <a:rPr lang="en-US" sz="8799">
                <a:solidFill>
                  <a:srgbClr val="01544A"/>
                </a:solidFill>
                <a:latin typeface="Bahnschrift SemiBold" panose="020B0502040204020203" pitchFamily="34" charset="0"/>
                <a:ea typeface="Boldfat Mighty"/>
                <a:cs typeface="Boldfat Mighty"/>
                <a:sym typeface="Boldfat Mighty"/>
              </a:rPr>
              <a:t>KẾT LUẬN</a:t>
            </a:r>
          </a:p>
        </p:txBody>
      </p:sp>
      <p:sp>
        <p:nvSpPr>
          <p:cNvPr id="23" name="Freeform 7">
            <a:extLst>
              <a:ext uri="{FF2B5EF4-FFF2-40B4-BE49-F238E27FC236}">
                <a16:creationId xmlns:a16="http://schemas.microsoft.com/office/drawing/2014/main" id="{252F9342-951D-2515-19BF-27C74E2DAE34}"/>
              </a:ext>
            </a:extLst>
          </p:cNvPr>
          <p:cNvSpPr/>
          <p:nvPr/>
        </p:nvSpPr>
        <p:spPr>
          <a:xfrm flipH="1">
            <a:off x="19207703" y="1649909"/>
            <a:ext cx="9182259" cy="8229600"/>
          </a:xfrm>
          <a:custGeom>
            <a:avLst/>
            <a:gdLst/>
            <a:ahLst/>
            <a:cxnLst/>
            <a:rect l="l" t="t" r="r" b="b"/>
            <a:pathLst>
              <a:path w="9182259" h="8229600">
                <a:moveTo>
                  <a:pt x="9182259" y="0"/>
                </a:moveTo>
                <a:lnTo>
                  <a:pt x="0" y="0"/>
                </a:lnTo>
                <a:lnTo>
                  <a:pt x="0" y="8229600"/>
                </a:lnTo>
                <a:lnTo>
                  <a:pt x="9182259" y="8229600"/>
                </a:lnTo>
                <a:lnTo>
                  <a:pt x="9182259" y="0"/>
                </a:lnTo>
                <a:close/>
              </a:path>
            </a:pathLst>
          </a:custGeom>
          <a:blipFill>
            <a:blip r:embed="rId11"/>
            <a:stretch>
              <a:fillRect/>
            </a:stretch>
          </a:blipFill>
        </p:spPr>
      </p:sp>
      <p:sp>
        <p:nvSpPr>
          <p:cNvPr id="24" name="Freeform 12">
            <a:extLst>
              <a:ext uri="{FF2B5EF4-FFF2-40B4-BE49-F238E27FC236}">
                <a16:creationId xmlns:a16="http://schemas.microsoft.com/office/drawing/2014/main" id="{5AC90BC8-0DBF-D62B-7152-DD45025B35DA}"/>
              </a:ext>
            </a:extLst>
          </p:cNvPr>
          <p:cNvSpPr/>
          <p:nvPr/>
        </p:nvSpPr>
        <p:spPr>
          <a:xfrm rot="20784264">
            <a:off x="-5446639" y="8084827"/>
            <a:ext cx="1529826" cy="2963343"/>
          </a:xfrm>
          <a:custGeom>
            <a:avLst/>
            <a:gdLst/>
            <a:ahLst/>
            <a:cxnLst/>
            <a:rect l="l" t="t" r="r" b="b"/>
            <a:pathLst>
              <a:path w="1529826" h="2963343">
                <a:moveTo>
                  <a:pt x="0" y="0"/>
                </a:moveTo>
                <a:lnTo>
                  <a:pt x="1529826" y="0"/>
                </a:lnTo>
                <a:lnTo>
                  <a:pt x="1529826" y="2963343"/>
                </a:lnTo>
                <a:lnTo>
                  <a:pt x="0" y="2963343"/>
                </a:lnTo>
                <a:lnTo>
                  <a:pt x="0" y="0"/>
                </a:lnTo>
                <a:close/>
              </a:path>
            </a:pathLst>
          </a:custGeom>
          <a:blipFill>
            <a:blip r:embed="rId12"/>
            <a:stretch>
              <a:fillRect/>
            </a:stretch>
          </a:blipFill>
        </p:spPr>
      </p:sp>
      <p:sp>
        <p:nvSpPr>
          <p:cNvPr id="25" name="Freeform 17">
            <a:extLst>
              <a:ext uri="{FF2B5EF4-FFF2-40B4-BE49-F238E27FC236}">
                <a16:creationId xmlns:a16="http://schemas.microsoft.com/office/drawing/2014/main" id="{5081D4EA-C659-6913-66F9-27A3DFA8BFFC}"/>
              </a:ext>
            </a:extLst>
          </p:cNvPr>
          <p:cNvSpPr/>
          <p:nvPr/>
        </p:nvSpPr>
        <p:spPr>
          <a:xfrm rot="20709537">
            <a:off x="21145310" y="384062"/>
            <a:ext cx="841235" cy="2250795"/>
          </a:xfrm>
          <a:custGeom>
            <a:avLst/>
            <a:gdLst/>
            <a:ahLst/>
            <a:cxnLst/>
            <a:rect l="l" t="t" r="r" b="b"/>
            <a:pathLst>
              <a:path w="841235" h="2250795">
                <a:moveTo>
                  <a:pt x="0" y="0"/>
                </a:moveTo>
                <a:lnTo>
                  <a:pt x="841234" y="0"/>
                </a:lnTo>
                <a:lnTo>
                  <a:pt x="841234" y="2250795"/>
                </a:lnTo>
                <a:lnTo>
                  <a:pt x="0" y="2250795"/>
                </a:lnTo>
                <a:lnTo>
                  <a:pt x="0" y="0"/>
                </a:lnTo>
                <a:close/>
              </a:path>
            </a:pathLst>
          </a:custGeom>
          <a:blipFill>
            <a:blip r:embed="rId13"/>
            <a:stretch>
              <a:fillRect/>
            </a:stretch>
          </a:blipFill>
        </p:spPr>
      </p:sp>
      <p:sp>
        <p:nvSpPr>
          <p:cNvPr id="26" name="Freeform 4">
            <a:extLst>
              <a:ext uri="{FF2B5EF4-FFF2-40B4-BE49-F238E27FC236}">
                <a16:creationId xmlns:a16="http://schemas.microsoft.com/office/drawing/2014/main" id="{5FED9C00-6DB1-8EDA-5FF4-622CF0429072}"/>
              </a:ext>
            </a:extLst>
          </p:cNvPr>
          <p:cNvSpPr/>
          <p:nvPr/>
        </p:nvSpPr>
        <p:spPr>
          <a:xfrm>
            <a:off x="-7856299" y="3520478"/>
            <a:ext cx="4664491" cy="3550843"/>
          </a:xfrm>
          <a:custGeom>
            <a:avLst/>
            <a:gdLst/>
            <a:ahLst/>
            <a:cxnLst/>
            <a:rect l="l" t="t" r="r" b="b"/>
            <a:pathLst>
              <a:path w="4664491" h="3550843">
                <a:moveTo>
                  <a:pt x="0" y="0"/>
                </a:moveTo>
                <a:lnTo>
                  <a:pt x="4664491" y="0"/>
                </a:lnTo>
                <a:lnTo>
                  <a:pt x="4664491" y="3550844"/>
                </a:lnTo>
                <a:lnTo>
                  <a:pt x="0" y="3550844"/>
                </a:lnTo>
                <a:lnTo>
                  <a:pt x="0" y="0"/>
                </a:lnTo>
                <a:close/>
              </a:path>
            </a:pathLst>
          </a:custGeom>
          <a:blipFill>
            <a:blip r:embed="rId14"/>
            <a:stretch>
              <a:fillRect/>
            </a:stretch>
          </a:blipFill>
        </p:spPr>
      </p:sp>
      <p:sp>
        <p:nvSpPr>
          <p:cNvPr id="27" name="Freeform 7">
            <a:extLst>
              <a:ext uri="{FF2B5EF4-FFF2-40B4-BE49-F238E27FC236}">
                <a16:creationId xmlns:a16="http://schemas.microsoft.com/office/drawing/2014/main" id="{0C7B28D3-5D6C-CD22-C02E-684D07FAD7B2}"/>
              </a:ext>
            </a:extLst>
          </p:cNvPr>
          <p:cNvSpPr/>
          <p:nvPr/>
        </p:nvSpPr>
        <p:spPr>
          <a:xfrm>
            <a:off x="4585301" y="13495990"/>
            <a:ext cx="4814152" cy="12837739"/>
          </a:xfrm>
          <a:custGeom>
            <a:avLst/>
            <a:gdLst/>
            <a:ahLst/>
            <a:cxnLst/>
            <a:rect l="l" t="t" r="r" b="b"/>
            <a:pathLst>
              <a:path w="4814152" h="12837739">
                <a:moveTo>
                  <a:pt x="0" y="0"/>
                </a:moveTo>
                <a:lnTo>
                  <a:pt x="4814152" y="0"/>
                </a:lnTo>
                <a:lnTo>
                  <a:pt x="4814152" y="12837739"/>
                </a:lnTo>
                <a:lnTo>
                  <a:pt x="0" y="12837739"/>
                </a:lnTo>
                <a:lnTo>
                  <a:pt x="0" y="0"/>
                </a:lnTo>
                <a:close/>
              </a:path>
            </a:pathLst>
          </a:custGeom>
          <a:blipFill>
            <a:blip r:embed="rId15"/>
            <a:stretch>
              <a:fillRect/>
            </a:stretch>
          </a:blipFill>
        </p:spPr>
      </p:sp>
      <p:sp>
        <p:nvSpPr>
          <p:cNvPr id="28" name="Freeform 8">
            <a:extLst>
              <a:ext uri="{FF2B5EF4-FFF2-40B4-BE49-F238E27FC236}">
                <a16:creationId xmlns:a16="http://schemas.microsoft.com/office/drawing/2014/main" id="{5F52D9DE-C03F-2657-F09E-64146F0922BA}"/>
              </a:ext>
            </a:extLst>
          </p:cNvPr>
          <p:cNvSpPr/>
          <p:nvPr/>
        </p:nvSpPr>
        <p:spPr>
          <a:xfrm>
            <a:off x="7749462" y="13904443"/>
            <a:ext cx="6771162" cy="14143420"/>
          </a:xfrm>
          <a:custGeom>
            <a:avLst/>
            <a:gdLst/>
            <a:ahLst/>
            <a:cxnLst/>
            <a:rect l="l" t="t" r="r" b="b"/>
            <a:pathLst>
              <a:path w="6771162" h="14143420">
                <a:moveTo>
                  <a:pt x="0" y="0"/>
                </a:moveTo>
                <a:lnTo>
                  <a:pt x="6771162" y="0"/>
                </a:lnTo>
                <a:lnTo>
                  <a:pt x="6771162" y="14143420"/>
                </a:lnTo>
                <a:lnTo>
                  <a:pt x="0" y="14143420"/>
                </a:lnTo>
                <a:lnTo>
                  <a:pt x="0" y="0"/>
                </a:lnTo>
                <a:close/>
              </a:path>
            </a:pathLst>
          </a:custGeom>
          <a:blipFill>
            <a:blip r:embed="rId16"/>
            <a:stretch>
              <a:fillRect/>
            </a:stretch>
          </a:blipFill>
        </p:spPr>
      </p:sp>
      <p:sp>
        <p:nvSpPr>
          <p:cNvPr id="29" name="Freeform 10">
            <a:extLst>
              <a:ext uri="{FF2B5EF4-FFF2-40B4-BE49-F238E27FC236}">
                <a16:creationId xmlns:a16="http://schemas.microsoft.com/office/drawing/2014/main" id="{599B0975-678F-F9F8-7894-359F8F6CFAD5}"/>
              </a:ext>
            </a:extLst>
          </p:cNvPr>
          <p:cNvSpPr/>
          <p:nvPr/>
        </p:nvSpPr>
        <p:spPr>
          <a:xfrm>
            <a:off x="2712672" y="14073261"/>
            <a:ext cx="2537780" cy="2303035"/>
          </a:xfrm>
          <a:custGeom>
            <a:avLst/>
            <a:gdLst/>
            <a:ahLst/>
            <a:cxnLst/>
            <a:rect l="l" t="t" r="r" b="b"/>
            <a:pathLst>
              <a:path w="2537780" h="2303035">
                <a:moveTo>
                  <a:pt x="0" y="0"/>
                </a:moveTo>
                <a:lnTo>
                  <a:pt x="2537780" y="0"/>
                </a:lnTo>
                <a:lnTo>
                  <a:pt x="2537780" y="2303036"/>
                </a:lnTo>
                <a:lnTo>
                  <a:pt x="0" y="2303036"/>
                </a:lnTo>
                <a:lnTo>
                  <a:pt x="0" y="0"/>
                </a:lnTo>
                <a:close/>
              </a:path>
            </a:pathLst>
          </a:custGeom>
          <a:blipFill>
            <a:blip r:embed="rId7"/>
            <a:stretch>
              <a:fillRect/>
            </a:stretch>
          </a:blipFill>
        </p:spPr>
      </p:sp>
      <p:sp>
        <p:nvSpPr>
          <p:cNvPr id="30" name="Freeform 12">
            <a:extLst>
              <a:ext uri="{FF2B5EF4-FFF2-40B4-BE49-F238E27FC236}">
                <a16:creationId xmlns:a16="http://schemas.microsoft.com/office/drawing/2014/main" id="{43D69083-8A56-8A3E-4780-6C3509A341C8}"/>
              </a:ext>
            </a:extLst>
          </p:cNvPr>
          <p:cNvSpPr/>
          <p:nvPr/>
        </p:nvSpPr>
        <p:spPr>
          <a:xfrm>
            <a:off x="-1946348" y="13581263"/>
            <a:ext cx="5110041" cy="4637362"/>
          </a:xfrm>
          <a:custGeom>
            <a:avLst/>
            <a:gdLst/>
            <a:ahLst/>
            <a:cxnLst/>
            <a:rect l="l" t="t" r="r" b="b"/>
            <a:pathLst>
              <a:path w="5110041" h="4637362">
                <a:moveTo>
                  <a:pt x="0" y="0"/>
                </a:moveTo>
                <a:lnTo>
                  <a:pt x="5110041" y="0"/>
                </a:lnTo>
                <a:lnTo>
                  <a:pt x="5110041" y="4637362"/>
                </a:lnTo>
                <a:lnTo>
                  <a:pt x="0" y="4637362"/>
                </a:lnTo>
                <a:lnTo>
                  <a:pt x="0" y="0"/>
                </a:lnTo>
                <a:close/>
              </a:path>
            </a:pathLst>
          </a:custGeom>
          <a:blipFill>
            <a:blip r:embed="rId7"/>
            <a:stretch>
              <a:fillRect/>
            </a:stretch>
          </a:blipFill>
        </p:spPr>
      </p:sp>
      <p:sp>
        <p:nvSpPr>
          <p:cNvPr id="31" name="Freeform 14">
            <a:extLst>
              <a:ext uri="{FF2B5EF4-FFF2-40B4-BE49-F238E27FC236}">
                <a16:creationId xmlns:a16="http://schemas.microsoft.com/office/drawing/2014/main" id="{22A1095B-CA2F-0F88-C64D-F248E3B72F5B}"/>
              </a:ext>
            </a:extLst>
          </p:cNvPr>
          <p:cNvSpPr/>
          <p:nvPr/>
        </p:nvSpPr>
        <p:spPr>
          <a:xfrm>
            <a:off x="23334270" y="1282242"/>
            <a:ext cx="4711446" cy="8229600"/>
          </a:xfrm>
          <a:custGeom>
            <a:avLst/>
            <a:gdLst/>
            <a:ahLst/>
            <a:cxnLst/>
            <a:rect l="l" t="t" r="r" b="b"/>
            <a:pathLst>
              <a:path w="4711446" h="8229600">
                <a:moveTo>
                  <a:pt x="0" y="0"/>
                </a:moveTo>
                <a:lnTo>
                  <a:pt x="4711446" y="0"/>
                </a:lnTo>
                <a:lnTo>
                  <a:pt x="4711446" y="8229600"/>
                </a:lnTo>
                <a:lnTo>
                  <a:pt x="0" y="8229600"/>
                </a:lnTo>
                <a:lnTo>
                  <a:pt x="0" y="0"/>
                </a:lnTo>
                <a:close/>
              </a:path>
            </a:pathLst>
          </a:custGeom>
          <a:blipFill>
            <a:blip r:embed="rId17"/>
            <a:stretch>
              <a:fillRect/>
            </a:stretch>
          </a:blipFill>
        </p:spPr>
      </p:sp>
      <p:sp>
        <p:nvSpPr>
          <p:cNvPr id="32" name="Freeform 15">
            <a:extLst>
              <a:ext uri="{FF2B5EF4-FFF2-40B4-BE49-F238E27FC236}">
                <a16:creationId xmlns:a16="http://schemas.microsoft.com/office/drawing/2014/main" id="{C748810D-F313-B133-2365-2DA28E86A364}"/>
              </a:ext>
            </a:extLst>
          </p:cNvPr>
          <p:cNvSpPr/>
          <p:nvPr/>
        </p:nvSpPr>
        <p:spPr>
          <a:xfrm flipH="1">
            <a:off x="-3491798" y="1389930"/>
            <a:ext cx="2188123" cy="1911872"/>
          </a:xfrm>
          <a:custGeom>
            <a:avLst/>
            <a:gdLst/>
            <a:ahLst/>
            <a:cxnLst/>
            <a:rect l="l" t="t" r="r" b="b"/>
            <a:pathLst>
              <a:path w="2188123" h="1911872">
                <a:moveTo>
                  <a:pt x="2188123" y="0"/>
                </a:moveTo>
                <a:lnTo>
                  <a:pt x="0" y="0"/>
                </a:lnTo>
                <a:lnTo>
                  <a:pt x="0" y="1911872"/>
                </a:lnTo>
                <a:lnTo>
                  <a:pt x="2188123" y="1911872"/>
                </a:lnTo>
                <a:lnTo>
                  <a:pt x="2188123" y="0"/>
                </a:lnTo>
                <a:close/>
              </a:path>
            </a:pathLst>
          </a:custGeom>
          <a:blipFill>
            <a:blip r:embed="rId18"/>
            <a:stretch>
              <a:fillRect/>
            </a:stretch>
          </a:blipFill>
        </p:spPr>
      </p:sp>
      <p:sp>
        <p:nvSpPr>
          <p:cNvPr id="33" name="Freeform 17">
            <a:extLst>
              <a:ext uri="{FF2B5EF4-FFF2-40B4-BE49-F238E27FC236}">
                <a16:creationId xmlns:a16="http://schemas.microsoft.com/office/drawing/2014/main" id="{54ED6248-8B2B-749C-010E-F8C8098CB472}"/>
              </a:ext>
            </a:extLst>
          </p:cNvPr>
          <p:cNvSpPr/>
          <p:nvPr/>
        </p:nvSpPr>
        <p:spPr>
          <a:xfrm flipH="1">
            <a:off x="18414244" y="7042947"/>
            <a:ext cx="3171032" cy="2877712"/>
          </a:xfrm>
          <a:custGeom>
            <a:avLst/>
            <a:gdLst/>
            <a:ahLst/>
            <a:cxnLst/>
            <a:rect l="l" t="t" r="r" b="b"/>
            <a:pathLst>
              <a:path w="3171032" h="2877712">
                <a:moveTo>
                  <a:pt x="3171032" y="0"/>
                </a:moveTo>
                <a:lnTo>
                  <a:pt x="0" y="0"/>
                </a:lnTo>
                <a:lnTo>
                  <a:pt x="0" y="2877712"/>
                </a:lnTo>
                <a:lnTo>
                  <a:pt x="3171032" y="2877712"/>
                </a:lnTo>
                <a:lnTo>
                  <a:pt x="3171032" y="0"/>
                </a:lnTo>
                <a:close/>
              </a:path>
            </a:pathLst>
          </a:custGeom>
          <a:blipFill>
            <a:blip r:embed="rId7"/>
            <a:stretch>
              <a:fillRect/>
            </a:stretch>
          </a:blipFill>
        </p:spPr>
      </p:sp>
      <p:sp>
        <p:nvSpPr>
          <p:cNvPr id="34" name="Freeform 13">
            <a:extLst>
              <a:ext uri="{FF2B5EF4-FFF2-40B4-BE49-F238E27FC236}">
                <a16:creationId xmlns:a16="http://schemas.microsoft.com/office/drawing/2014/main" id="{12CB3C96-7644-33C1-688E-4DEAB3AFCA96}"/>
              </a:ext>
            </a:extLst>
          </p:cNvPr>
          <p:cNvSpPr/>
          <p:nvPr/>
        </p:nvSpPr>
        <p:spPr>
          <a:xfrm>
            <a:off x="20171186" y="3602301"/>
            <a:ext cx="2631570" cy="4596630"/>
          </a:xfrm>
          <a:custGeom>
            <a:avLst/>
            <a:gdLst/>
            <a:ahLst/>
            <a:cxnLst/>
            <a:rect l="l" t="t" r="r" b="b"/>
            <a:pathLst>
              <a:path w="2631570" h="4596630">
                <a:moveTo>
                  <a:pt x="0" y="0"/>
                </a:moveTo>
                <a:lnTo>
                  <a:pt x="2631571" y="0"/>
                </a:lnTo>
                <a:lnTo>
                  <a:pt x="2631571" y="4596630"/>
                </a:lnTo>
                <a:lnTo>
                  <a:pt x="0" y="4596630"/>
                </a:lnTo>
                <a:lnTo>
                  <a:pt x="0" y="0"/>
                </a:lnTo>
                <a:close/>
              </a:path>
            </a:pathLst>
          </a:custGeom>
          <a:blipFill>
            <a:blip r:embed="rId17"/>
            <a:stretch>
              <a:fillRect/>
            </a:stretch>
          </a:blipFill>
        </p:spPr>
      </p:sp>
      <p:sp>
        <p:nvSpPr>
          <p:cNvPr id="35" name="Freeform 10">
            <a:extLst>
              <a:ext uri="{FF2B5EF4-FFF2-40B4-BE49-F238E27FC236}">
                <a16:creationId xmlns:a16="http://schemas.microsoft.com/office/drawing/2014/main" id="{A4985BFF-50C2-6061-A4EA-E13E206A3FD8}"/>
              </a:ext>
            </a:extLst>
          </p:cNvPr>
          <p:cNvSpPr/>
          <p:nvPr/>
        </p:nvSpPr>
        <p:spPr>
          <a:xfrm>
            <a:off x="-6905321" y="10127850"/>
            <a:ext cx="2537780" cy="2303035"/>
          </a:xfrm>
          <a:custGeom>
            <a:avLst/>
            <a:gdLst/>
            <a:ahLst/>
            <a:cxnLst/>
            <a:rect l="l" t="t" r="r" b="b"/>
            <a:pathLst>
              <a:path w="2537780" h="2303035">
                <a:moveTo>
                  <a:pt x="0" y="0"/>
                </a:moveTo>
                <a:lnTo>
                  <a:pt x="2537780" y="0"/>
                </a:lnTo>
                <a:lnTo>
                  <a:pt x="2537780" y="2303036"/>
                </a:lnTo>
                <a:lnTo>
                  <a:pt x="0" y="2303036"/>
                </a:lnTo>
                <a:lnTo>
                  <a:pt x="0" y="0"/>
                </a:lnTo>
                <a:close/>
              </a:path>
            </a:pathLst>
          </a:custGeom>
          <a:blipFill>
            <a:blip r:embed="rId7"/>
            <a:stretch>
              <a:fillRect/>
            </a:stretch>
          </a:blipFill>
        </p:spPr>
      </p:sp>
      <p:sp>
        <p:nvSpPr>
          <p:cNvPr id="36" name="Freeform 13">
            <a:extLst>
              <a:ext uri="{FF2B5EF4-FFF2-40B4-BE49-F238E27FC236}">
                <a16:creationId xmlns:a16="http://schemas.microsoft.com/office/drawing/2014/main" id="{F5D060E7-638D-FB1B-947F-438809A32F09}"/>
              </a:ext>
            </a:extLst>
          </p:cNvPr>
          <p:cNvSpPr/>
          <p:nvPr/>
        </p:nvSpPr>
        <p:spPr>
          <a:xfrm>
            <a:off x="13312547" y="3602301"/>
            <a:ext cx="2631570" cy="4596630"/>
          </a:xfrm>
          <a:custGeom>
            <a:avLst/>
            <a:gdLst/>
            <a:ahLst/>
            <a:cxnLst/>
            <a:rect l="l" t="t" r="r" b="b"/>
            <a:pathLst>
              <a:path w="2631570" h="4596630">
                <a:moveTo>
                  <a:pt x="0" y="0"/>
                </a:moveTo>
                <a:lnTo>
                  <a:pt x="2631571" y="0"/>
                </a:lnTo>
                <a:lnTo>
                  <a:pt x="2631571" y="4596630"/>
                </a:lnTo>
                <a:lnTo>
                  <a:pt x="0" y="4596630"/>
                </a:lnTo>
                <a:lnTo>
                  <a:pt x="0" y="0"/>
                </a:lnTo>
                <a:close/>
              </a:path>
            </a:pathLst>
          </a:custGeom>
          <a:blipFill>
            <a:blip r:embed="rId17"/>
            <a:stretch>
              <a:fillRect/>
            </a:stretch>
          </a:blipFill>
        </p:spPr>
      </p:sp>
      <p:sp>
        <p:nvSpPr>
          <p:cNvPr id="37" name="Freeform 14">
            <a:extLst>
              <a:ext uri="{FF2B5EF4-FFF2-40B4-BE49-F238E27FC236}">
                <a16:creationId xmlns:a16="http://schemas.microsoft.com/office/drawing/2014/main" id="{293D51BE-3FC3-7C19-A7FA-10761F396328}"/>
              </a:ext>
            </a:extLst>
          </p:cNvPr>
          <p:cNvSpPr/>
          <p:nvPr/>
        </p:nvSpPr>
        <p:spPr>
          <a:xfrm>
            <a:off x="14098260" y="1129842"/>
            <a:ext cx="4711446" cy="8229600"/>
          </a:xfrm>
          <a:custGeom>
            <a:avLst/>
            <a:gdLst/>
            <a:ahLst/>
            <a:cxnLst/>
            <a:rect l="l" t="t" r="r" b="b"/>
            <a:pathLst>
              <a:path w="4711446" h="8229600">
                <a:moveTo>
                  <a:pt x="0" y="0"/>
                </a:moveTo>
                <a:lnTo>
                  <a:pt x="4711446" y="0"/>
                </a:lnTo>
                <a:lnTo>
                  <a:pt x="4711446" y="8229600"/>
                </a:lnTo>
                <a:lnTo>
                  <a:pt x="0" y="8229600"/>
                </a:lnTo>
                <a:lnTo>
                  <a:pt x="0" y="0"/>
                </a:lnTo>
                <a:close/>
              </a:path>
            </a:pathLst>
          </a:custGeom>
          <a:blipFill>
            <a:blip r:embed="rId17"/>
            <a:stretch>
              <a:fillRect/>
            </a:stretch>
          </a:blipFill>
        </p:spPr>
      </p:sp>
      <p:sp>
        <p:nvSpPr>
          <p:cNvPr id="38" name="Freeform 15">
            <a:extLst>
              <a:ext uri="{FF2B5EF4-FFF2-40B4-BE49-F238E27FC236}">
                <a16:creationId xmlns:a16="http://schemas.microsoft.com/office/drawing/2014/main" id="{41800A33-D76D-F640-A94D-EFA78B8ED7BE}"/>
              </a:ext>
            </a:extLst>
          </p:cNvPr>
          <p:cNvSpPr/>
          <p:nvPr/>
        </p:nvSpPr>
        <p:spPr>
          <a:xfrm flipH="1">
            <a:off x="1187750" y="1237530"/>
            <a:ext cx="2188123" cy="1911872"/>
          </a:xfrm>
          <a:custGeom>
            <a:avLst/>
            <a:gdLst/>
            <a:ahLst/>
            <a:cxnLst/>
            <a:rect l="l" t="t" r="r" b="b"/>
            <a:pathLst>
              <a:path w="2188123" h="1911872">
                <a:moveTo>
                  <a:pt x="2188123" y="0"/>
                </a:moveTo>
                <a:lnTo>
                  <a:pt x="0" y="0"/>
                </a:lnTo>
                <a:lnTo>
                  <a:pt x="0" y="1911872"/>
                </a:lnTo>
                <a:lnTo>
                  <a:pt x="2188123" y="1911872"/>
                </a:lnTo>
                <a:lnTo>
                  <a:pt x="2188123" y="0"/>
                </a:lnTo>
                <a:close/>
              </a:path>
            </a:pathLst>
          </a:custGeom>
          <a:blipFill>
            <a:blip r:embed="rId18"/>
            <a:stretch>
              <a:fillRect/>
            </a:stretch>
          </a:blipFill>
        </p:spPr>
      </p:sp>
      <p:sp>
        <p:nvSpPr>
          <p:cNvPr id="39" name="Freeform 17">
            <a:extLst>
              <a:ext uri="{FF2B5EF4-FFF2-40B4-BE49-F238E27FC236}">
                <a16:creationId xmlns:a16="http://schemas.microsoft.com/office/drawing/2014/main" id="{CA066FB2-5D3D-5E62-23BE-D6B94C21CF53}"/>
              </a:ext>
            </a:extLst>
          </p:cNvPr>
          <p:cNvSpPr/>
          <p:nvPr/>
        </p:nvSpPr>
        <p:spPr>
          <a:xfrm flipH="1">
            <a:off x="9178234" y="6890547"/>
            <a:ext cx="3171032" cy="2877712"/>
          </a:xfrm>
          <a:custGeom>
            <a:avLst/>
            <a:gdLst/>
            <a:ahLst/>
            <a:cxnLst/>
            <a:rect l="l" t="t" r="r" b="b"/>
            <a:pathLst>
              <a:path w="3171032" h="2877712">
                <a:moveTo>
                  <a:pt x="3171032" y="0"/>
                </a:moveTo>
                <a:lnTo>
                  <a:pt x="0" y="0"/>
                </a:lnTo>
                <a:lnTo>
                  <a:pt x="0" y="2877712"/>
                </a:lnTo>
                <a:lnTo>
                  <a:pt x="3171032" y="2877712"/>
                </a:lnTo>
                <a:lnTo>
                  <a:pt x="3171032" y="0"/>
                </a:lnTo>
                <a:close/>
              </a:path>
            </a:pathLst>
          </a:custGeom>
          <a:blipFill>
            <a:blip r:embed="rId7"/>
            <a:stretch>
              <a:fillRect/>
            </a:stretch>
          </a:blipFill>
        </p:spPr>
      </p:sp>
      <p:grpSp>
        <p:nvGrpSpPr>
          <p:cNvPr id="40" name="Group 6">
            <a:extLst>
              <a:ext uri="{FF2B5EF4-FFF2-40B4-BE49-F238E27FC236}">
                <a16:creationId xmlns:a16="http://schemas.microsoft.com/office/drawing/2014/main" id="{AB194ED0-4E2E-241B-5573-6D55422EECEA}"/>
              </a:ext>
            </a:extLst>
          </p:cNvPr>
          <p:cNvGrpSpPr/>
          <p:nvPr/>
        </p:nvGrpSpPr>
        <p:grpSpPr>
          <a:xfrm>
            <a:off x="19329151" y="751682"/>
            <a:ext cx="16914157" cy="9102125"/>
            <a:chOff x="0" y="0"/>
            <a:chExt cx="801609" cy="636181"/>
          </a:xfrm>
        </p:grpSpPr>
        <p:sp>
          <p:nvSpPr>
            <p:cNvPr id="41" name="Freeform 7">
              <a:extLst>
                <a:ext uri="{FF2B5EF4-FFF2-40B4-BE49-F238E27FC236}">
                  <a16:creationId xmlns:a16="http://schemas.microsoft.com/office/drawing/2014/main" id="{F9D7EB77-62C1-BE7A-F1C6-3BE6D005B1D9}"/>
                </a:ext>
              </a:extLst>
            </p:cNvPr>
            <p:cNvSpPr/>
            <p:nvPr/>
          </p:nvSpPr>
          <p:spPr>
            <a:xfrm>
              <a:off x="0" y="0"/>
              <a:ext cx="801609" cy="636181"/>
            </a:xfrm>
            <a:custGeom>
              <a:avLst/>
              <a:gdLst/>
              <a:ahLst/>
              <a:cxnLst/>
              <a:rect l="l" t="t" r="r" b="b"/>
              <a:pathLst>
                <a:path w="801609" h="636181">
                  <a:moveTo>
                    <a:pt x="13184" y="0"/>
                  </a:moveTo>
                  <a:lnTo>
                    <a:pt x="788424" y="0"/>
                  </a:lnTo>
                  <a:cubicBezTo>
                    <a:pt x="795706" y="0"/>
                    <a:pt x="801609" y="5903"/>
                    <a:pt x="801609" y="13184"/>
                  </a:cubicBezTo>
                  <a:lnTo>
                    <a:pt x="801609" y="622997"/>
                  </a:lnTo>
                  <a:cubicBezTo>
                    <a:pt x="801609" y="630279"/>
                    <a:pt x="795706" y="636181"/>
                    <a:pt x="788424" y="636181"/>
                  </a:cubicBezTo>
                  <a:lnTo>
                    <a:pt x="13184" y="636181"/>
                  </a:lnTo>
                  <a:cubicBezTo>
                    <a:pt x="5903" y="636181"/>
                    <a:pt x="0" y="630279"/>
                    <a:pt x="0" y="622997"/>
                  </a:cubicBezTo>
                  <a:lnTo>
                    <a:pt x="0" y="13184"/>
                  </a:lnTo>
                  <a:cubicBezTo>
                    <a:pt x="0" y="5903"/>
                    <a:pt x="5903" y="0"/>
                    <a:pt x="13184" y="0"/>
                  </a:cubicBezTo>
                  <a:close/>
                </a:path>
              </a:pathLst>
            </a:custGeom>
            <a:gradFill rotWithShape="1">
              <a:gsLst>
                <a:gs pos="0">
                  <a:srgbClr val="FFFCFC">
                    <a:alpha val="69000"/>
                  </a:srgbClr>
                </a:gs>
                <a:gs pos="100000">
                  <a:srgbClr val="FFFFFF">
                    <a:alpha val="40000"/>
                  </a:srgbClr>
                </a:gs>
              </a:gsLst>
              <a:lin ang="0"/>
            </a:gradFill>
          </p:spPr>
        </p:sp>
        <p:sp>
          <p:nvSpPr>
            <p:cNvPr id="42" name="TextBox 8">
              <a:extLst>
                <a:ext uri="{FF2B5EF4-FFF2-40B4-BE49-F238E27FC236}">
                  <a16:creationId xmlns:a16="http://schemas.microsoft.com/office/drawing/2014/main" id="{F651F664-A139-3AC8-6CED-7B4FF78289F1}"/>
                </a:ext>
              </a:extLst>
            </p:cNvPr>
            <p:cNvSpPr txBox="1"/>
            <p:nvPr/>
          </p:nvSpPr>
          <p:spPr>
            <a:xfrm>
              <a:off x="0" y="-38100"/>
              <a:ext cx="801609" cy="674281"/>
            </a:xfrm>
            <a:prstGeom prst="rect">
              <a:avLst/>
            </a:prstGeom>
          </p:spPr>
          <p:txBody>
            <a:bodyPr lIns="56476" tIns="56476" rIns="56476" bIns="56476" rtlCol="0" anchor="ctr"/>
            <a:lstStyle/>
            <a:p>
              <a:pPr algn="ctr">
                <a:lnSpc>
                  <a:spcPts val="3360"/>
                </a:lnSpc>
              </a:pPr>
              <a:endParaRPr/>
            </a:p>
          </p:txBody>
        </p:sp>
      </p:grpSp>
      <p:grpSp>
        <p:nvGrpSpPr>
          <p:cNvPr id="43" name="Group 15">
            <a:extLst>
              <a:ext uri="{FF2B5EF4-FFF2-40B4-BE49-F238E27FC236}">
                <a16:creationId xmlns:a16="http://schemas.microsoft.com/office/drawing/2014/main" id="{3ECF4C38-7678-9503-44D7-CCB964582243}"/>
              </a:ext>
            </a:extLst>
          </p:cNvPr>
          <p:cNvGrpSpPr/>
          <p:nvPr/>
        </p:nvGrpSpPr>
        <p:grpSpPr>
          <a:xfrm rot="-10800000">
            <a:off x="18702436" y="876905"/>
            <a:ext cx="16309509" cy="1957584"/>
            <a:chOff x="0" y="0"/>
            <a:chExt cx="1363463" cy="248878"/>
          </a:xfrm>
        </p:grpSpPr>
        <p:sp>
          <p:nvSpPr>
            <p:cNvPr id="44" name="Freeform 16">
              <a:extLst>
                <a:ext uri="{FF2B5EF4-FFF2-40B4-BE49-F238E27FC236}">
                  <a16:creationId xmlns:a16="http://schemas.microsoft.com/office/drawing/2014/main" id="{9756570C-EF00-D07D-38C0-7D52CD770666}"/>
                </a:ext>
              </a:extLst>
            </p:cNvPr>
            <p:cNvSpPr/>
            <p:nvPr/>
          </p:nvSpPr>
          <p:spPr>
            <a:xfrm>
              <a:off x="0" y="0"/>
              <a:ext cx="1363463" cy="248878"/>
            </a:xfrm>
            <a:custGeom>
              <a:avLst/>
              <a:gdLst/>
              <a:ahLst/>
              <a:cxnLst/>
              <a:rect l="l" t="t" r="r" b="b"/>
              <a:pathLst>
                <a:path w="1363463" h="248878">
                  <a:moveTo>
                    <a:pt x="14099" y="0"/>
                  </a:moveTo>
                  <a:lnTo>
                    <a:pt x="1349364" y="0"/>
                  </a:lnTo>
                  <a:cubicBezTo>
                    <a:pt x="1357151" y="0"/>
                    <a:pt x="1363463" y="6313"/>
                    <a:pt x="1363463" y="14099"/>
                  </a:cubicBezTo>
                  <a:lnTo>
                    <a:pt x="1363463" y="234779"/>
                  </a:lnTo>
                  <a:cubicBezTo>
                    <a:pt x="1363463" y="238518"/>
                    <a:pt x="1361978" y="242105"/>
                    <a:pt x="1359334" y="244749"/>
                  </a:cubicBezTo>
                  <a:cubicBezTo>
                    <a:pt x="1356690" y="247393"/>
                    <a:pt x="1353103" y="248878"/>
                    <a:pt x="1349364" y="248878"/>
                  </a:cubicBezTo>
                  <a:lnTo>
                    <a:pt x="14099" y="248878"/>
                  </a:lnTo>
                  <a:cubicBezTo>
                    <a:pt x="10360" y="248878"/>
                    <a:pt x="6774" y="247393"/>
                    <a:pt x="4130" y="244749"/>
                  </a:cubicBezTo>
                  <a:cubicBezTo>
                    <a:pt x="1485" y="242105"/>
                    <a:pt x="0" y="238518"/>
                    <a:pt x="0" y="234779"/>
                  </a:cubicBezTo>
                  <a:lnTo>
                    <a:pt x="0" y="14099"/>
                  </a:lnTo>
                  <a:cubicBezTo>
                    <a:pt x="0" y="10360"/>
                    <a:pt x="1485" y="6774"/>
                    <a:pt x="4130" y="4130"/>
                  </a:cubicBezTo>
                  <a:cubicBezTo>
                    <a:pt x="6774" y="1485"/>
                    <a:pt x="10360" y="0"/>
                    <a:pt x="14099" y="0"/>
                  </a:cubicBezTo>
                  <a:close/>
                </a:path>
              </a:pathLst>
            </a:custGeom>
            <a:solidFill>
              <a:srgbClr val="FFFFFF"/>
            </a:solidFill>
          </p:spPr>
        </p:sp>
        <p:sp>
          <p:nvSpPr>
            <p:cNvPr id="45" name="TextBox 17">
              <a:extLst>
                <a:ext uri="{FF2B5EF4-FFF2-40B4-BE49-F238E27FC236}">
                  <a16:creationId xmlns:a16="http://schemas.microsoft.com/office/drawing/2014/main" id="{5F41568B-57B8-91B7-B024-B4C62431F51F}"/>
                </a:ext>
              </a:extLst>
            </p:cNvPr>
            <p:cNvSpPr txBox="1"/>
            <p:nvPr/>
          </p:nvSpPr>
          <p:spPr>
            <a:xfrm>
              <a:off x="0" y="-38100"/>
              <a:ext cx="1363463" cy="286978"/>
            </a:xfrm>
            <a:prstGeom prst="rect">
              <a:avLst/>
            </a:prstGeom>
          </p:spPr>
          <p:txBody>
            <a:bodyPr lIns="56476" tIns="56476" rIns="56476" bIns="56476" rtlCol="0" anchor="ctr"/>
            <a:lstStyle/>
            <a:p>
              <a:pPr algn="ctr">
                <a:lnSpc>
                  <a:spcPts val="3360"/>
                </a:lnSpc>
              </a:pPr>
              <a:endParaRPr/>
            </a:p>
          </p:txBody>
        </p:sp>
      </p:grpSp>
      <p:sp>
        <p:nvSpPr>
          <p:cNvPr id="46" name="TextBox 26">
            <a:extLst>
              <a:ext uri="{FF2B5EF4-FFF2-40B4-BE49-F238E27FC236}">
                <a16:creationId xmlns:a16="http://schemas.microsoft.com/office/drawing/2014/main" id="{E92E9227-6F33-93F6-D76D-16665B25DF61}"/>
              </a:ext>
            </a:extLst>
          </p:cNvPr>
          <p:cNvSpPr txBox="1"/>
          <p:nvPr/>
        </p:nvSpPr>
        <p:spPr>
          <a:xfrm>
            <a:off x="1308476" y="-2311007"/>
            <a:ext cx="8994379" cy="1081828"/>
          </a:xfrm>
          <a:prstGeom prst="rect">
            <a:avLst/>
          </a:prstGeom>
        </p:spPr>
        <p:txBody>
          <a:bodyPr lIns="0" tIns="0" rIns="0" bIns="0" rtlCol="0" anchor="t">
            <a:spAutoFit/>
          </a:bodyPr>
          <a:lstStyle/>
          <a:p>
            <a:pPr marL="679644" lvl="1" algn="l">
              <a:lnSpc>
                <a:spcPts val="8814"/>
              </a:lnSpc>
              <a:spcBef>
                <a:spcPct val="0"/>
              </a:spcBef>
            </a:pPr>
            <a:r>
              <a:rPr lang="en-US" sz="6295">
                <a:solidFill>
                  <a:srgbClr val="01544A"/>
                </a:solidFill>
                <a:latin typeface="Cheering Section"/>
                <a:ea typeface="Cheering Section"/>
                <a:cs typeface="Cheering Section"/>
                <a:sym typeface="Cheering Section"/>
              </a:rPr>
              <a:t>Các nguồn tham khảo:</a:t>
            </a:r>
          </a:p>
        </p:txBody>
      </p:sp>
      <p:grpSp>
        <p:nvGrpSpPr>
          <p:cNvPr id="47" name="Group 9">
            <a:extLst>
              <a:ext uri="{FF2B5EF4-FFF2-40B4-BE49-F238E27FC236}">
                <a16:creationId xmlns:a16="http://schemas.microsoft.com/office/drawing/2014/main" id="{05DFF202-31C4-AC17-54CE-EBE2132D1940}"/>
              </a:ext>
            </a:extLst>
          </p:cNvPr>
          <p:cNvGrpSpPr/>
          <p:nvPr/>
        </p:nvGrpSpPr>
        <p:grpSpPr>
          <a:xfrm>
            <a:off x="-8271718" y="3368796"/>
            <a:ext cx="7009302" cy="6197473"/>
            <a:chOff x="0" y="0"/>
            <a:chExt cx="1059993" cy="1253581"/>
          </a:xfrm>
          <a:solidFill>
            <a:srgbClr val="00B050">
              <a:alpha val="23000"/>
            </a:srgbClr>
          </a:solidFill>
        </p:grpSpPr>
        <p:sp>
          <p:nvSpPr>
            <p:cNvPr id="48" name="Freeform 10">
              <a:extLst>
                <a:ext uri="{FF2B5EF4-FFF2-40B4-BE49-F238E27FC236}">
                  <a16:creationId xmlns:a16="http://schemas.microsoft.com/office/drawing/2014/main" id="{A887A085-EE4B-84EC-72FF-3411471B6206}"/>
                </a:ext>
              </a:extLst>
            </p:cNvPr>
            <p:cNvSpPr/>
            <p:nvPr/>
          </p:nvSpPr>
          <p:spPr>
            <a:xfrm>
              <a:off x="0" y="0"/>
              <a:ext cx="1059993" cy="1253581"/>
            </a:xfrm>
            <a:custGeom>
              <a:avLst/>
              <a:gdLst/>
              <a:ahLst/>
              <a:cxnLst/>
              <a:rect l="l" t="t" r="r" b="b"/>
              <a:pathLst>
                <a:path w="1059993" h="1253581">
                  <a:moveTo>
                    <a:pt x="28854" y="0"/>
                  </a:moveTo>
                  <a:lnTo>
                    <a:pt x="1031139" y="0"/>
                  </a:lnTo>
                  <a:cubicBezTo>
                    <a:pt x="1047075" y="0"/>
                    <a:pt x="1059993" y="12919"/>
                    <a:pt x="1059993" y="28854"/>
                  </a:cubicBezTo>
                  <a:lnTo>
                    <a:pt x="1059993" y="1224727"/>
                  </a:lnTo>
                  <a:cubicBezTo>
                    <a:pt x="1059993" y="1240662"/>
                    <a:pt x="1047075" y="1253581"/>
                    <a:pt x="1031139" y="1253581"/>
                  </a:cubicBezTo>
                  <a:lnTo>
                    <a:pt x="28854" y="1253581"/>
                  </a:lnTo>
                  <a:cubicBezTo>
                    <a:pt x="12919" y="1253581"/>
                    <a:pt x="0" y="1240662"/>
                    <a:pt x="0" y="1224727"/>
                  </a:cubicBezTo>
                  <a:lnTo>
                    <a:pt x="0" y="28854"/>
                  </a:lnTo>
                  <a:cubicBezTo>
                    <a:pt x="0" y="12919"/>
                    <a:pt x="12919" y="0"/>
                    <a:pt x="28854" y="0"/>
                  </a:cubicBezTo>
                  <a:close/>
                </a:path>
              </a:pathLst>
            </a:custGeom>
            <a:grpFill/>
          </p:spPr>
        </p:sp>
        <p:sp>
          <p:nvSpPr>
            <p:cNvPr id="49" name="TextBox 11">
              <a:extLst>
                <a:ext uri="{FF2B5EF4-FFF2-40B4-BE49-F238E27FC236}">
                  <a16:creationId xmlns:a16="http://schemas.microsoft.com/office/drawing/2014/main" id="{65DF12D8-30C1-9375-2E60-89460CB3E2B7}"/>
                </a:ext>
              </a:extLst>
            </p:cNvPr>
            <p:cNvSpPr txBox="1"/>
            <p:nvPr/>
          </p:nvSpPr>
          <p:spPr>
            <a:xfrm>
              <a:off x="0" y="-38100"/>
              <a:ext cx="1059993" cy="1291681"/>
            </a:xfrm>
            <a:prstGeom prst="rect">
              <a:avLst/>
            </a:prstGeom>
            <a:grpFill/>
          </p:spPr>
          <p:txBody>
            <a:bodyPr lIns="56476" tIns="56476" rIns="56476" bIns="56476" rtlCol="0" anchor="ctr"/>
            <a:lstStyle/>
            <a:p>
              <a:pPr algn="ctr">
                <a:lnSpc>
                  <a:spcPts val="3360"/>
                </a:lnSpc>
              </a:pPr>
              <a:endParaRPr/>
            </a:p>
          </p:txBody>
        </p:sp>
      </p:grpSp>
      <p:sp>
        <p:nvSpPr>
          <p:cNvPr id="50" name="TextBox 29">
            <a:extLst>
              <a:ext uri="{FF2B5EF4-FFF2-40B4-BE49-F238E27FC236}">
                <a16:creationId xmlns:a16="http://schemas.microsoft.com/office/drawing/2014/main" id="{D9E3E9E9-2441-7F65-165E-2C3B8C0C395C}"/>
              </a:ext>
            </a:extLst>
          </p:cNvPr>
          <p:cNvSpPr txBox="1"/>
          <p:nvPr/>
        </p:nvSpPr>
        <p:spPr>
          <a:xfrm>
            <a:off x="-7416604" y="3930377"/>
            <a:ext cx="5374923" cy="1054841"/>
          </a:xfrm>
          <a:prstGeom prst="rect">
            <a:avLst/>
          </a:prstGeom>
        </p:spPr>
        <p:txBody>
          <a:bodyPr wrap="square" lIns="0" tIns="0" rIns="0" bIns="0" rtlCol="0" anchor="t">
            <a:spAutoFit/>
          </a:bodyPr>
          <a:lstStyle/>
          <a:p>
            <a:pPr marL="327770" lvl="1" algn="l">
              <a:lnSpc>
                <a:spcPts val="4250"/>
              </a:lnSpc>
              <a:spcBef>
                <a:spcPct val="0"/>
              </a:spcBef>
            </a:pPr>
            <a:r>
              <a:rPr lang="en-US" sz="3036">
                <a:latin typeface="Mali"/>
                <a:ea typeface="Mali"/>
                <a:cs typeface="Mali"/>
                <a:sym typeface="Mali"/>
                <a:hlinkClick r:id="rId19"/>
              </a:rPr>
              <a:t>https://www.evn.com.vn/</a:t>
            </a:r>
            <a:endParaRPr lang="en-US" sz="3036">
              <a:latin typeface="Mali"/>
              <a:ea typeface="Mali"/>
              <a:cs typeface="Mali"/>
              <a:sym typeface="Mali"/>
            </a:endParaRPr>
          </a:p>
          <a:p>
            <a:pPr marL="327770" lvl="1" algn="l">
              <a:lnSpc>
                <a:spcPts val="4250"/>
              </a:lnSpc>
              <a:spcBef>
                <a:spcPct val="0"/>
              </a:spcBef>
            </a:pPr>
            <a:endParaRPr lang="en-US" sz="3036">
              <a:latin typeface="Mali"/>
              <a:ea typeface="Mali"/>
              <a:cs typeface="Mali"/>
              <a:sym typeface="Mali"/>
            </a:endParaRPr>
          </a:p>
        </p:txBody>
      </p:sp>
      <p:sp>
        <p:nvSpPr>
          <p:cNvPr id="51" name="TextBox 29">
            <a:extLst>
              <a:ext uri="{FF2B5EF4-FFF2-40B4-BE49-F238E27FC236}">
                <a16:creationId xmlns:a16="http://schemas.microsoft.com/office/drawing/2014/main" id="{0A696F1E-B46E-F32A-8397-430B45A73D74}"/>
              </a:ext>
            </a:extLst>
          </p:cNvPr>
          <p:cNvSpPr txBox="1"/>
          <p:nvPr/>
        </p:nvSpPr>
        <p:spPr>
          <a:xfrm>
            <a:off x="-8661604" y="6000612"/>
            <a:ext cx="6442646" cy="1054841"/>
          </a:xfrm>
          <a:prstGeom prst="rect">
            <a:avLst/>
          </a:prstGeom>
        </p:spPr>
        <p:txBody>
          <a:bodyPr wrap="square" lIns="0" tIns="0" rIns="0" bIns="0" rtlCol="0" anchor="t">
            <a:spAutoFit/>
          </a:bodyPr>
          <a:lstStyle/>
          <a:p>
            <a:pPr marL="327770" lvl="1" algn="l">
              <a:lnSpc>
                <a:spcPts val="4250"/>
              </a:lnSpc>
              <a:spcBef>
                <a:spcPct val="0"/>
              </a:spcBef>
            </a:pPr>
            <a:r>
              <a:rPr lang="en-US" sz="3036">
                <a:latin typeface="Mali"/>
                <a:ea typeface="Mali"/>
                <a:cs typeface="Mali"/>
                <a:sym typeface="Mali"/>
                <a:hlinkClick r:id="rId20"/>
              </a:rPr>
              <a:t>https://www.erea.gov.vn/vi-VN</a:t>
            </a:r>
            <a:endParaRPr lang="en-US" sz="3036">
              <a:latin typeface="Mali"/>
              <a:ea typeface="Mali"/>
              <a:cs typeface="Mali"/>
              <a:sym typeface="Mali"/>
            </a:endParaRPr>
          </a:p>
          <a:p>
            <a:pPr marL="327770" lvl="1" algn="l">
              <a:lnSpc>
                <a:spcPts val="4250"/>
              </a:lnSpc>
              <a:spcBef>
                <a:spcPct val="0"/>
              </a:spcBef>
            </a:pPr>
            <a:endParaRPr lang="en-US" sz="3036">
              <a:latin typeface="Mali"/>
              <a:ea typeface="Mali"/>
              <a:cs typeface="Mali"/>
              <a:sym typeface="Mali"/>
            </a:endParaRPr>
          </a:p>
        </p:txBody>
      </p:sp>
      <p:sp>
        <p:nvSpPr>
          <p:cNvPr id="53" name="TextBox 29">
            <a:extLst>
              <a:ext uri="{FF2B5EF4-FFF2-40B4-BE49-F238E27FC236}">
                <a16:creationId xmlns:a16="http://schemas.microsoft.com/office/drawing/2014/main" id="{7C4A75DF-8743-2EDB-3553-450C9B8EFD92}"/>
              </a:ext>
            </a:extLst>
          </p:cNvPr>
          <p:cNvSpPr txBox="1"/>
          <p:nvPr/>
        </p:nvSpPr>
        <p:spPr>
          <a:xfrm>
            <a:off x="-16840200" y="3266900"/>
            <a:ext cx="15351994" cy="6550383"/>
          </a:xfrm>
          <a:prstGeom prst="rect">
            <a:avLst/>
          </a:prstGeom>
        </p:spPr>
        <p:txBody>
          <a:bodyPr wrap="square" lIns="0" tIns="0" rIns="0" bIns="0" rtlCol="0" anchor="t">
            <a:spAutoFit/>
          </a:bodyPr>
          <a:lstStyle/>
          <a:p>
            <a:pPr marL="327770" lvl="1" algn="just">
              <a:lnSpc>
                <a:spcPts val="4250"/>
              </a:lnSpc>
              <a:spcBef>
                <a:spcPct val="0"/>
              </a:spcBef>
            </a:pPr>
            <a:r>
              <a:rPr lang="vi-VN" sz="2400">
                <a:latin typeface="Mali"/>
                <a:ea typeface="Mali"/>
                <a:cs typeface="Mali"/>
                <a:sym typeface="Mali"/>
              </a:rPr>
              <a:t>Cộng đồng Kỹ sư, Thợ Điện lạnh Việt Nam: </a:t>
            </a:r>
            <a:r>
              <a:rPr lang="vi-VN" sz="2400">
                <a:latin typeface="Mali"/>
                <a:ea typeface="Mali"/>
                <a:cs typeface="Mali"/>
                <a:sym typeface="Mali"/>
                <a:hlinkClick r:id="rId21"/>
              </a:rPr>
              <a:t>http://hvacrvn.com/</a:t>
            </a:r>
            <a:endParaRPr lang="en-US" sz="2400">
              <a:latin typeface="Mali"/>
              <a:ea typeface="Mali"/>
              <a:cs typeface="Mali"/>
              <a:sym typeface="Mali"/>
            </a:endParaRPr>
          </a:p>
          <a:p>
            <a:pPr marL="327770" lvl="1" algn="just">
              <a:lnSpc>
                <a:spcPts val="4250"/>
              </a:lnSpc>
              <a:spcBef>
                <a:spcPct val="0"/>
              </a:spcBef>
            </a:pPr>
            <a:r>
              <a:rPr lang="vi-VN" sz="2400">
                <a:latin typeface="Mali"/>
                <a:ea typeface="Mali"/>
                <a:cs typeface="Mali"/>
                <a:sym typeface="Mali"/>
              </a:rPr>
              <a:t>Tập đoàn Điện lực Việt Nam - EVN: </a:t>
            </a:r>
            <a:r>
              <a:rPr lang="vi-VN" sz="2400">
                <a:latin typeface="Mali"/>
                <a:ea typeface="Mali"/>
                <a:cs typeface="Mali"/>
                <a:sym typeface="Mali"/>
                <a:hlinkClick r:id="rId19"/>
              </a:rPr>
              <a:t>https://www.evn.com.vn/</a:t>
            </a:r>
            <a:endParaRPr lang="en-US" sz="2400">
              <a:latin typeface="Mali"/>
              <a:ea typeface="Mali"/>
              <a:cs typeface="Mali"/>
              <a:sym typeface="Mali"/>
            </a:endParaRPr>
          </a:p>
          <a:p>
            <a:pPr marL="327770" lvl="1" algn="just">
              <a:lnSpc>
                <a:spcPts val="4250"/>
              </a:lnSpc>
              <a:spcBef>
                <a:spcPct val="0"/>
              </a:spcBef>
            </a:pPr>
            <a:r>
              <a:rPr lang="vi-VN" sz="2400">
                <a:latin typeface="Mali"/>
                <a:ea typeface="Mali"/>
                <a:cs typeface="Mali"/>
                <a:sym typeface="Mali"/>
              </a:rPr>
              <a:t>Cục Điện lực và Năng lượng tái tạo - Bộ Công Thương: </a:t>
            </a:r>
            <a:r>
              <a:rPr lang="vi-VN" sz="2400">
                <a:latin typeface="Mali"/>
                <a:ea typeface="Mali"/>
                <a:cs typeface="Mali"/>
                <a:sym typeface="Mali"/>
                <a:hlinkClick r:id="rId22"/>
              </a:rPr>
              <a:t>http://erea.gov.vn</a:t>
            </a:r>
            <a:endParaRPr lang="en-US" sz="2400">
              <a:latin typeface="Mali"/>
              <a:ea typeface="Mali"/>
              <a:cs typeface="Mali"/>
              <a:sym typeface="Mali"/>
            </a:endParaRPr>
          </a:p>
          <a:p>
            <a:pPr marL="327770" lvl="1" algn="just">
              <a:lnSpc>
                <a:spcPts val="4250"/>
              </a:lnSpc>
              <a:spcBef>
                <a:spcPct val="0"/>
              </a:spcBef>
            </a:pPr>
            <a:r>
              <a:rPr lang="vi-VN" sz="2400">
                <a:latin typeface="Mali"/>
                <a:ea typeface="Mali"/>
                <a:cs typeface="Mali"/>
                <a:sym typeface="Mali"/>
              </a:rPr>
              <a:t>Công ty Cổ phần Tư vấn xây dựng điện 1 (PECC1): </a:t>
            </a:r>
            <a:r>
              <a:rPr lang="vi-VN" sz="2400">
                <a:latin typeface="Mali"/>
                <a:ea typeface="Mali"/>
                <a:cs typeface="Mali"/>
                <a:sym typeface="Mali"/>
                <a:hlinkClick r:id="rId23"/>
              </a:rPr>
              <a:t>http://www.pecc1.com.vn/d4/news/Vai-tro-cua-thuy-dien-trong-he-thong-khi-Viet-Nam-phat-trien-manh-dien-mat-troi-8-1731.aspx</a:t>
            </a:r>
            <a:endParaRPr lang="en-US" sz="2400">
              <a:latin typeface="Mali"/>
              <a:ea typeface="Mali"/>
              <a:cs typeface="Mali"/>
              <a:sym typeface="Mali"/>
            </a:endParaRPr>
          </a:p>
          <a:p>
            <a:pPr marL="327770" lvl="1" algn="just">
              <a:lnSpc>
                <a:spcPts val="4250"/>
              </a:lnSpc>
              <a:spcBef>
                <a:spcPct val="0"/>
              </a:spcBef>
            </a:pPr>
            <a:r>
              <a:rPr lang="vi-VN" sz="2400">
                <a:latin typeface="Mali"/>
                <a:ea typeface="Mali"/>
                <a:cs typeface="Mali"/>
                <a:sym typeface="Mali"/>
              </a:rPr>
              <a:t>Sở Công Thương tỉnh Gia Lai, bài viết “Năng lượng tái tạo: Đòn bẩy tăng trưởng xanh”, ngày 15/2/2024:</a:t>
            </a:r>
            <a:r>
              <a:rPr lang="en-US" sz="2400">
                <a:latin typeface="Mali"/>
                <a:ea typeface="Mali"/>
                <a:cs typeface="Mali"/>
                <a:sym typeface="Mali"/>
              </a:rPr>
              <a:t> </a:t>
            </a:r>
            <a:r>
              <a:rPr lang="vi-VN" sz="2400">
                <a:latin typeface="Mali"/>
                <a:ea typeface="Mali"/>
                <a:cs typeface="Mali"/>
                <a:sym typeface="Mali"/>
                <a:hlinkClick r:id="rId24"/>
              </a:rPr>
              <a:t>https://sct.gialai.gov.vn/tin-hoat-dong/nang-luong-ktat-moi-truong/2024/Nang-luong-tai-tao-Don-bay-tang-truong-xanh.aspx</a:t>
            </a:r>
            <a:endParaRPr lang="en-US" sz="2400">
              <a:latin typeface="Mali"/>
              <a:ea typeface="Mali"/>
              <a:cs typeface="Mali"/>
              <a:sym typeface="Mali"/>
            </a:endParaRPr>
          </a:p>
          <a:p>
            <a:pPr marL="327770" lvl="1" algn="just">
              <a:lnSpc>
                <a:spcPts val="4250"/>
              </a:lnSpc>
              <a:spcBef>
                <a:spcPct val="0"/>
              </a:spcBef>
            </a:pPr>
            <a:r>
              <a:rPr lang="vi-VN" sz="2400">
                <a:latin typeface="Mali"/>
                <a:ea typeface="Mali"/>
                <a:cs typeface="Mali"/>
                <a:sym typeface="Mali"/>
              </a:rPr>
              <a:t>Cổng thông tin điện tử Bộ Khoa học và Công nghệ, bài viết “Phát triển năng lượng tái tạo: Mở đường cho những dự án lớn”, ngày 19/11/2025: </a:t>
            </a:r>
            <a:r>
              <a:rPr lang="vi-VN" sz="2400">
                <a:latin typeface="Mali"/>
                <a:ea typeface="Mali"/>
                <a:cs typeface="Mali"/>
                <a:sym typeface="Mali"/>
                <a:hlinkClick r:id="rId25"/>
              </a:rPr>
              <a:t>https://mst.gov.vn/phat-trien-nang-luong-tai-tao-mo-duong-cho-nhung-du-an-lon-197251118211650699.htm</a:t>
            </a:r>
            <a:r>
              <a:rPr lang="en-US" sz="2400">
                <a:latin typeface="Mali"/>
                <a:ea typeface="Mali"/>
                <a:cs typeface="Mali"/>
                <a:sym typeface="Mali"/>
                <a:hlinkClick r:id="rId25"/>
              </a:rPr>
              <a:t>l</a:t>
            </a:r>
            <a:endParaRPr lang="en-US" sz="2400">
              <a:latin typeface="Mali"/>
              <a:ea typeface="Mali"/>
              <a:cs typeface="Mali"/>
              <a:sym typeface="Mali"/>
            </a:endParaRPr>
          </a:p>
          <a:p>
            <a:pPr marL="327770" lvl="1" algn="just">
              <a:lnSpc>
                <a:spcPts val="4250"/>
              </a:lnSpc>
              <a:spcBef>
                <a:spcPct val="0"/>
              </a:spcBef>
            </a:pPr>
            <a:endParaRPr lang="en-US" sz="2400">
              <a:latin typeface="Mali"/>
              <a:ea typeface="Mali"/>
              <a:cs typeface="Mali"/>
              <a:sym typeface="Mal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77439" b="-77439"/>
            </a:stretch>
          </a:blipFill>
        </p:spPr>
      </p:sp>
      <p:sp>
        <p:nvSpPr>
          <p:cNvPr id="3" name="Freeform 3"/>
          <p:cNvSpPr/>
          <p:nvPr/>
        </p:nvSpPr>
        <p:spPr>
          <a:xfrm>
            <a:off x="-743894" y="4160629"/>
            <a:ext cx="25363254" cy="7271890"/>
          </a:xfrm>
          <a:custGeom>
            <a:avLst/>
            <a:gdLst/>
            <a:ahLst/>
            <a:cxnLst/>
            <a:rect l="l" t="t" r="r" b="b"/>
            <a:pathLst>
              <a:path w="25363254" h="7271890">
                <a:moveTo>
                  <a:pt x="0" y="0"/>
                </a:moveTo>
                <a:lnTo>
                  <a:pt x="25363254" y="0"/>
                </a:lnTo>
                <a:lnTo>
                  <a:pt x="25363254" y="7271890"/>
                </a:lnTo>
                <a:lnTo>
                  <a:pt x="0" y="7271890"/>
                </a:lnTo>
                <a:lnTo>
                  <a:pt x="0" y="0"/>
                </a:lnTo>
                <a:close/>
              </a:path>
            </a:pathLst>
          </a:custGeom>
          <a:blipFill>
            <a:blip>
              <a:extLst>
                <a:ext uri="{96DAC541-7B7A-43D3-8B79-37D633B846F1}">
                  <asvg:svgBlip xmlns:asvg="http://schemas.microsoft.com/office/drawing/2016/SVG/main" r:embed="rId3"/>
                </a:ext>
              </a:extLst>
            </a:blip>
            <a:stretch>
              <a:fillRect t="-71998"/>
            </a:stretch>
          </a:blipFill>
        </p:spPr>
      </p:sp>
      <p:sp>
        <p:nvSpPr>
          <p:cNvPr id="4" name="Freeform 4"/>
          <p:cNvSpPr/>
          <p:nvPr/>
        </p:nvSpPr>
        <p:spPr>
          <a:xfrm>
            <a:off x="-488152" y="3368078"/>
            <a:ext cx="4664491" cy="3550843"/>
          </a:xfrm>
          <a:custGeom>
            <a:avLst/>
            <a:gdLst/>
            <a:ahLst/>
            <a:cxnLst/>
            <a:rect l="l" t="t" r="r" b="b"/>
            <a:pathLst>
              <a:path w="4664491" h="3550843">
                <a:moveTo>
                  <a:pt x="0" y="0"/>
                </a:moveTo>
                <a:lnTo>
                  <a:pt x="4664491" y="0"/>
                </a:lnTo>
                <a:lnTo>
                  <a:pt x="4664491" y="3550844"/>
                </a:lnTo>
                <a:lnTo>
                  <a:pt x="0" y="3550844"/>
                </a:lnTo>
                <a:lnTo>
                  <a:pt x="0" y="0"/>
                </a:lnTo>
                <a:close/>
              </a:path>
            </a:pathLst>
          </a:custGeom>
          <a:blipFill>
            <a:blip r:embed="rId4"/>
            <a:stretch>
              <a:fillRect/>
            </a:stretch>
          </a:blipFill>
        </p:spPr>
      </p:sp>
      <p:sp>
        <p:nvSpPr>
          <p:cNvPr id="5" name="Freeform 5"/>
          <p:cNvSpPr/>
          <p:nvPr/>
        </p:nvSpPr>
        <p:spPr>
          <a:xfrm>
            <a:off x="8011468" y="423168"/>
            <a:ext cx="9031048" cy="5034810"/>
          </a:xfrm>
          <a:custGeom>
            <a:avLst/>
            <a:gdLst/>
            <a:ahLst/>
            <a:cxnLst/>
            <a:rect l="l" t="t" r="r" b="b"/>
            <a:pathLst>
              <a:path w="9031048" h="5034810">
                <a:moveTo>
                  <a:pt x="0" y="0"/>
                </a:moveTo>
                <a:lnTo>
                  <a:pt x="9031049" y="0"/>
                </a:lnTo>
                <a:lnTo>
                  <a:pt x="9031049" y="5034809"/>
                </a:lnTo>
                <a:lnTo>
                  <a:pt x="0" y="5034809"/>
                </a:lnTo>
                <a:lnTo>
                  <a:pt x="0" y="0"/>
                </a:lnTo>
                <a:close/>
              </a:path>
            </a:pathLst>
          </a:custGeom>
          <a:blipFill>
            <a:blip r:embed="rId5"/>
            <a:stretch>
              <a:fillRect/>
            </a:stretch>
          </a:blipFill>
        </p:spPr>
      </p:sp>
      <p:sp>
        <p:nvSpPr>
          <p:cNvPr id="6" name="Freeform 6"/>
          <p:cNvSpPr/>
          <p:nvPr/>
        </p:nvSpPr>
        <p:spPr>
          <a:xfrm>
            <a:off x="1428509" y="-698638"/>
            <a:ext cx="9031048" cy="5034810"/>
          </a:xfrm>
          <a:custGeom>
            <a:avLst/>
            <a:gdLst/>
            <a:ahLst/>
            <a:cxnLst/>
            <a:rect l="l" t="t" r="r" b="b"/>
            <a:pathLst>
              <a:path w="9031048" h="5034810">
                <a:moveTo>
                  <a:pt x="0" y="0"/>
                </a:moveTo>
                <a:lnTo>
                  <a:pt x="9031049" y="0"/>
                </a:lnTo>
                <a:lnTo>
                  <a:pt x="9031049" y="5034810"/>
                </a:lnTo>
                <a:lnTo>
                  <a:pt x="0" y="5034810"/>
                </a:lnTo>
                <a:lnTo>
                  <a:pt x="0" y="0"/>
                </a:lnTo>
                <a:close/>
              </a:path>
            </a:pathLst>
          </a:custGeom>
          <a:blipFill>
            <a:blip r:embed="rId5"/>
            <a:stretch>
              <a:fillRect/>
            </a:stretch>
          </a:blipFill>
        </p:spPr>
      </p:sp>
      <p:sp>
        <p:nvSpPr>
          <p:cNvPr id="10" name="Freeform 10"/>
          <p:cNvSpPr/>
          <p:nvPr/>
        </p:nvSpPr>
        <p:spPr>
          <a:xfrm>
            <a:off x="2560272" y="6736837"/>
            <a:ext cx="2537780" cy="2303035"/>
          </a:xfrm>
          <a:custGeom>
            <a:avLst/>
            <a:gdLst/>
            <a:ahLst/>
            <a:cxnLst/>
            <a:rect l="l" t="t" r="r" b="b"/>
            <a:pathLst>
              <a:path w="2537780" h="2303035">
                <a:moveTo>
                  <a:pt x="0" y="0"/>
                </a:moveTo>
                <a:lnTo>
                  <a:pt x="2537780" y="0"/>
                </a:lnTo>
                <a:lnTo>
                  <a:pt x="2537780" y="2303036"/>
                </a:lnTo>
                <a:lnTo>
                  <a:pt x="0" y="2303036"/>
                </a:lnTo>
                <a:lnTo>
                  <a:pt x="0" y="0"/>
                </a:lnTo>
                <a:close/>
              </a:path>
            </a:pathLst>
          </a:custGeom>
          <a:blipFill>
            <a:blip r:embed="rId6"/>
            <a:stretch>
              <a:fillRect/>
            </a:stretch>
          </a:blipFill>
        </p:spPr>
      </p:sp>
      <p:sp>
        <p:nvSpPr>
          <p:cNvPr id="11" name="Freeform 11"/>
          <p:cNvSpPr/>
          <p:nvPr/>
        </p:nvSpPr>
        <p:spPr>
          <a:xfrm flipH="1">
            <a:off x="102732" y="8563520"/>
            <a:ext cx="5320178" cy="2124501"/>
          </a:xfrm>
          <a:custGeom>
            <a:avLst/>
            <a:gdLst/>
            <a:ahLst/>
            <a:cxnLst/>
            <a:rect l="l" t="t" r="r" b="b"/>
            <a:pathLst>
              <a:path w="5320178" h="2124501">
                <a:moveTo>
                  <a:pt x="5320178" y="0"/>
                </a:moveTo>
                <a:lnTo>
                  <a:pt x="0" y="0"/>
                </a:lnTo>
                <a:lnTo>
                  <a:pt x="0" y="2124500"/>
                </a:lnTo>
                <a:lnTo>
                  <a:pt x="5320178" y="2124500"/>
                </a:lnTo>
                <a:lnTo>
                  <a:pt x="5320178" y="0"/>
                </a:lnTo>
                <a:close/>
              </a:path>
            </a:pathLst>
          </a:custGeom>
          <a:blipFill>
            <a:blip>
              <a:extLst>
                <a:ext uri="{96DAC541-7B7A-43D3-8B79-37D633B846F1}">
                  <asvg:svgBlip xmlns:asvg="http://schemas.microsoft.com/office/drawing/2016/SVG/main" r:embed="rId7"/>
                </a:ext>
              </a:extLst>
            </a:blip>
            <a:stretch>
              <a:fillRect/>
            </a:stretch>
          </a:blipFill>
        </p:spPr>
      </p:sp>
      <p:sp>
        <p:nvSpPr>
          <p:cNvPr id="12" name="Freeform 12"/>
          <p:cNvSpPr/>
          <p:nvPr/>
        </p:nvSpPr>
        <p:spPr>
          <a:xfrm>
            <a:off x="-2098748" y="6244839"/>
            <a:ext cx="5110041" cy="4637362"/>
          </a:xfrm>
          <a:custGeom>
            <a:avLst/>
            <a:gdLst/>
            <a:ahLst/>
            <a:cxnLst/>
            <a:rect l="l" t="t" r="r" b="b"/>
            <a:pathLst>
              <a:path w="5110041" h="4637362">
                <a:moveTo>
                  <a:pt x="0" y="0"/>
                </a:moveTo>
                <a:lnTo>
                  <a:pt x="5110041" y="0"/>
                </a:lnTo>
                <a:lnTo>
                  <a:pt x="5110041" y="4637362"/>
                </a:lnTo>
                <a:lnTo>
                  <a:pt x="0" y="4637362"/>
                </a:lnTo>
                <a:lnTo>
                  <a:pt x="0" y="0"/>
                </a:lnTo>
                <a:close/>
              </a:path>
            </a:pathLst>
          </a:custGeom>
          <a:blipFill>
            <a:blip r:embed="rId6"/>
            <a:stretch>
              <a:fillRect/>
            </a:stretch>
          </a:blipFill>
        </p:spPr>
      </p:sp>
      <p:sp>
        <p:nvSpPr>
          <p:cNvPr id="13" name="Freeform 13"/>
          <p:cNvSpPr/>
          <p:nvPr/>
        </p:nvSpPr>
        <p:spPr>
          <a:xfrm>
            <a:off x="13312547" y="3602301"/>
            <a:ext cx="2631570" cy="4596630"/>
          </a:xfrm>
          <a:custGeom>
            <a:avLst/>
            <a:gdLst/>
            <a:ahLst/>
            <a:cxnLst/>
            <a:rect l="l" t="t" r="r" b="b"/>
            <a:pathLst>
              <a:path w="2631570" h="4596630">
                <a:moveTo>
                  <a:pt x="0" y="0"/>
                </a:moveTo>
                <a:lnTo>
                  <a:pt x="2631571" y="0"/>
                </a:lnTo>
                <a:lnTo>
                  <a:pt x="2631571" y="4596630"/>
                </a:lnTo>
                <a:lnTo>
                  <a:pt x="0" y="4596630"/>
                </a:lnTo>
                <a:lnTo>
                  <a:pt x="0" y="0"/>
                </a:lnTo>
                <a:close/>
              </a:path>
            </a:pathLst>
          </a:custGeom>
          <a:blipFill>
            <a:blip r:embed="rId8"/>
            <a:stretch>
              <a:fillRect/>
            </a:stretch>
          </a:blipFill>
        </p:spPr>
      </p:sp>
      <p:sp>
        <p:nvSpPr>
          <p:cNvPr id="14" name="Freeform 14"/>
          <p:cNvSpPr/>
          <p:nvPr/>
        </p:nvSpPr>
        <p:spPr>
          <a:xfrm>
            <a:off x="14098260" y="1129842"/>
            <a:ext cx="4711446" cy="8229600"/>
          </a:xfrm>
          <a:custGeom>
            <a:avLst/>
            <a:gdLst/>
            <a:ahLst/>
            <a:cxnLst/>
            <a:rect l="l" t="t" r="r" b="b"/>
            <a:pathLst>
              <a:path w="4711446" h="8229600">
                <a:moveTo>
                  <a:pt x="0" y="0"/>
                </a:moveTo>
                <a:lnTo>
                  <a:pt x="4711446" y="0"/>
                </a:lnTo>
                <a:lnTo>
                  <a:pt x="4711446" y="8229600"/>
                </a:lnTo>
                <a:lnTo>
                  <a:pt x="0" y="8229600"/>
                </a:lnTo>
                <a:lnTo>
                  <a:pt x="0" y="0"/>
                </a:lnTo>
                <a:close/>
              </a:path>
            </a:pathLst>
          </a:custGeom>
          <a:blipFill>
            <a:blip r:embed="rId8"/>
            <a:stretch>
              <a:fillRect/>
            </a:stretch>
          </a:blipFill>
        </p:spPr>
      </p:sp>
      <p:sp>
        <p:nvSpPr>
          <p:cNvPr id="15" name="Freeform 15"/>
          <p:cNvSpPr/>
          <p:nvPr/>
        </p:nvSpPr>
        <p:spPr>
          <a:xfrm flipH="1">
            <a:off x="1187750" y="1237530"/>
            <a:ext cx="2188123" cy="1911872"/>
          </a:xfrm>
          <a:custGeom>
            <a:avLst/>
            <a:gdLst/>
            <a:ahLst/>
            <a:cxnLst/>
            <a:rect l="l" t="t" r="r" b="b"/>
            <a:pathLst>
              <a:path w="2188123" h="1911872">
                <a:moveTo>
                  <a:pt x="2188123" y="0"/>
                </a:moveTo>
                <a:lnTo>
                  <a:pt x="0" y="0"/>
                </a:lnTo>
                <a:lnTo>
                  <a:pt x="0" y="1911872"/>
                </a:lnTo>
                <a:lnTo>
                  <a:pt x="2188123" y="1911872"/>
                </a:lnTo>
                <a:lnTo>
                  <a:pt x="2188123" y="0"/>
                </a:lnTo>
                <a:close/>
              </a:path>
            </a:pathLst>
          </a:custGeom>
          <a:blipFill>
            <a:blip r:embed="rId9"/>
            <a:stretch>
              <a:fillRect/>
            </a:stretch>
          </a:blipFill>
        </p:spPr>
      </p:sp>
      <p:sp>
        <p:nvSpPr>
          <p:cNvPr id="19" name="Freeform 12">
            <a:extLst>
              <a:ext uri="{FF2B5EF4-FFF2-40B4-BE49-F238E27FC236}">
                <a16:creationId xmlns:a16="http://schemas.microsoft.com/office/drawing/2014/main" id="{C14CFF67-C386-DCE0-9C32-70CAAC1CDB07}"/>
              </a:ext>
            </a:extLst>
          </p:cNvPr>
          <p:cNvSpPr/>
          <p:nvPr/>
        </p:nvSpPr>
        <p:spPr>
          <a:xfrm>
            <a:off x="19387359" y="1274015"/>
            <a:ext cx="6757416" cy="9147094"/>
          </a:xfrm>
          <a:custGeom>
            <a:avLst/>
            <a:gdLst/>
            <a:ahLst/>
            <a:cxnLst/>
            <a:rect l="l" t="t" r="r" b="b"/>
            <a:pathLst>
              <a:path w="6757416" h="9147094">
                <a:moveTo>
                  <a:pt x="0" y="0"/>
                </a:moveTo>
                <a:lnTo>
                  <a:pt x="6757416" y="0"/>
                </a:lnTo>
                <a:lnTo>
                  <a:pt x="6757416" y="9147094"/>
                </a:lnTo>
                <a:lnTo>
                  <a:pt x="0" y="9147094"/>
                </a:lnTo>
                <a:lnTo>
                  <a:pt x="0" y="0"/>
                </a:lnTo>
                <a:close/>
              </a:path>
            </a:pathLst>
          </a:custGeom>
          <a:blipFill>
            <a:blip r:embed="rId10"/>
            <a:stretch>
              <a:fillRect/>
            </a:stretch>
          </a:blipFill>
        </p:spPr>
      </p:sp>
      <p:sp>
        <p:nvSpPr>
          <p:cNvPr id="20" name="Freeform 14">
            <a:extLst>
              <a:ext uri="{FF2B5EF4-FFF2-40B4-BE49-F238E27FC236}">
                <a16:creationId xmlns:a16="http://schemas.microsoft.com/office/drawing/2014/main" id="{DF441F29-F559-D72A-C8AE-E3F2528D58DA}"/>
              </a:ext>
            </a:extLst>
          </p:cNvPr>
          <p:cNvSpPr/>
          <p:nvPr/>
        </p:nvSpPr>
        <p:spPr>
          <a:xfrm rot="871131">
            <a:off x="22361195" y="855613"/>
            <a:ext cx="9662269" cy="1920376"/>
          </a:xfrm>
          <a:custGeom>
            <a:avLst/>
            <a:gdLst/>
            <a:ahLst/>
            <a:cxnLst/>
            <a:rect l="l" t="t" r="r" b="b"/>
            <a:pathLst>
              <a:path w="9662269" h="1920376">
                <a:moveTo>
                  <a:pt x="0" y="0"/>
                </a:moveTo>
                <a:lnTo>
                  <a:pt x="9662270" y="0"/>
                </a:lnTo>
                <a:lnTo>
                  <a:pt x="9662270" y="1920376"/>
                </a:lnTo>
                <a:lnTo>
                  <a:pt x="0" y="1920376"/>
                </a:lnTo>
                <a:lnTo>
                  <a:pt x="0" y="0"/>
                </a:lnTo>
                <a:close/>
              </a:path>
            </a:pathLst>
          </a:custGeom>
          <a:blipFill>
            <a:blip r:embed="rId11"/>
            <a:stretch>
              <a:fillRect/>
            </a:stretch>
          </a:blipFill>
        </p:spPr>
      </p:sp>
      <p:sp>
        <p:nvSpPr>
          <p:cNvPr id="21" name="Freeform 15">
            <a:extLst>
              <a:ext uri="{FF2B5EF4-FFF2-40B4-BE49-F238E27FC236}">
                <a16:creationId xmlns:a16="http://schemas.microsoft.com/office/drawing/2014/main" id="{8ACEF3B3-7671-456E-8AC4-08320BFFBB38}"/>
              </a:ext>
            </a:extLst>
          </p:cNvPr>
          <p:cNvSpPr/>
          <p:nvPr/>
        </p:nvSpPr>
        <p:spPr>
          <a:xfrm rot="871131">
            <a:off x="-6372833" y="11482581"/>
            <a:ext cx="9662269" cy="1920376"/>
          </a:xfrm>
          <a:custGeom>
            <a:avLst/>
            <a:gdLst/>
            <a:ahLst/>
            <a:cxnLst/>
            <a:rect l="l" t="t" r="r" b="b"/>
            <a:pathLst>
              <a:path w="9662269" h="1920376">
                <a:moveTo>
                  <a:pt x="0" y="0"/>
                </a:moveTo>
                <a:lnTo>
                  <a:pt x="9662269" y="0"/>
                </a:lnTo>
                <a:lnTo>
                  <a:pt x="9662269" y="1920376"/>
                </a:lnTo>
                <a:lnTo>
                  <a:pt x="0" y="1920376"/>
                </a:lnTo>
                <a:lnTo>
                  <a:pt x="0" y="0"/>
                </a:lnTo>
                <a:close/>
              </a:path>
            </a:pathLst>
          </a:custGeom>
          <a:blipFill>
            <a:blip r:embed="rId11"/>
            <a:stretch>
              <a:fillRect/>
            </a:stretch>
          </a:blipFill>
        </p:spPr>
      </p:sp>
      <p:sp>
        <p:nvSpPr>
          <p:cNvPr id="22" name="Freeform 16">
            <a:extLst>
              <a:ext uri="{FF2B5EF4-FFF2-40B4-BE49-F238E27FC236}">
                <a16:creationId xmlns:a16="http://schemas.microsoft.com/office/drawing/2014/main" id="{314A425A-57F9-F526-BACC-CB03282B176A}"/>
              </a:ext>
            </a:extLst>
          </p:cNvPr>
          <p:cNvSpPr/>
          <p:nvPr/>
        </p:nvSpPr>
        <p:spPr>
          <a:xfrm rot="20119020">
            <a:off x="3799559" y="-6605138"/>
            <a:ext cx="9662269" cy="1920376"/>
          </a:xfrm>
          <a:custGeom>
            <a:avLst/>
            <a:gdLst/>
            <a:ahLst/>
            <a:cxnLst/>
            <a:rect l="l" t="t" r="r" b="b"/>
            <a:pathLst>
              <a:path w="9662269" h="1920376">
                <a:moveTo>
                  <a:pt x="0" y="0"/>
                </a:moveTo>
                <a:lnTo>
                  <a:pt x="9662269" y="0"/>
                </a:lnTo>
                <a:lnTo>
                  <a:pt x="9662269" y="1920376"/>
                </a:lnTo>
                <a:lnTo>
                  <a:pt x="0" y="1920376"/>
                </a:lnTo>
                <a:lnTo>
                  <a:pt x="0" y="0"/>
                </a:lnTo>
                <a:close/>
              </a:path>
            </a:pathLst>
          </a:custGeom>
          <a:blipFill>
            <a:blip r:embed="rId11"/>
            <a:stretch>
              <a:fillRect/>
            </a:stretch>
          </a:blipFill>
        </p:spPr>
      </p:sp>
      <p:sp>
        <p:nvSpPr>
          <p:cNvPr id="23" name="Freeform 17">
            <a:extLst>
              <a:ext uri="{FF2B5EF4-FFF2-40B4-BE49-F238E27FC236}">
                <a16:creationId xmlns:a16="http://schemas.microsoft.com/office/drawing/2014/main" id="{19DA5847-29EA-1A65-5D9C-C42FB0B3FCA6}"/>
              </a:ext>
            </a:extLst>
          </p:cNvPr>
          <p:cNvSpPr/>
          <p:nvPr/>
        </p:nvSpPr>
        <p:spPr>
          <a:xfrm flipH="1">
            <a:off x="9178234" y="6890547"/>
            <a:ext cx="3171032" cy="2877712"/>
          </a:xfrm>
          <a:custGeom>
            <a:avLst/>
            <a:gdLst/>
            <a:ahLst/>
            <a:cxnLst/>
            <a:rect l="l" t="t" r="r" b="b"/>
            <a:pathLst>
              <a:path w="3171032" h="2877712">
                <a:moveTo>
                  <a:pt x="3171032" y="0"/>
                </a:moveTo>
                <a:lnTo>
                  <a:pt x="0" y="0"/>
                </a:lnTo>
                <a:lnTo>
                  <a:pt x="0" y="2877712"/>
                </a:lnTo>
                <a:lnTo>
                  <a:pt x="3171032" y="2877712"/>
                </a:lnTo>
                <a:lnTo>
                  <a:pt x="3171032" y="0"/>
                </a:lnTo>
                <a:close/>
              </a:path>
            </a:pathLst>
          </a:custGeom>
          <a:blipFill>
            <a:blip r:embed="rId6"/>
            <a:stretch>
              <a:fillRect/>
            </a:stretch>
          </a:blipFill>
        </p:spPr>
      </p:sp>
      <p:sp>
        <p:nvSpPr>
          <p:cNvPr id="24" name="Freeform 20">
            <a:extLst>
              <a:ext uri="{FF2B5EF4-FFF2-40B4-BE49-F238E27FC236}">
                <a16:creationId xmlns:a16="http://schemas.microsoft.com/office/drawing/2014/main" id="{B1812DB7-9B4A-FED0-CC24-B045DE38C0CE}"/>
              </a:ext>
            </a:extLst>
          </p:cNvPr>
          <p:cNvSpPr/>
          <p:nvPr/>
        </p:nvSpPr>
        <p:spPr>
          <a:xfrm rot="631944">
            <a:off x="390953" y="-3544851"/>
            <a:ext cx="2058816" cy="2920307"/>
          </a:xfrm>
          <a:custGeom>
            <a:avLst/>
            <a:gdLst/>
            <a:ahLst/>
            <a:cxnLst/>
            <a:rect l="l" t="t" r="r" b="b"/>
            <a:pathLst>
              <a:path w="2058816" h="2920307">
                <a:moveTo>
                  <a:pt x="0" y="0"/>
                </a:moveTo>
                <a:lnTo>
                  <a:pt x="2058816" y="0"/>
                </a:lnTo>
                <a:lnTo>
                  <a:pt x="2058816" y="2920307"/>
                </a:lnTo>
                <a:lnTo>
                  <a:pt x="0" y="2920307"/>
                </a:lnTo>
                <a:lnTo>
                  <a:pt x="0" y="0"/>
                </a:lnTo>
                <a:close/>
              </a:path>
            </a:pathLst>
          </a:custGeom>
          <a:blipFill>
            <a:blip r:embed="rId12"/>
            <a:stretch>
              <a:fillRect/>
            </a:stretch>
          </a:blipFill>
        </p:spPr>
      </p:sp>
      <p:sp>
        <p:nvSpPr>
          <p:cNvPr id="25" name="Freeform 21">
            <a:extLst>
              <a:ext uri="{FF2B5EF4-FFF2-40B4-BE49-F238E27FC236}">
                <a16:creationId xmlns:a16="http://schemas.microsoft.com/office/drawing/2014/main" id="{22E703CF-2A0D-B9DF-FF27-877DB5343738}"/>
              </a:ext>
            </a:extLst>
          </p:cNvPr>
          <p:cNvSpPr/>
          <p:nvPr/>
        </p:nvSpPr>
        <p:spPr>
          <a:xfrm>
            <a:off x="4061973" y="12858508"/>
            <a:ext cx="4024884" cy="4429033"/>
          </a:xfrm>
          <a:custGeom>
            <a:avLst/>
            <a:gdLst/>
            <a:ahLst/>
            <a:cxnLst/>
            <a:rect l="l" t="t" r="r" b="b"/>
            <a:pathLst>
              <a:path w="4024884" h="4429033">
                <a:moveTo>
                  <a:pt x="0" y="0"/>
                </a:moveTo>
                <a:lnTo>
                  <a:pt x="4024884" y="0"/>
                </a:lnTo>
                <a:lnTo>
                  <a:pt x="4024884" y="4429033"/>
                </a:lnTo>
                <a:lnTo>
                  <a:pt x="0" y="4429033"/>
                </a:lnTo>
                <a:lnTo>
                  <a:pt x="0" y="0"/>
                </a:lnTo>
                <a:close/>
              </a:path>
            </a:pathLst>
          </a:custGeom>
          <a:blipFill>
            <a:blip r:embed="rId13"/>
            <a:stretch>
              <a:fillRect/>
            </a:stretch>
          </a:blipFill>
        </p:spPr>
      </p:sp>
      <p:sp>
        <p:nvSpPr>
          <p:cNvPr id="17" name="TextBox 16">
            <a:extLst>
              <a:ext uri="{FF2B5EF4-FFF2-40B4-BE49-F238E27FC236}">
                <a16:creationId xmlns:a16="http://schemas.microsoft.com/office/drawing/2014/main" id="{1F577928-7AB1-3E5B-D312-8F1DDA7EE193}"/>
              </a:ext>
            </a:extLst>
          </p:cNvPr>
          <p:cNvSpPr txBox="1"/>
          <p:nvPr/>
        </p:nvSpPr>
        <p:spPr>
          <a:xfrm>
            <a:off x="-5976943" y="373776"/>
            <a:ext cx="6409113" cy="3277820"/>
          </a:xfrm>
          <a:prstGeom prst="rect">
            <a:avLst/>
          </a:prstGeom>
          <a:noFill/>
        </p:spPr>
        <p:txBody>
          <a:bodyPr wrap="square" rtlCol="0">
            <a:spAutoFit/>
          </a:bodyPr>
          <a:lstStyle/>
          <a:p>
            <a:pPr algn="ctr"/>
            <a:r>
              <a:rPr lang="en-VN" sz="20700">
                <a:solidFill>
                  <a:schemeClr val="bg1"/>
                </a:solidFill>
                <a:latin typeface="iCiel Stabile Regular" panose="02000503000000000000" pitchFamily="2" charset="77"/>
              </a:rPr>
              <a:t>CẢM</a:t>
            </a:r>
          </a:p>
        </p:txBody>
      </p:sp>
      <p:grpSp>
        <p:nvGrpSpPr>
          <p:cNvPr id="16" name="Group 6">
            <a:extLst>
              <a:ext uri="{FF2B5EF4-FFF2-40B4-BE49-F238E27FC236}">
                <a16:creationId xmlns:a16="http://schemas.microsoft.com/office/drawing/2014/main" id="{A779D2A5-9287-B84D-D9E2-06533DE492C7}"/>
              </a:ext>
            </a:extLst>
          </p:cNvPr>
          <p:cNvGrpSpPr/>
          <p:nvPr/>
        </p:nvGrpSpPr>
        <p:grpSpPr>
          <a:xfrm>
            <a:off x="687912" y="592438"/>
            <a:ext cx="16914157" cy="9102125"/>
            <a:chOff x="0" y="0"/>
            <a:chExt cx="801609" cy="636181"/>
          </a:xfrm>
        </p:grpSpPr>
        <p:sp>
          <p:nvSpPr>
            <p:cNvPr id="18" name="Freeform 7">
              <a:extLst>
                <a:ext uri="{FF2B5EF4-FFF2-40B4-BE49-F238E27FC236}">
                  <a16:creationId xmlns:a16="http://schemas.microsoft.com/office/drawing/2014/main" id="{662E9DFA-29A2-3ED9-6593-597A0E4C97C0}"/>
                </a:ext>
              </a:extLst>
            </p:cNvPr>
            <p:cNvSpPr/>
            <p:nvPr/>
          </p:nvSpPr>
          <p:spPr>
            <a:xfrm>
              <a:off x="0" y="0"/>
              <a:ext cx="801609" cy="636181"/>
            </a:xfrm>
            <a:custGeom>
              <a:avLst/>
              <a:gdLst/>
              <a:ahLst/>
              <a:cxnLst/>
              <a:rect l="l" t="t" r="r" b="b"/>
              <a:pathLst>
                <a:path w="801609" h="636181">
                  <a:moveTo>
                    <a:pt x="13184" y="0"/>
                  </a:moveTo>
                  <a:lnTo>
                    <a:pt x="788424" y="0"/>
                  </a:lnTo>
                  <a:cubicBezTo>
                    <a:pt x="795706" y="0"/>
                    <a:pt x="801609" y="5903"/>
                    <a:pt x="801609" y="13184"/>
                  </a:cubicBezTo>
                  <a:lnTo>
                    <a:pt x="801609" y="622997"/>
                  </a:lnTo>
                  <a:cubicBezTo>
                    <a:pt x="801609" y="630279"/>
                    <a:pt x="795706" y="636181"/>
                    <a:pt x="788424" y="636181"/>
                  </a:cubicBezTo>
                  <a:lnTo>
                    <a:pt x="13184" y="636181"/>
                  </a:lnTo>
                  <a:cubicBezTo>
                    <a:pt x="5903" y="636181"/>
                    <a:pt x="0" y="630279"/>
                    <a:pt x="0" y="622997"/>
                  </a:cubicBezTo>
                  <a:lnTo>
                    <a:pt x="0" y="13184"/>
                  </a:lnTo>
                  <a:cubicBezTo>
                    <a:pt x="0" y="5903"/>
                    <a:pt x="5903" y="0"/>
                    <a:pt x="13184" y="0"/>
                  </a:cubicBezTo>
                  <a:close/>
                </a:path>
              </a:pathLst>
            </a:custGeom>
            <a:gradFill rotWithShape="1">
              <a:gsLst>
                <a:gs pos="0">
                  <a:srgbClr val="FFFCFC">
                    <a:alpha val="69000"/>
                  </a:srgbClr>
                </a:gs>
                <a:gs pos="100000">
                  <a:srgbClr val="FFFFFF">
                    <a:alpha val="40000"/>
                  </a:srgbClr>
                </a:gs>
              </a:gsLst>
              <a:lin ang="0"/>
            </a:gradFill>
          </p:spPr>
        </p:sp>
        <p:sp>
          <p:nvSpPr>
            <p:cNvPr id="26" name="TextBox 8">
              <a:extLst>
                <a:ext uri="{FF2B5EF4-FFF2-40B4-BE49-F238E27FC236}">
                  <a16:creationId xmlns:a16="http://schemas.microsoft.com/office/drawing/2014/main" id="{2C17E40B-A6B5-0C01-B4AC-B8708312038B}"/>
                </a:ext>
              </a:extLst>
            </p:cNvPr>
            <p:cNvSpPr txBox="1"/>
            <p:nvPr/>
          </p:nvSpPr>
          <p:spPr>
            <a:xfrm>
              <a:off x="0" y="-38100"/>
              <a:ext cx="801609" cy="674281"/>
            </a:xfrm>
            <a:prstGeom prst="rect">
              <a:avLst/>
            </a:prstGeom>
          </p:spPr>
          <p:txBody>
            <a:bodyPr lIns="56476" tIns="56476" rIns="56476" bIns="56476" rtlCol="0" anchor="ctr"/>
            <a:lstStyle/>
            <a:p>
              <a:pPr algn="ctr">
                <a:lnSpc>
                  <a:spcPts val="3360"/>
                </a:lnSpc>
              </a:pPr>
              <a:endParaRPr/>
            </a:p>
          </p:txBody>
        </p:sp>
      </p:grpSp>
      <p:grpSp>
        <p:nvGrpSpPr>
          <p:cNvPr id="27" name="Group 15">
            <a:extLst>
              <a:ext uri="{FF2B5EF4-FFF2-40B4-BE49-F238E27FC236}">
                <a16:creationId xmlns:a16="http://schemas.microsoft.com/office/drawing/2014/main" id="{B93771BE-DBE1-3132-30C2-84979E9157DB}"/>
              </a:ext>
            </a:extLst>
          </p:cNvPr>
          <p:cNvGrpSpPr/>
          <p:nvPr/>
        </p:nvGrpSpPr>
        <p:grpSpPr>
          <a:xfrm rot="-10800000">
            <a:off x="920322" y="708382"/>
            <a:ext cx="16309509" cy="1957584"/>
            <a:chOff x="0" y="0"/>
            <a:chExt cx="1363463" cy="248878"/>
          </a:xfrm>
        </p:grpSpPr>
        <p:sp>
          <p:nvSpPr>
            <p:cNvPr id="28" name="Freeform 16">
              <a:extLst>
                <a:ext uri="{FF2B5EF4-FFF2-40B4-BE49-F238E27FC236}">
                  <a16:creationId xmlns:a16="http://schemas.microsoft.com/office/drawing/2014/main" id="{2A84105D-10A7-9AA5-5605-DCE05AADAAE1}"/>
                </a:ext>
              </a:extLst>
            </p:cNvPr>
            <p:cNvSpPr/>
            <p:nvPr/>
          </p:nvSpPr>
          <p:spPr>
            <a:xfrm>
              <a:off x="0" y="0"/>
              <a:ext cx="1363463" cy="248878"/>
            </a:xfrm>
            <a:custGeom>
              <a:avLst/>
              <a:gdLst/>
              <a:ahLst/>
              <a:cxnLst/>
              <a:rect l="l" t="t" r="r" b="b"/>
              <a:pathLst>
                <a:path w="1363463" h="248878">
                  <a:moveTo>
                    <a:pt x="14099" y="0"/>
                  </a:moveTo>
                  <a:lnTo>
                    <a:pt x="1349364" y="0"/>
                  </a:lnTo>
                  <a:cubicBezTo>
                    <a:pt x="1357151" y="0"/>
                    <a:pt x="1363463" y="6313"/>
                    <a:pt x="1363463" y="14099"/>
                  </a:cubicBezTo>
                  <a:lnTo>
                    <a:pt x="1363463" y="234779"/>
                  </a:lnTo>
                  <a:cubicBezTo>
                    <a:pt x="1363463" y="238518"/>
                    <a:pt x="1361978" y="242105"/>
                    <a:pt x="1359334" y="244749"/>
                  </a:cubicBezTo>
                  <a:cubicBezTo>
                    <a:pt x="1356690" y="247393"/>
                    <a:pt x="1353103" y="248878"/>
                    <a:pt x="1349364" y="248878"/>
                  </a:cubicBezTo>
                  <a:lnTo>
                    <a:pt x="14099" y="248878"/>
                  </a:lnTo>
                  <a:cubicBezTo>
                    <a:pt x="10360" y="248878"/>
                    <a:pt x="6774" y="247393"/>
                    <a:pt x="4130" y="244749"/>
                  </a:cubicBezTo>
                  <a:cubicBezTo>
                    <a:pt x="1485" y="242105"/>
                    <a:pt x="0" y="238518"/>
                    <a:pt x="0" y="234779"/>
                  </a:cubicBezTo>
                  <a:lnTo>
                    <a:pt x="0" y="14099"/>
                  </a:lnTo>
                  <a:cubicBezTo>
                    <a:pt x="0" y="10360"/>
                    <a:pt x="1485" y="6774"/>
                    <a:pt x="4130" y="4130"/>
                  </a:cubicBezTo>
                  <a:cubicBezTo>
                    <a:pt x="6774" y="1485"/>
                    <a:pt x="10360" y="0"/>
                    <a:pt x="14099" y="0"/>
                  </a:cubicBezTo>
                  <a:close/>
                </a:path>
              </a:pathLst>
            </a:custGeom>
            <a:solidFill>
              <a:srgbClr val="FFFFFF"/>
            </a:solidFill>
          </p:spPr>
        </p:sp>
        <p:sp>
          <p:nvSpPr>
            <p:cNvPr id="29" name="TextBox 17">
              <a:extLst>
                <a:ext uri="{FF2B5EF4-FFF2-40B4-BE49-F238E27FC236}">
                  <a16:creationId xmlns:a16="http://schemas.microsoft.com/office/drawing/2014/main" id="{A93FBD76-04B8-05AC-3BA5-3FA5E2B79E9B}"/>
                </a:ext>
              </a:extLst>
            </p:cNvPr>
            <p:cNvSpPr txBox="1"/>
            <p:nvPr/>
          </p:nvSpPr>
          <p:spPr>
            <a:xfrm>
              <a:off x="0" y="-38100"/>
              <a:ext cx="1363463" cy="286978"/>
            </a:xfrm>
            <a:prstGeom prst="rect">
              <a:avLst/>
            </a:prstGeom>
          </p:spPr>
          <p:txBody>
            <a:bodyPr lIns="56476" tIns="56476" rIns="56476" bIns="56476" rtlCol="0" anchor="ctr"/>
            <a:lstStyle/>
            <a:p>
              <a:pPr algn="ctr">
                <a:lnSpc>
                  <a:spcPts val="3360"/>
                </a:lnSpc>
              </a:pPr>
              <a:endParaRPr/>
            </a:p>
          </p:txBody>
        </p:sp>
      </p:grpSp>
      <p:sp>
        <p:nvSpPr>
          <p:cNvPr id="31" name="TextBox 26">
            <a:extLst>
              <a:ext uri="{FF2B5EF4-FFF2-40B4-BE49-F238E27FC236}">
                <a16:creationId xmlns:a16="http://schemas.microsoft.com/office/drawing/2014/main" id="{FDB6B02F-43F9-AB0E-4BAD-6FCC23630B2F}"/>
              </a:ext>
            </a:extLst>
          </p:cNvPr>
          <p:cNvSpPr txBox="1"/>
          <p:nvPr/>
        </p:nvSpPr>
        <p:spPr>
          <a:xfrm>
            <a:off x="1241194" y="1065775"/>
            <a:ext cx="8994379" cy="1081828"/>
          </a:xfrm>
          <a:prstGeom prst="rect">
            <a:avLst/>
          </a:prstGeom>
        </p:spPr>
        <p:txBody>
          <a:bodyPr lIns="0" tIns="0" rIns="0" bIns="0" rtlCol="0" anchor="t">
            <a:spAutoFit/>
          </a:bodyPr>
          <a:lstStyle/>
          <a:p>
            <a:pPr marL="679644" lvl="1" algn="l">
              <a:lnSpc>
                <a:spcPts val="8814"/>
              </a:lnSpc>
              <a:spcBef>
                <a:spcPct val="0"/>
              </a:spcBef>
            </a:pPr>
            <a:r>
              <a:rPr lang="en-US" sz="6295">
                <a:solidFill>
                  <a:srgbClr val="01544A"/>
                </a:solidFill>
                <a:latin typeface="Cheering Section"/>
                <a:ea typeface="Cheering Section"/>
                <a:cs typeface="Cheering Section"/>
                <a:sym typeface="Cheering Section"/>
              </a:rPr>
              <a:t>Các nguồn tham khảo:</a:t>
            </a:r>
          </a:p>
        </p:txBody>
      </p:sp>
      <p:grpSp>
        <p:nvGrpSpPr>
          <p:cNvPr id="34" name="Group 9">
            <a:extLst>
              <a:ext uri="{FF2B5EF4-FFF2-40B4-BE49-F238E27FC236}">
                <a16:creationId xmlns:a16="http://schemas.microsoft.com/office/drawing/2014/main" id="{606F8CC3-EFB5-7E2B-F7DD-E5CFDC52DE28}"/>
              </a:ext>
            </a:extLst>
          </p:cNvPr>
          <p:cNvGrpSpPr/>
          <p:nvPr/>
        </p:nvGrpSpPr>
        <p:grpSpPr>
          <a:xfrm>
            <a:off x="912147" y="2962671"/>
            <a:ext cx="16363293" cy="6552554"/>
            <a:chOff x="0" y="0"/>
            <a:chExt cx="1059993" cy="1253581"/>
          </a:xfrm>
          <a:solidFill>
            <a:srgbClr val="00B050">
              <a:alpha val="23000"/>
            </a:srgbClr>
          </a:solidFill>
        </p:grpSpPr>
        <p:sp>
          <p:nvSpPr>
            <p:cNvPr id="35" name="Freeform 10">
              <a:extLst>
                <a:ext uri="{FF2B5EF4-FFF2-40B4-BE49-F238E27FC236}">
                  <a16:creationId xmlns:a16="http://schemas.microsoft.com/office/drawing/2014/main" id="{2BD9F214-1D63-9F39-AAEF-7DE87C593570}"/>
                </a:ext>
              </a:extLst>
            </p:cNvPr>
            <p:cNvSpPr/>
            <p:nvPr/>
          </p:nvSpPr>
          <p:spPr>
            <a:xfrm>
              <a:off x="0" y="0"/>
              <a:ext cx="1059993" cy="1253581"/>
            </a:xfrm>
            <a:custGeom>
              <a:avLst/>
              <a:gdLst/>
              <a:ahLst/>
              <a:cxnLst/>
              <a:rect l="l" t="t" r="r" b="b"/>
              <a:pathLst>
                <a:path w="1059993" h="1253581">
                  <a:moveTo>
                    <a:pt x="28854" y="0"/>
                  </a:moveTo>
                  <a:lnTo>
                    <a:pt x="1031139" y="0"/>
                  </a:lnTo>
                  <a:cubicBezTo>
                    <a:pt x="1047075" y="0"/>
                    <a:pt x="1059993" y="12919"/>
                    <a:pt x="1059993" y="28854"/>
                  </a:cubicBezTo>
                  <a:lnTo>
                    <a:pt x="1059993" y="1224727"/>
                  </a:lnTo>
                  <a:cubicBezTo>
                    <a:pt x="1059993" y="1240662"/>
                    <a:pt x="1047075" y="1253581"/>
                    <a:pt x="1031139" y="1253581"/>
                  </a:cubicBezTo>
                  <a:lnTo>
                    <a:pt x="28854" y="1253581"/>
                  </a:lnTo>
                  <a:cubicBezTo>
                    <a:pt x="12919" y="1253581"/>
                    <a:pt x="0" y="1240662"/>
                    <a:pt x="0" y="1224727"/>
                  </a:cubicBezTo>
                  <a:lnTo>
                    <a:pt x="0" y="28854"/>
                  </a:lnTo>
                  <a:cubicBezTo>
                    <a:pt x="0" y="12919"/>
                    <a:pt x="12919" y="0"/>
                    <a:pt x="28854" y="0"/>
                  </a:cubicBezTo>
                  <a:close/>
                </a:path>
              </a:pathLst>
            </a:custGeom>
            <a:grpFill/>
          </p:spPr>
        </p:sp>
        <p:sp>
          <p:nvSpPr>
            <p:cNvPr id="36" name="TextBox 11">
              <a:extLst>
                <a:ext uri="{FF2B5EF4-FFF2-40B4-BE49-F238E27FC236}">
                  <a16:creationId xmlns:a16="http://schemas.microsoft.com/office/drawing/2014/main" id="{B6FC8BAB-4197-C982-5EEA-4F189C830956}"/>
                </a:ext>
              </a:extLst>
            </p:cNvPr>
            <p:cNvSpPr txBox="1"/>
            <p:nvPr/>
          </p:nvSpPr>
          <p:spPr>
            <a:xfrm>
              <a:off x="0" y="-38100"/>
              <a:ext cx="1059993" cy="1291681"/>
            </a:xfrm>
            <a:prstGeom prst="rect">
              <a:avLst/>
            </a:prstGeom>
            <a:grpFill/>
          </p:spPr>
          <p:txBody>
            <a:bodyPr lIns="56476" tIns="56476" rIns="56476" bIns="56476" rtlCol="0" anchor="ctr"/>
            <a:lstStyle/>
            <a:p>
              <a:pPr algn="ctr">
                <a:lnSpc>
                  <a:spcPts val="3360"/>
                </a:lnSpc>
              </a:pPr>
              <a:endParaRPr/>
            </a:p>
          </p:txBody>
        </p:sp>
      </p:grpSp>
      <p:sp>
        <p:nvSpPr>
          <p:cNvPr id="38" name="TextBox 29">
            <a:extLst>
              <a:ext uri="{FF2B5EF4-FFF2-40B4-BE49-F238E27FC236}">
                <a16:creationId xmlns:a16="http://schemas.microsoft.com/office/drawing/2014/main" id="{343E5AB7-7B51-0853-01CE-82ED85EBA678}"/>
              </a:ext>
            </a:extLst>
          </p:cNvPr>
          <p:cNvSpPr txBox="1"/>
          <p:nvPr/>
        </p:nvSpPr>
        <p:spPr>
          <a:xfrm>
            <a:off x="824087" y="2950141"/>
            <a:ext cx="15351994" cy="7653249"/>
          </a:xfrm>
          <a:prstGeom prst="rect">
            <a:avLst/>
          </a:prstGeom>
        </p:spPr>
        <p:txBody>
          <a:bodyPr wrap="square" lIns="0" tIns="0" rIns="0" bIns="0" rtlCol="0" anchor="t">
            <a:spAutoFit/>
          </a:bodyPr>
          <a:lstStyle/>
          <a:p>
            <a:pPr marL="327770" lvl="1" algn="just">
              <a:lnSpc>
                <a:spcPts val="4250"/>
              </a:lnSpc>
              <a:spcBef>
                <a:spcPct val="0"/>
              </a:spcBef>
            </a:pPr>
            <a:r>
              <a:rPr lang="vi-VN" sz="2400">
                <a:latin typeface="Mali"/>
                <a:ea typeface="Mali"/>
                <a:cs typeface="Mali"/>
                <a:sym typeface="Mali"/>
              </a:rPr>
              <a:t>Cộng đồng Kỹ sư, Thợ Điện lạnh Việt Nam: </a:t>
            </a:r>
            <a:r>
              <a:rPr lang="vi-VN" sz="2400">
                <a:latin typeface="Mali"/>
                <a:ea typeface="Mali"/>
                <a:cs typeface="Mali"/>
                <a:sym typeface="Mali"/>
                <a:hlinkClick r:id="rId14"/>
              </a:rPr>
              <a:t>http://hvacrvn.com/</a:t>
            </a:r>
            <a:endParaRPr lang="en-US" sz="2400">
              <a:latin typeface="Mali"/>
              <a:ea typeface="Mali"/>
              <a:cs typeface="Mali"/>
              <a:sym typeface="Mali"/>
            </a:endParaRPr>
          </a:p>
          <a:p>
            <a:pPr marL="327770" lvl="1" algn="just">
              <a:lnSpc>
                <a:spcPts val="4250"/>
              </a:lnSpc>
              <a:spcBef>
                <a:spcPct val="0"/>
              </a:spcBef>
            </a:pPr>
            <a:r>
              <a:rPr lang="vi-VN" sz="2400">
                <a:latin typeface="Mali"/>
                <a:ea typeface="Mali"/>
                <a:cs typeface="Mali"/>
                <a:sym typeface="Mali"/>
              </a:rPr>
              <a:t>Tập đoàn Điện lực Việt Nam - EVN: </a:t>
            </a:r>
            <a:r>
              <a:rPr lang="vi-VN" sz="2400">
                <a:latin typeface="Mali"/>
                <a:ea typeface="Mali"/>
                <a:cs typeface="Mali"/>
                <a:sym typeface="Mali"/>
                <a:hlinkClick r:id="rId15"/>
              </a:rPr>
              <a:t>https://www.evn.com.vn/</a:t>
            </a:r>
            <a:endParaRPr lang="en-US" sz="2400">
              <a:latin typeface="Mali"/>
              <a:ea typeface="Mali"/>
              <a:cs typeface="Mali"/>
              <a:sym typeface="Mali"/>
            </a:endParaRPr>
          </a:p>
          <a:p>
            <a:pPr marL="327770" lvl="1" algn="just">
              <a:lnSpc>
                <a:spcPts val="4250"/>
              </a:lnSpc>
              <a:spcBef>
                <a:spcPct val="0"/>
              </a:spcBef>
            </a:pPr>
            <a:r>
              <a:rPr lang="vi-VN" sz="2400">
                <a:latin typeface="Mali"/>
                <a:ea typeface="Mali"/>
                <a:cs typeface="Mali"/>
                <a:sym typeface="Mali"/>
              </a:rPr>
              <a:t>Cục Điện lực và Năng lượng tái tạo - Bộ Công Thương: </a:t>
            </a:r>
            <a:r>
              <a:rPr lang="vi-VN" sz="2400">
                <a:latin typeface="Mali"/>
                <a:ea typeface="Mali"/>
                <a:cs typeface="Mali"/>
                <a:sym typeface="Mali"/>
                <a:hlinkClick r:id="rId16"/>
              </a:rPr>
              <a:t>http://erea.gov.vn</a:t>
            </a:r>
            <a:endParaRPr lang="en-US" sz="2400">
              <a:latin typeface="Mali"/>
              <a:ea typeface="Mali"/>
              <a:cs typeface="Mali"/>
              <a:sym typeface="Mali"/>
            </a:endParaRPr>
          </a:p>
          <a:p>
            <a:pPr marL="327770" lvl="1" algn="just">
              <a:lnSpc>
                <a:spcPts val="4250"/>
              </a:lnSpc>
              <a:spcBef>
                <a:spcPct val="0"/>
              </a:spcBef>
            </a:pPr>
            <a:r>
              <a:rPr lang="vi-VN" sz="2400">
                <a:latin typeface="Mali"/>
                <a:ea typeface="Mali"/>
                <a:cs typeface="Mali"/>
                <a:sym typeface="Mali"/>
              </a:rPr>
              <a:t>Công ty Cổ phần Tư vấn xây dựng điện 1 (PECC1): </a:t>
            </a:r>
            <a:r>
              <a:rPr lang="vi-VN" sz="2400">
                <a:latin typeface="Mali"/>
                <a:ea typeface="Mali"/>
                <a:cs typeface="Mali"/>
                <a:sym typeface="Mali"/>
                <a:hlinkClick r:id="rId17"/>
              </a:rPr>
              <a:t>http://www.pecc1.com.vn/d4/news/Vai-tro-cua-thuy-dien-trong-he-thong-khi-Viet-Nam-phat-trien-manh-dien-mat-troi-8-1731.aspx</a:t>
            </a:r>
            <a:endParaRPr lang="en-US" sz="2400">
              <a:latin typeface="Mali"/>
              <a:ea typeface="Mali"/>
              <a:cs typeface="Mali"/>
              <a:sym typeface="Mali"/>
            </a:endParaRPr>
          </a:p>
          <a:p>
            <a:pPr marL="327770" lvl="1" algn="just">
              <a:lnSpc>
                <a:spcPts val="4250"/>
              </a:lnSpc>
              <a:spcBef>
                <a:spcPct val="0"/>
              </a:spcBef>
            </a:pPr>
            <a:r>
              <a:rPr lang="vi-VN" sz="2400">
                <a:latin typeface="Mali"/>
                <a:ea typeface="Mali"/>
                <a:cs typeface="Mali"/>
                <a:sym typeface="Mali"/>
              </a:rPr>
              <a:t>Sở Công Thương tỉnh Gia Lai, bài viết “Năng lượng tái tạo: Đòn bẩy tăng trưởng xanh”, ngày 15/2/2024:</a:t>
            </a:r>
            <a:r>
              <a:rPr lang="en-US" sz="2400">
                <a:latin typeface="Mali"/>
                <a:ea typeface="Mali"/>
                <a:cs typeface="Mali"/>
                <a:sym typeface="Mali"/>
              </a:rPr>
              <a:t> </a:t>
            </a:r>
            <a:r>
              <a:rPr lang="vi-VN" sz="2400">
                <a:latin typeface="Mali"/>
                <a:ea typeface="Mali"/>
                <a:cs typeface="Mali"/>
                <a:sym typeface="Mali"/>
                <a:hlinkClick r:id="rId18"/>
              </a:rPr>
              <a:t>https://sct.gialai.gov.vn/tin-hoat-dong/nang-luong-ktat-moi-truong/2024/Nang-luong-tai-tao-Don-bay-tang-truong-xanh.aspx</a:t>
            </a:r>
            <a:endParaRPr lang="en-US" sz="2400">
              <a:latin typeface="Mali"/>
              <a:ea typeface="Mali"/>
              <a:cs typeface="Mali"/>
              <a:sym typeface="Mali"/>
            </a:endParaRPr>
          </a:p>
          <a:p>
            <a:pPr marL="327770" lvl="1" algn="just">
              <a:lnSpc>
                <a:spcPts val="4250"/>
              </a:lnSpc>
              <a:spcBef>
                <a:spcPct val="0"/>
              </a:spcBef>
            </a:pPr>
            <a:r>
              <a:rPr lang="vi-VN" sz="2400">
                <a:latin typeface="Mali"/>
                <a:ea typeface="Mali"/>
                <a:cs typeface="Mali"/>
                <a:sym typeface="Mali"/>
              </a:rPr>
              <a:t>Cổng thông tin điện tử Bộ Khoa học và Công nghệ, bài viết “Phát triển năng lượng tái tạo: Mở đường cho những dự án lớn”, ngày 19/11/2025: </a:t>
            </a:r>
            <a:r>
              <a:rPr lang="vi-VN" sz="2400">
                <a:latin typeface="Mali"/>
                <a:ea typeface="Mali"/>
                <a:cs typeface="Mali"/>
                <a:sym typeface="Mali"/>
                <a:hlinkClick r:id="rId19"/>
              </a:rPr>
              <a:t>https://mst.gov.vn/phat-trien-nang-luong-tai-tao-mo-duong-cho-nhung-du-an-lon-197251118211650699.htm</a:t>
            </a:r>
            <a:r>
              <a:rPr lang="en-US" sz="2400">
                <a:latin typeface="Mali"/>
                <a:ea typeface="Mali"/>
                <a:cs typeface="Mali"/>
                <a:sym typeface="Mali"/>
                <a:hlinkClick r:id="rId19"/>
              </a:rPr>
              <a:t>l</a:t>
            </a:r>
            <a:endParaRPr lang="en-US" sz="2400">
              <a:latin typeface="Mali"/>
              <a:ea typeface="Mali"/>
              <a:cs typeface="Mali"/>
              <a:sym typeface="Mali"/>
            </a:endParaRPr>
          </a:p>
          <a:p>
            <a:pPr marL="327770" lvl="1" algn="just">
              <a:lnSpc>
                <a:spcPts val="4250"/>
              </a:lnSpc>
              <a:spcBef>
                <a:spcPct val="0"/>
              </a:spcBef>
            </a:pPr>
            <a:r>
              <a:rPr lang="en-US" sz="2400">
                <a:latin typeface="Mali"/>
                <a:ea typeface="Mali"/>
                <a:cs typeface="Mali"/>
                <a:sym typeface="Mali"/>
              </a:rPr>
              <a:t>Code HTML: </a:t>
            </a:r>
            <a:r>
              <a:rPr lang="en-US" sz="2400">
                <a:latin typeface="Mali"/>
                <a:ea typeface="Mali"/>
                <a:cs typeface="Mali"/>
                <a:sym typeface="Mali"/>
                <a:hlinkClick r:id="rId20"/>
              </a:rPr>
              <a:t>https://github.com</a:t>
            </a:r>
            <a:endParaRPr lang="en-US" sz="2400">
              <a:latin typeface="Mali"/>
              <a:ea typeface="Mali"/>
              <a:cs typeface="Mali"/>
              <a:sym typeface="Mali"/>
            </a:endParaRPr>
          </a:p>
          <a:p>
            <a:pPr marL="327770" lvl="1" algn="just">
              <a:lnSpc>
                <a:spcPts val="4250"/>
              </a:lnSpc>
              <a:spcBef>
                <a:spcPct val="0"/>
              </a:spcBef>
            </a:pPr>
            <a:endParaRPr lang="en-US" sz="2400">
              <a:latin typeface="Mali"/>
              <a:ea typeface="Mali"/>
              <a:cs typeface="Mali"/>
              <a:sym typeface="Mali"/>
            </a:endParaRPr>
          </a:p>
          <a:p>
            <a:pPr marL="327770" lvl="1" algn="just">
              <a:lnSpc>
                <a:spcPts val="4250"/>
              </a:lnSpc>
              <a:spcBef>
                <a:spcPct val="0"/>
              </a:spcBef>
            </a:pPr>
            <a:endParaRPr lang="en-US" sz="2400">
              <a:latin typeface="Mali"/>
              <a:ea typeface="Mali"/>
              <a:cs typeface="Mali"/>
              <a:sym typeface="Mali"/>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98694-56BD-7D98-F398-9D088FB2AE0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0F1D4211-DAAD-07C4-69D0-C266D041D28B}"/>
              </a:ext>
            </a:extLst>
          </p:cNvPr>
          <p:cNvSpPr/>
          <p:nvPr/>
        </p:nvSpPr>
        <p:spPr>
          <a:xfrm>
            <a:off x="-228600" y="-114300"/>
            <a:ext cx="18745200" cy="105156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1353A82-90F1-96E5-1E88-577EC9D9C853}"/>
              </a:ext>
            </a:extLst>
          </p:cNvPr>
          <p:cNvSpPr txBox="1"/>
          <p:nvPr/>
        </p:nvSpPr>
        <p:spPr>
          <a:xfrm>
            <a:off x="11488646" y="1759932"/>
            <a:ext cx="6409113" cy="415498"/>
          </a:xfrm>
          <a:prstGeom prst="rect">
            <a:avLst/>
          </a:prstGeom>
          <a:noFill/>
        </p:spPr>
        <p:txBody>
          <a:bodyPr wrap="square" rtlCol="0">
            <a:spAutoFit/>
          </a:bodyPr>
          <a:lstStyle/>
          <a:p>
            <a:pPr algn="ctr"/>
            <a:r>
              <a:rPr lang="en-VN" sz="2100">
                <a:noFill/>
                <a:latin typeface="iCiel Stabile Regular" panose="02000503000000000000" pitchFamily="2" charset="77"/>
              </a:rPr>
              <a:t>ơn</a:t>
            </a:r>
          </a:p>
        </p:txBody>
      </p:sp>
      <p:sp>
        <p:nvSpPr>
          <p:cNvPr id="5" name="TextBox 29">
            <a:extLst>
              <a:ext uri="{FF2B5EF4-FFF2-40B4-BE49-F238E27FC236}">
                <a16:creationId xmlns:a16="http://schemas.microsoft.com/office/drawing/2014/main" id="{B38DBD4D-59BA-DFC2-8022-9096FA611FB6}"/>
              </a:ext>
            </a:extLst>
          </p:cNvPr>
          <p:cNvSpPr txBox="1"/>
          <p:nvPr/>
        </p:nvSpPr>
        <p:spPr>
          <a:xfrm>
            <a:off x="1676400" y="11087100"/>
            <a:ext cx="15351994" cy="6550383"/>
          </a:xfrm>
          <a:prstGeom prst="rect">
            <a:avLst/>
          </a:prstGeom>
        </p:spPr>
        <p:txBody>
          <a:bodyPr wrap="square" lIns="0" tIns="0" rIns="0" bIns="0" rtlCol="0" anchor="t">
            <a:spAutoFit/>
          </a:bodyPr>
          <a:lstStyle/>
          <a:p>
            <a:pPr marL="327770" lvl="1" algn="just">
              <a:lnSpc>
                <a:spcPts val="4250"/>
              </a:lnSpc>
              <a:spcBef>
                <a:spcPct val="0"/>
              </a:spcBef>
            </a:pPr>
            <a:r>
              <a:rPr lang="vi-VN" sz="2400">
                <a:latin typeface="Mali"/>
                <a:ea typeface="Mali"/>
                <a:cs typeface="Mali"/>
                <a:sym typeface="Mali"/>
              </a:rPr>
              <a:t>Cộng đồng Kỹ sư, Thợ Điện lạnh Việt Nam: </a:t>
            </a:r>
            <a:r>
              <a:rPr lang="vi-VN" sz="2400">
                <a:latin typeface="Mali"/>
                <a:ea typeface="Mali"/>
                <a:cs typeface="Mali"/>
                <a:sym typeface="Mali"/>
                <a:hlinkClick r:id="rId4"/>
              </a:rPr>
              <a:t>http://hvacrvn.com/</a:t>
            </a:r>
            <a:endParaRPr lang="en-US" sz="2400">
              <a:latin typeface="Mali"/>
              <a:ea typeface="Mali"/>
              <a:cs typeface="Mali"/>
              <a:sym typeface="Mali"/>
            </a:endParaRPr>
          </a:p>
          <a:p>
            <a:pPr marL="327770" lvl="1" algn="just">
              <a:lnSpc>
                <a:spcPts val="4250"/>
              </a:lnSpc>
              <a:spcBef>
                <a:spcPct val="0"/>
              </a:spcBef>
            </a:pPr>
            <a:r>
              <a:rPr lang="vi-VN" sz="2400">
                <a:latin typeface="Mali"/>
                <a:ea typeface="Mali"/>
                <a:cs typeface="Mali"/>
                <a:sym typeface="Mali"/>
              </a:rPr>
              <a:t>Tập đoàn Điện lực Việt Nam - EVN: </a:t>
            </a:r>
            <a:r>
              <a:rPr lang="vi-VN" sz="2400">
                <a:latin typeface="Mali"/>
                <a:ea typeface="Mali"/>
                <a:cs typeface="Mali"/>
                <a:sym typeface="Mali"/>
                <a:hlinkClick r:id="rId5"/>
              </a:rPr>
              <a:t>https://www.evn.com.vn/</a:t>
            </a:r>
            <a:endParaRPr lang="en-US" sz="2400">
              <a:latin typeface="Mali"/>
              <a:ea typeface="Mali"/>
              <a:cs typeface="Mali"/>
              <a:sym typeface="Mali"/>
            </a:endParaRPr>
          </a:p>
          <a:p>
            <a:pPr marL="327770" lvl="1" algn="just">
              <a:lnSpc>
                <a:spcPts val="4250"/>
              </a:lnSpc>
              <a:spcBef>
                <a:spcPct val="0"/>
              </a:spcBef>
            </a:pPr>
            <a:r>
              <a:rPr lang="vi-VN" sz="2400">
                <a:latin typeface="Mali"/>
                <a:ea typeface="Mali"/>
                <a:cs typeface="Mali"/>
                <a:sym typeface="Mali"/>
              </a:rPr>
              <a:t>Cục Điện lực và Năng lượng tái tạo - Bộ Công Thương: </a:t>
            </a:r>
            <a:r>
              <a:rPr lang="vi-VN" sz="2400">
                <a:latin typeface="Mali"/>
                <a:ea typeface="Mali"/>
                <a:cs typeface="Mali"/>
                <a:sym typeface="Mali"/>
                <a:hlinkClick r:id="rId6"/>
              </a:rPr>
              <a:t>http://erea.gov.vn</a:t>
            </a:r>
            <a:endParaRPr lang="en-US" sz="2400">
              <a:latin typeface="Mali"/>
              <a:ea typeface="Mali"/>
              <a:cs typeface="Mali"/>
              <a:sym typeface="Mali"/>
            </a:endParaRPr>
          </a:p>
          <a:p>
            <a:pPr marL="327770" lvl="1" algn="just">
              <a:lnSpc>
                <a:spcPts val="4250"/>
              </a:lnSpc>
              <a:spcBef>
                <a:spcPct val="0"/>
              </a:spcBef>
            </a:pPr>
            <a:r>
              <a:rPr lang="vi-VN" sz="2400">
                <a:latin typeface="Mali"/>
                <a:ea typeface="Mali"/>
                <a:cs typeface="Mali"/>
                <a:sym typeface="Mali"/>
              </a:rPr>
              <a:t>Công ty Cổ phần Tư vấn xây dựng điện 1 (PECC1): </a:t>
            </a:r>
            <a:r>
              <a:rPr lang="vi-VN" sz="2400">
                <a:latin typeface="Mali"/>
                <a:ea typeface="Mali"/>
                <a:cs typeface="Mali"/>
                <a:sym typeface="Mali"/>
                <a:hlinkClick r:id="rId7"/>
              </a:rPr>
              <a:t>http://www.pecc1.com.vn/d4/news/Vai-tro-cua-thuy-dien-trong-he-thong-khi-Viet-Nam-phat-trien-manh-dien-mat-troi-8-1731.aspx</a:t>
            </a:r>
            <a:endParaRPr lang="en-US" sz="2400">
              <a:latin typeface="Mali"/>
              <a:ea typeface="Mali"/>
              <a:cs typeface="Mali"/>
              <a:sym typeface="Mali"/>
            </a:endParaRPr>
          </a:p>
          <a:p>
            <a:pPr marL="327770" lvl="1" algn="just">
              <a:lnSpc>
                <a:spcPts val="4250"/>
              </a:lnSpc>
              <a:spcBef>
                <a:spcPct val="0"/>
              </a:spcBef>
            </a:pPr>
            <a:r>
              <a:rPr lang="vi-VN" sz="2400">
                <a:latin typeface="Mali"/>
                <a:ea typeface="Mali"/>
                <a:cs typeface="Mali"/>
                <a:sym typeface="Mali"/>
              </a:rPr>
              <a:t>Sở Công Thương tỉnh Gia Lai, bài viết “Năng lượng tái tạo: Đòn bẩy tăng trưởng xanh”, ngày 15/2/2024:</a:t>
            </a:r>
            <a:r>
              <a:rPr lang="en-US" sz="2400">
                <a:latin typeface="Mali"/>
                <a:ea typeface="Mali"/>
                <a:cs typeface="Mali"/>
                <a:sym typeface="Mali"/>
              </a:rPr>
              <a:t> </a:t>
            </a:r>
            <a:r>
              <a:rPr lang="vi-VN" sz="2400">
                <a:latin typeface="Mali"/>
                <a:ea typeface="Mali"/>
                <a:cs typeface="Mali"/>
                <a:sym typeface="Mali"/>
                <a:hlinkClick r:id="rId8"/>
              </a:rPr>
              <a:t>https://sct.gialai.gov.vn/tin-hoat-dong/nang-luong-ktat-moi-truong/2024/Nang-luong-tai-tao-Don-bay-tang-truong-xanh.aspx</a:t>
            </a:r>
            <a:endParaRPr lang="en-US" sz="2400">
              <a:latin typeface="Mali"/>
              <a:ea typeface="Mali"/>
              <a:cs typeface="Mali"/>
              <a:sym typeface="Mali"/>
            </a:endParaRPr>
          </a:p>
          <a:p>
            <a:pPr marL="327770" lvl="1" algn="just">
              <a:lnSpc>
                <a:spcPts val="4250"/>
              </a:lnSpc>
              <a:spcBef>
                <a:spcPct val="0"/>
              </a:spcBef>
            </a:pPr>
            <a:r>
              <a:rPr lang="vi-VN" sz="2400">
                <a:latin typeface="Mali"/>
                <a:ea typeface="Mali"/>
                <a:cs typeface="Mali"/>
                <a:sym typeface="Mali"/>
              </a:rPr>
              <a:t>Cổng thông tin điện tử Bộ Khoa học và Công nghệ, bài viết “Phát triển năng lượng tái tạo: Mở đường cho những dự án lớn”, ngày 19/11/2025: </a:t>
            </a:r>
            <a:r>
              <a:rPr lang="vi-VN" sz="2400">
                <a:latin typeface="Mali"/>
                <a:ea typeface="Mali"/>
                <a:cs typeface="Mali"/>
                <a:sym typeface="Mali"/>
                <a:hlinkClick r:id="rId9"/>
              </a:rPr>
              <a:t>https://mst.gov.vn/phat-trien-nang-luong-tai-tao-mo-duong-cho-nhung-du-an-lon-197251118211650699.htm</a:t>
            </a:r>
            <a:r>
              <a:rPr lang="en-US" sz="2400">
                <a:latin typeface="Mali"/>
                <a:ea typeface="Mali"/>
                <a:cs typeface="Mali"/>
                <a:sym typeface="Mali"/>
                <a:hlinkClick r:id="rId9"/>
              </a:rPr>
              <a:t>l</a:t>
            </a:r>
            <a:endParaRPr lang="en-US" sz="2400">
              <a:latin typeface="Mali"/>
              <a:ea typeface="Mali"/>
              <a:cs typeface="Mali"/>
              <a:sym typeface="Mali"/>
            </a:endParaRPr>
          </a:p>
          <a:p>
            <a:pPr marL="327770" lvl="1" algn="just">
              <a:lnSpc>
                <a:spcPts val="4250"/>
              </a:lnSpc>
              <a:spcBef>
                <a:spcPct val="0"/>
              </a:spcBef>
            </a:pPr>
            <a:endParaRPr lang="en-US" sz="2400">
              <a:latin typeface="Mali"/>
              <a:ea typeface="Mali"/>
              <a:cs typeface="Mali"/>
              <a:sym typeface="Mali"/>
            </a:endParaRPr>
          </a:p>
        </p:txBody>
      </p:sp>
      <p:sp>
        <p:nvSpPr>
          <p:cNvPr id="7" name="Freeform 2">
            <a:extLst>
              <a:ext uri="{FF2B5EF4-FFF2-40B4-BE49-F238E27FC236}">
                <a16:creationId xmlns:a16="http://schemas.microsoft.com/office/drawing/2014/main" id="{2474CD0C-88A4-FE5D-B370-16763EE06ADC}"/>
              </a:ext>
            </a:extLst>
          </p:cNvPr>
          <p:cNvSpPr/>
          <p:nvPr/>
        </p:nvSpPr>
        <p:spPr>
          <a:xfrm>
            <a:off x="-489759" y="1042268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0"/>
            <a:stretch>
              <a:fillRect t="-77439" b="-77439"/>
            </a:stretch>
          </a:blipFill>
        </p:spPr>
      </p:sp>
      <p:sp>
        <p:nvSpPr>
          <p:cNvPr id="8" name="Freeform 3">
            <a:extLst>
              <a:ext uri="{FF2B5EF4-FFF2-40B4-BE49-F238E27FC236}">
                <a16:creationId xmlns:a16="http://schemas.microsoft.com/office/drawing/2014/main" id="{72F1574A-0D87-33E1-3926-09313997D4DB}"/>
              </a:ext>
            </a:extLst>
          </p:cNvPr>
          <p:cNvSpPr/>
          <p:nvPr/>
        </p:nvSpPr>
        <p:spPr>
          <a:xfrm>
            <a:off x="-1233653" y="14583314"/>
            <a:ext cx="25363254" cy="7271890"/>
          </a:xfrm>
          <a:custGeom>
            <a:avLst/>
            <a:gdLst/>
            <a:ahLst/>
            <a:cxnLst/>
            <a:rect l="l" t="t" r="r" b="b"/>
            <a:pathLst>
              <a:path w="25363254" h="7271890">
                <a:moveTo>
                  <a:pt x="0" y="0"/>
                </a:moveTo>
                <a:lnTo>
                  <a:pt x="25363254" y="0"/>
                </a:lnTo>
                <a:lnTo>
                  <a:pt x="25363254" y="7271890"/>
                </a:lnTo>
                <a:lnTo>
                  <a:pt x="0" y="7271890"/>
                </a:lnTo>
                <a:lnTo>
                  <a:pt x="0" y="0"/>
                </a:lnTo>
                <a:close/>
              </a:path>
            </a:pathLst>
          </a:custGeom>
          <a:blipFill>
            <a:blip>
              <a:extLst>
                <a:ext uri="{96DAC541-7B7A-43D3-8B79-37D633B846F1}">
                  <asvg:svgBlip xmlns:asvg="http://schemas.microsoft.com/office/drawing/2016/SVG/main" r:embed="rId11"/>
                </a:ext>
              </a:extLst>
            </a:blip>
            <a:stretch>
              <a:fillRect t="-71998"/>
            </a:stretch>
          </a:blipFill>
        </p:spPr>
      </p:sp>
      <p:sp>
        <p:nvSpPr>
          <p:cNvPr id="9" name="Freeform 4">
            <a:extLst>
              <a:ext uri="{FF2B5EF4-FFF2-40B4-BE49-F238E27FC236}">
                <a16:creationId xmlns:a16="http://schemas.microsoft.com/office/drawing/2014/main" id="{E68EB9FD-9984-C2FA-8AAE-5BCE69E87FC2}"/>
              </a:ext>
            </a:extLst>
          </p:cNvPr>
          <p:cNvSpPr/>
          <p:nvPr/>
        </p:nvSpPr>
        <p:spPr>
          <a:xfrm>
            <a:off x="-977911" y="13790763"/>
            <a:ext cx="4664491" cy="3550843"/>
          </a:xfrm>
          <a:custGeom>
            <a:avLst/>
            <a:gdLst/>
            <a:ahLst/>
            <a:cxnLst/>
            <a:rect l="l" t="t" r="r" b="b"/>
            <a:pathLst>
              <a:path w="4664491" h="3550843">
                <a:moveTo>
                  <a:pt x="0" y="0"/>
                </a:moveTo>
                <a:lnTo>
                  <a:pt x="4664491" y="0"/>
                </a:lnTo>
                <a:lnTo>
                  <a:pt x="4664491" y="3550844"/>
                </a:lnTo>
                <a:lnTo>
                  <a:pt x="0" y="3550844"/>
                </a:lnTo>
                <a:lnTo>
                  <a:pt x="0" y="0"/>
                </a:lnTo>
                <a:close/>
              </a:path>
            </a:pathLst>
          </a:custGeom>
          <a:blipFill>
            <a:blip r:embed="rId12"/>
            <a:stretch>
              <a:fillRect/>
            </a:stretch>
          </a:blipFill>
        </p:spPr>
      </p:sp>
      <p:sp>
        <p:nvSpPr>
          <p:cNvPr id="10" name="Freeform 5">
            <a:extLst>
              <a:ext uri="{FF2B5EF4-FFF2-40B4-BE49-F238E27FC236}">
                <a16:creationId xmlns:a16="http://schemas.microsoft.com/office/drawing/2014/main" id="{55D35C9A-5518-8DA4-77BF-424039533CBB}"/>
              </a:ext>
            </a:extLst>
          </p:cNvPr>
          <p:cNvSpPr/>
          <p:nvPr/>
        </p:nvSpPr>
        <p:spPr>
          <a:xfrm>
            <a:off x="7521709" y="10845853"/>
            <a:ext cx="9031048" cy="5034810"/>
          </a:xfrm>
          <a:custGeom>
            <a:avLst/>
            <a:gdLst/>
            <a:ahLst/>
            <a:cxnLst/>
            <a:rect l="l" t="t" r="r" b="b"/>
            <a:pathLst>
              <a:path w="9031048" h="5034810">
                <a:moveTo>
                  <a:pt x="0" y="0"/>
                </a:moveTo>
                <a:lnTo>
                  <a:pt x="9031049" y="0"/>
                </a:lnTo>
                <a:lnTo>
                  <a:pt x="9031049" y="5034809"/>
                </a:lnTo>
                <a:lnTo>
                  <a:pt x="0" y="5034809"/>
                </a:lnTo>
                <a:lnTo>
                  <a:pt x="0" y="0"/>
                </a:lnTo>
                <a:close/>
              </a:path>
            </a:pathLst>
          </a:custGeom>
          <a:blipFill>
            <a:blip r:embed="rId13"/>
            <a:stretch>
              <a:fillRect/>
            </a:stretch>
          </a:blipFill>
        </p:spPr>
      </p:sp>
      <p:sp>
        <p:nvSpPr>
          <p:cNvPr id="11" name="Freeform 6">
            <a:extLst>
              <a:ext uri="{FF2B5EF4-FFF2-40B4-BE49-F238E27FC236}">
                <a16:creationId xmlns:a16="http://schemas.microsoft.com/office/drawing/2014/main" id="{9F566E1F-B87A-7BB3-3F91-3883AD3F3DB0}"/>
              </a:ext>
            </a:extLst>
          </p:cNvPr>
          <p:cNvSpPr/>
          <p:nvPr/>
        </p:nvSpPr>
        <p:spPr>
          <a:xfrm>
            <a:off x="1380502" y="10759629"/>
            <a:ext cx="9031048" cy="5034810"/>
          </a:xfrm>
          <a:custGeom>
            <a:avLst/>
            <a:gdLst/>
            <a:ahLst/>
            <a:cxnLst/>
            <a:rect l="l" t="t" r="r" b="b"/>
            <a:pathLst>
              <a:path w="9031048" h="5034810">
                <a:moveTo>
                  <a:pt x="0" y="0"/>
                </a:moveTo>
                <a:lnTo>
                  <a:pt x="9031049" y="0"/>
                </a:lnTo>
                <a:lnTo>
                  <a:pt x="9031049" y="5034810"/>
                </a:lnTo>
                <a:lnTo>
                  <a:pt x="0" y="5034810"/>
                </a:lnTo>
                <a:lnTo>
                  <a:pt x="0" y="0"/>
                </a:lnTo>
                <a:close/>
              </a:path>
            </a:pathLst>
          </a:custGeom>
          <a:blipFill>
            <a:blip r:embed="rId13"/>
            <a:stretch>
              <a:fillRect/>
            </a:stretch>
          </a:blipFill>
        </p:spPr>
        <p:txBody>
          <a:bodyPr/>
          <a:lstStyle/>
          <a:p>
            <a:endParaRPr lang="en-US"/>
          </a:p>
        </p:txBody>
      </p:sp>
      <p:sp>
        <p:nvSpPr>
          <p:cNvPr id="12" name="Freeform 10">
            <a:extLst>
              <a:ext uri="{FF2B5EF4-FFF2-40B4-BE49-F238E27FC236}">
                <a16:creationId xmlns:a16="http://schemas.microsoft.com/office/drawing/2014/main" id="{0B2D5274-5452-2C7E-1712-3B3E78AB9DF2}"/>
              </a:ext>
            </a:extLst>
          </p:cNvPr>
          <p:cNvSpPr/>
          <p:nvPr/>
        </p:nvSpPr>
        <p:spPr>
          <a:xfrm>
            <a:off x="2070513" y="17159522"/>
            <a:ext cx="2537780" cy="2303035"/>
          </a:xfrm>
          <a:custGeom>
            <a:avLst/>
            <a:gdLst/>
            <a:ahLst/>
            <a:cxnLst/>
            <a:rect l="l" t="t" r="r" b="b"/>
            <a:pathLst>
              <a:path w="2537780" h="2303035">
                <a:moveTo>
                  <a:pt x="0" y="0"/>
                </a:moveTo>
                <a:lnTo>
                  <a:pt x="2537780" y="0"/>
                </a:lnTo>
                <a:lnTo>
                  <a:pt x="2537780" y="2303036"/>
                </a:lnTo>
                <a:lnTo>
                  <a:pt x="0" y="2303036"/>
                </a:lnTo>
                <a:lnTo>
                  <a:pt x="0" y="0"/>
                </a:lnTo>
                <a:close/>
              </a:path>
            </a:pathLst>
          </a:custGeom>
          <a:blipFill>
            <a:blip r:embed="rId14"/>
            <a:stretch>
              <a:fillRect/>
            </a:stretch>
          </a:blipFill>
        </p:spPr>
      </p:sp>
      <p:sp>
        <p:nvSpPr>
          <p:cNvPr id="13" name="Freeform 11">
            <a:extLst>
              <a:ext uri="{FF2B5EF4-FFF2-40B4-BE49-F238E27FC236}">
                <a16:creationId xmlns:a16="http://schemas.microsoft.com/office/drawing/2014/main" id="{F63A8B6E-25A7-E553-033B-ED3A9A29C48B}"/>
              </a:ext>
            </a:extLst>
          </p:cNvPr>
          <p:cNvSpPr/>
          <p:nvPr/>
        </p:nvSpPr>
        <p:spPr>
          <a:xfrm flipH="1">
            <a:off x="-387027" y="18986205"/>
            <a:ext cx="5320178" cy="2124501"/>
          </a:xfrm>
          <a:custGeom>
            <a:avLst/>
            <a:gdLst/>
            <a:ahLst/>
            <a:cxnLst/>
            <a:rect l="l" t="t" r="r" b="b"/>
            <a:pathLst>
              <a:path w="5320178" h="2124501">
                <a:moveTo>
                  <a:pt x="5320178" y="0"/>
                </a:moveTo>
                <a:lnTo>
                  <a:pt x="0" y="0"/>
                </a:lnTo>
                <a:lnTo>
                  <a:pt x="0" y="2124500"/>
                </a:lnTo>
                <a:lnTo>
                  <a:pt x="5320178" y="2124500"/>
                </a:lnTo>
                <a:lnTo>
                  <a:pt x="5320178" y="0"/>
                </a:lnTo>
                <a:close/>
              </a:path>
            </a:pathLst>
          </a:custGeom>
          <a:blipFill>
            <a:blip>
              <a:extLst>
                <a:ext uri="{96DAC541-7B7A-43D3-8B79-37D633B846F1}">
                  <asvg:svgBlip xmlns:asvg="http://schemas.microsoft.com/office/drawing/2016/SVG/main" r:embed="rId15"/>
                </a:ext>
              </a:extLst>
            </a:blip>
            <a:stretch>
              <a:fillRect/>
            </a:stretch>
          </a:blipFill>
        </p:spPr>
      </p:sp>
      <p:sp>
        <p:nvSpPr>
          <p:cNvPr id="14" name="Freeform 12">
            <a:extLst>
              <a:ext uri="{FF2B5EF4-FFF2-40B4-BE49-F238E27FC236}">
                <a16:creationId xmlns:a16="http://schemas.microsoft.com/office/drawing/2014/main" id="{87CDB58B-4AD0-4E48-A0C8-AA2C8A737018}"/>
              </a:ext>
            </a:extLst>
          </p:cNvPr>
          <p:cNvSpPr/>
          <p:nvPr/>
        </p:nvSpPr>
        <p:spPr>
          <a:xfrm>
            <a:off x="-2588507" y="16667524"/>
            <a:ext cx="5110041" cy="4637362"/>
          </a:xfrm>
          <a:custGeom>
            <a:avLst/>
            <a:gdLst/>
            <a:ahLst/>
            <a:cxnLst/>
            <a:rect l="l" t="t" r="r" b="b"/>
            <a:pathLst>
              <a:path w="5110041" h="4637362">
                <a:moveTo>
                  <a:pt x="0" y="0"/>
                </a:moveTo>
                <a:lnTo>
                  <a:pt x="5110041" y="0"/>
                </a:lnTo>
                <a:lnTo>
                  <a:pt x="5110041" y="4637362"/>
                </a:lnTo>
                <a:lnTo>
                  <a:pt x="0" y="4637362"/>
                </a:lnTo>
                <a:lnTo>
                  <a:pt x="0" y="0"/>
                </a:lnTo>
                <a:close/>
              </a:path>
            </a:pathLst>
          </a:custGeom>
          <a:blipFill>
            <a:blip r:embed="rId14"/>
            <a:stretch>
              <a:fillRect/>
            </a:stretch>
          </a:blipFill>
        </p:spPr>
      </p:sp>
      <p:sp>
        <p:nvSpPr>
          <p:cNvPr id="15" name="Freeform 13">
            <a:extLst>
              <a:ext uri="{FF2B5EF4-FFF2-40B4-BE49-F238E27FC236}">
                <a16:creationId xmlns:a16="http://schemas.microsoft.com/office/drawing/2014/main" id="{F1ABEE7D-63A9-1A6B-A6F7-CE63CFE5B268}"/>
              </a:ext>
            </a:extLst>
          </p:cNvPr>
          <p:cNvSpPr/>
          <p:nvPr/>
        </p:nvSpPr>
        <p:spPr>
          <a:xfrm>
            <a:off x="12822788" y="14024986"/>
            <a:ext cx="2631570" cy="4596630"/>
          </a:xfrm>
          <a:custGeom>
            <a:avLst/>
            <a:gdLst/>
            <a:ahLst/>
            <a:cxnLst/>
            <a:rect l="l" t="t" r="r" b="b"/>
            <a:pathLst>
              <a:path w="2631570" h="4596630">
                <a:moveTo>
                  <a:pt x="0" y="0"/>
                </a:moveTo>
                <a:lnTo>
                  <a:pt x="2631571" y="0"/>
                </a:lnTo>
                <a:lnTo>
                  <a:pt x="2631571" y="4596630"/>
                </a:lnTo>
                <a:lnTo>
                  <a:pt x="0" y="4596630"/>
                </a:lnTo>
                <a:lnTo>
                  <a:pt x="0" y="0"/>
                </a:lnTo>
                <a:close/>
              </a:path>
            </a:pathLst>
          </a:custGeom>
          <a:blipFill>
            <a:blip r:embed="rId16"/>
            <a:stretch>
              <a:fillRect/>
            </a:stretch>
          </a:blipFill>
        </p:spPr>
      </p:sp>
      <p:sp>
        <p:nvSpPr>
          <p:cNvPr id="16" name="Freeform 14">
            <a:extLst>
              <a:ext uri="{FF2B5EF4-FFF2-40B4-BE49-F238E27FC236}">
                <a16:creationId xmlns:a16="http://schemas.microsoft.com/office/drawing/2014/main" id="{02D2FD19-78C6-CF19-4976-2A44873B87B8}"/>
              </a:ext>
            </a:extLst>
          </p:cNvPr>
          <p:cNvSpPr/>
          <p:nvPr/>
        </p:nvSpPr>
        <p:spPr>
          <a:xfrm>
            <a:off x="13608501" y="11552527"/>
            <a:ext cx="4711446" cy="8229600"/>
          </a:xfrm>
          <a:custGeom>
            <a:avLst/>
            <a:gdLst/>
            <a:ahLst/>
            <a:cxnLst/>
            <a:rect l="l" t="t" r="r" b="b"/>
            <a:pathLst>
              <a:path w="4711446" h="8229600">
                <a:moveTo>
                  <a:pt x="0" y="0"/>
                </a:moveTo>
                <a:lnTo>
                  <a:pt x="4711446" y="0"/>
                </a:lnTo>
                <a:lnTo>
                  <a:pt x="4711446" y="8229600"/>
                </a:lnTo>
                <a:lnTo>
                  <a:pt x="0" y="8229600"/>
                </a:lnTo>
                <a:lnTo>
                  <a:pt x="0" y="0"/>
                </a:lnTo>
                <a:close/>
              </a:path>
            </a:pathLst>
          </a:custGeom>
          <a:blipFill>
            <a:blip r:embed="rId16"/>
            <a:stretch>
              <a:fillRect/>
            </a:stretch>
          </a:blipFill>
        </p:spPr>
      </p:sp>
      <p:sp>
        <p:nvSpPr>
          <p:cNvPr id="17" name="Freeform 15">
            <a:extLst>
              <a:ext uri="{FF2B5EF4-FFF2-40B4-BE49-F238E27FC236}">
                <a16:creationId xmlns:a16="http://schemas.microsoft.com/office/drawing/2014/main" id="{786894C8-1D87-4271-4D44-DA5FDDEB8EFE}"/>
              </a:ext>
            </a:extLst>
          </p:cNvPr>
          <p:cNvSpPr/>
          <p:nvPr/>
        </p:nvSpPr>
        <p:spPr>
          <a:xfrm flipH="1">
            <a:off x="697991" y="11660215"/>
            <a:ext cx="2188123" cy="1911872"/>
          </a:xfrm>
          <a:custGeom>
            <a:avLst/>
            <a:gdLst/>
            <a:ahLst/>
            <a:cxnLst/>
            <a:rect l="l" t="t" r="r" b="b"/>
            <a:pathLst>
              <a:path w="2188123" h="1911872">
                <a:moveTo>
                  <a:pt x="2188123" y="0"/>
                </a:moveTo>
                <a:lnTo>
                  <a:pt x="0" y="0"/>
                </a:lnTo>
                <a:lnTo>
                  <a:pt x="0" y="1911872"/>
                </a:lnTo>
                <a:lnTo>
                  <a:pt x="2188123" y="1911872"/>
                </a:lnTo>
                <a:lnTo>
                  <a:pt x="2188123" y="0"/>
                </a:lnTo>
                <a:close/>
              </a:path>
            </a:pathLst>
          </a:custGeom>
          <a:blipFill>
            <a:blip r:embed="rId17"/>
            <a:stretch>
              <a:fillRect/>
            </a:stretch>
          </a:blipFill>
        </p:spPr>
      </p:sp>
      <p:sp>
        <p:nvSpPr>
          <p:cNvPr id="18" name="Freeform 12">
            <a:extLst>
              <a:ext uri="{FF2B5EF4-FFF2-40B4-BE49-F238E27FC236}">
                <a16:creationId xmlns:a16="http://schemas.microsoft.com/office/drawing/2014/main" id="{BC773C7E-91F5-7AFD-CDB8-69E75B039061}"/>
              </a:ext>
            </a:extLst>
          </p:cNvPr>
          <p:cNvSpPr/>
          <p:nvPr/>
        </p:nvSpPr>
        <p:spPr>
          <a:xfrm>
            <a:off x="18897600" y="11696700"/>
            <a:ext cx="6757416" cy="9147094"/>
          </a:xfrm>
          <a:custGeom>
            <a:avLst/>
            <a:gdLst/>
            <a:ahLst/>
            <a:cxnLst/>
            <a:rect l="l" t="t" r="r" b="b"/>
            <a:pathLst>
              <a:path w="6757416" h="9147094">
                <a:moveTo>
                  <a:pt x="0" y="0"/>
                </a:moveTo>
                <a:lnTo>
                  <a:pt x="6757416" y="0"/>
                </a:lnTo>
                <a:lnTo>
                  <a:pt x="6757416" y="9147094"/>
                </a:lnTo>
                <a:lnTo>
                  <a:pt x="0" y="9147094"/>
                </a:lnTo>
                <a:lnTo>
                  <a:pt x="0" y="0"/>
                </a:lnTo>
                <a:close/>
              </a:path>
            </a:pathLst>
          </a:custGeom>
          <a:blipFill>
            <a:blip r:embed="rId18"/>
            <a:stretch>
              <a:fillRect/>
            </a:stretch>
          </a:blipFill>
        </p:spPr>
      </p:sp>
      <p:sp>
        <p:nvSpPr>
          <p:cNvPr id="19" name="Freeform 17">
            <a:extLst>
              <a:ext uri="{FF2B5EF4-FFF2-40B4-BE49-F238E27FC236}">
                <a16:creationId xmlns:a16="http://schemas.microsoft.com/office/drawing/2014/main" id="{89E7CE71-2442-6293-697C-7D8D520336B0}"/>
              </a:ext>
            </a:extLst>
          </p:cNvPr>
          <p:cNvSpPr/>
          <p:nvPr/>
        </p:nvSpPr>
        <p:spPr>
          <a:xfrm flipH="1">
            <a:off x="8688475" y="17313232"/>
            <a:ext cx="3171032" cy="2877712"/>
          </a:xfrm>
          <a:custGeom>
            <a:avLst/>
            <a:gdLst/>
            <a:ahLst/>
            <a:cxnLst/>
            <a:rect l="l" t="t" r="r" b="b"/>
            <a:pathLst>
              <a:path w="3171032" h="2877712">
                <a:moveTo>
                  <a:pt x="3171032" y="0"/>
                </a:moveTo>
                <a:lnTo>
                  <a:pt x="0" y="0"/>
                </a:lnTo>
                <a:lnTo>
                  <a:pt x="0" y="2877712"/>
                </a:lnTo>
                <a:lnTo>
                  <a:pt x="3171032" y="2877712"/>
                </a:lnTo>
                <a:lnTo>
                  <a:pt x="3171032" y="0"/>
                </a:lnTo>
                <a:close/>
              </a:path>
            </a:pathLst>
          </a:custGeom>
          <a:blipFill>
            <a:blip r:embed="rId14"/>
            <a:stretch>
              <a:fillRect/>
            </a:stretch>
          </a:blipFill>
        </p:spPr>
      </p:sp>
      <p:grpSp>
        <p:nvGrpSpPr>
          <p:cNvPr id="20" name="Group 6">
            <a:extLst>
              <a:ext uri="{FF2B5EF4-FFF2-40B4-BE49-F238E27FC236}">
                <a16:creationId xmlns:a16="http://schemas.microsoft.com/office/drawing/2014/main" id="{66CF1C70-671A-32DA-D340-AE1C268A1A3B}"/>
              </a:ext>
            </a:extLst>
          </p:cNvPr>
          <p:cNvGrpSpPr/>
          <p:nvPr/>
        </p:nvGrpSpPr>
        <p:grpSpPr>
          <a:xfrm>
            <a:off x="198153" y="11015123"/>
            <a:ext cx="16914157" cy="9102125"/>
            <a:chOff x="0" y="0"/>
            <a:chExt cx="801609" cy="636181"/>
          </a:xfrm>
        </p:grpSpPr>
        <p:sp>
          <p:nvSpPr>
            <p:cNvPr id="21" name="Freeform 7">
              <a:extLst>
                <a:ext uri="{FF2B5EF4-FFF2-40B4-BE49-F238E27FC236}">
                  <a16:creationId xmlns:a16="http://schemas.microsoft.com/office/drawing/2014/main" id="{7EAEF414-8042-BC6F-63A7-CE412C3B0904}"/>
                </a:ext>
              </a:extLst>
            </p:cNvPr>
            <p:cNvSpPr/>
            <p:nvPr/>
          </p:nvSpPr>
          <p:spPr>
            <a:xfrm>
              <a:off x="0" y="0"/>
              <a:ext cx="801609" cy="636181"/>
            </a:xfrm>
            <a:custGeom>
              <a:avLst/>
              <a:gdLst/>
              <a:ahLst/>
              <a:cxnLst/>
              <a:rect l="l" t="t" r="r" b="b"/>
              <a:pathLst>
                <a:path w="801609" h="636181">
                  <a:moveTo>
                    <a:pt x="13184" y="0"/>
                  </a:moveTo>
                  <a:lnTo>
                    <a:pt x="788424" y="0"/>
                  </a:lnTo>
                  <a:cubicBezTo>
                    <a:pt x="795706" y="0"/>
                    <a:pt x="801609" y="5903"/>
                    <a:pt x="801609" y="13184"/>
                  </a:cubicBezTo>
                  <a:lnTo>
                    <a:pt x="801609" y="622997"/>
                  </a:lnTo>
                  <a:cubicBezTo>
                    <a:pt x="801609" y="630279"/>
                    <a:pt x="795706" y="636181"/>
                    <a:pt x="788424" y="636181"/>
                  </a:cubicBezTo>
                  <a:lnTo>
                    <a:pt x="13184" y="636181"/>
                  </a:lnTo>
                  <a:cubicBezTo>
                    <a:pt x="5903" y="636181"/>
                    <a:pt x="0" y="630279"/>
                    <a:pt x="0" y="622997"/>
                  </a:cubicBezTo>
                  <a:lnTo>
                    <a:pt x="0" y="13184"/>
                  </a:lnTo>
                  <a:cubicBezTo>
                    <a:pt x="0" y="5903"/>
                    <a:pt x="5903" y="0"/>
                    <a:pt x="13184" y="0"/>
                  </a:cubicBezTo>
                  <a:close/>
                </a:path>
              </a:pathLst>
            </a:custGeom>
            <a:gradFill rotWithShape="1">
              <a:gsLst>
                <a:gs pos="0">
                  <a:srgbClr val="FFFCFC">
                    <a:alpha val="69000"/>
                  </a:srgbClr>
                </a:gs>
                <a:gs pos="100000">
                  <a:srgbClr val="FFFFFF">
                    <a:alpha val="40000"/>
                  </a:srgbClr>
                </a:gs>
              </a:gsLst>
              <a:lin ang="0"/>
            </a:gradFill>
          </p:spPr>
        </p:sp>
        <p:sp>
          <p:nvSpPr>
            <p:cNvPr id="22" name="TextBox 8">
              <a:extLst>
                <a:ext uri="{FF2B5EF4-FFF2-40B4-BE49-F238E27FC236}">
                  <a16:creationId xmlns:a16="http://schemas.microsoft.com/office/drawing/2014/main" id="{2CF5BC33-9B71-A92D-BE52-F98E02306430}"/>
                </a:ext>
              </a:extLst>
            </p:cNvPr>
            <p:cNvSpPr txBox="1"/>
            <p:nvPr/>
          </p:nvSpPr>
          <p:spPr>
            <a:xfrm>
              <a:off x="0" y="-38100"/>
              <a:ext cx="801609" cy="674281"/>
            </a:xfrm>
            <a:prstGeom prst="rect">
              <a:avLst/>
            </a:prstGeom>
          </p:spPr>
          <p:txBody>
            <a:bodyPr lIns="56476" tIns="56476" rIns="56476" bIns="56476" rtlCol="0" anchor="ctr"/>
            <a:lstStyle/>
            <a:p>
              <a:pPr algn="ctr">
                <a:lnSpc>
                  <a:spcPts val="3360"/>
                </a:lnSpc>
              </a:pPr>
              <a:endParaRPr/>
            </a:p>
          </p:txBody>
        </p:sp>
      </p:grpSp>
      <p:grpSp>
        <p:nvGrpSpPr>
          <p:cNvPr id="23" name="Group 15">
            <a:extLst>
              <a:ext uri="{FF2B5EF4-FFF2-40B4-BE49-F238E27FC236}">
                <a16:creationId xmlns:a16="http://schemas.microsoft.com/office/drawing/2014/main" id="{07DF8584-717A-0889-F40D-E34A69FEA441}"/>
              </a:ext>
            </a:extLst>
          </p:cNvPr>
          <p:cNvGrpSpPr/>
          <p:nvPr/>
        </p:nvGrpSpPr>
        <p:grpSpPr>
          <a:xfrm rot="-10800000">
            <a:off x="430563" y="11381933"/>
            <a:ext cx="16309509" cy="1957584"/>
            <a:chOff x="0" y="0"/>
            <a:chExt cx="1363463" cy="248878"/>
          </a:xfrm>
        </p:grpSpPr>
        <p:sp>
          <p:nvSpPr>
            <p:cNvPr id="24" name="Freeform 16">
              <a:extLst>
                <a:ext uri="{FF2B5EF4-FFF2-40B4-BE49-F238E27FC236}">
                  <a16:creationId xmlns:a16="http://schemas.microsoft.com/office/drawing/2014/main" id="{25B63E97-CD90-7092-E945-77ABBB0DB4B7}"/>
                </a:ext>
              </a:extLst>
            </p:cNvPr>
            <p:cNvSpPr/>
            <p:nvPr/>
          </p:nvSpPr>
          <p:spPr>
            <a:xfrm>
              <a:off x="0" y="0"/>
              <a:ext cx="1363463" cy="248878"/>
            </a:xfrm>
            <a:custGeom>
              <a:avLst/>
              <a:gdLst/>
              <a:ahLst/>
              <a:cxnLst/>
              <a:rect l="l" t="t" r="r" b="b"/>
              <a:pathLst>
                <a:path w="1363463" h="248878">
                  <a:moveTo>
                    <a:pt x="14099" y="0"/>
                  </a:moveTo>
                  <a:lnTo>
                    <a:pt x="1349364" y="0"/>
                  </a:lnTo>
                  <a:cubicBezTo>
                    <a:pt x="1357151" y="0"/>
                    <a:pt x="1363463" y="6313"/>
                    <a:pt x="1363463" y="14099"/>
                  </a:cubicBezTo>
                  <a:lnTo>
                    <a:pt x="1363463" y="234779"/>
                  </a:lnTo>
                  <a:cubicBezTo>
                    <a:pt x="1363463" y="238518"/>
                    <a:pt x="1361978" y="242105"/>
                    <a:pt x="1359334" y="244749"/>
                  </a:cubicBezTo>
                  <a:cubicBezTo>
                    <a:pt x="1356690" y="247393"/>
                    <a:pt x="1353103" y="248878"/>
                    <a:pt x="1349364" y="248878"/>
                  </a:cubicBezTo>
                  <a:lnTo>
                    <a:pt x="14099" y="248878"/>
                  </a:lnTo>
                  <a:cubicBezTo>
                    <a:pt x="10360" y="248878"/>
                    <a:pt x="6774" y="247393"/>
                    <a:pt x="4130" y="244749"/>
                  </a:cubicBezTo>
                  <a:cubicBezTo>
                    <a:pt x="1485" y="242105"/>
                    <a:pt x="0" y="238518"/>
                    <a:pt x="0" y="234779"/>
                  </a:cubicBezTo>
                  <a:lnTo>
                    <a:pt x="0" y="14099"/>
                  </a:lnTo>
                  <a:cubicBezTo>
                    <a:pt x="0" y="10360"/>
                    <a:pt x="1485" y="6774"/>
                    <a:pt x="4130" y="4130"/>
                  </a:cubicBezTo>
                  <a:cubicBezTo>
                    <a:pt x="6774" y="1485"/>
                    <a:pt x="10360" y="0"/>
                    <a:pt x="14099" y="0"/>
                  </a:cubicBezTo>
                  <a:close/>
                </a:path>
              </a:pathLst>
            </a:custGeom>
            <a:solidFill>
              <a:srgbClr val="FFFFFF"/>
            </a:solidFill>
          </p:spPr>
        </p:sp>
        <p:sp>
          <p:nvSpPr>
            <p:cNvPr id="25" name="TextBox 17">
              <a:extLst>
                <a:ext uri="{FF2B5EF4-FFF2-40B4-BE49-F238E27FC236}">
                  <a16:creationId xmlns:a16="http://schemas.microsoft.com/office/drawing/2014/main" id="{40F6851F-4DF4-1DEB-BDFC-B4933D4F4273}"/>
                </a:ext>
              </a:extLst>
            </p:cNvPr>
            <p:cNvSpPr txBox="1"/>
            <p:nvPr/>
          </p:nvSpPr>
          <p:spPr>
            <a:xfrm>
              <a:off x="0" y="-38100"/>
              <a:ext cx="1363463" cy="286978"/>
            </a:xfrm>
            <a:prstGeom prst="rect">
              <a:avLst/>
            </a:prstGeom>
          </p:spPr>
          <p:txBody>
            <a:bodyPr lIns="56476" tIns="56476" rIns="56476" bIns="56476" rtlCol="0" anchor="ctr"/>
            <a:lstStyle/>
            <a:p>
              <a:pPr algn="ctr">
                <a:lnSpc>
                  <a:spcPts val="3360"/>
                </a:lnSpc>
              </a:pPr>
              <a:endParaRPr/>
            </a:p>
          </p:txBody>
        </p:sp>
      </p:grpSp>
      <p:sp>
        <p:nvSpPr>
          <p:cNvPr id="26" name="TextBox 26">
            <a:extLst>
              <a:ext uri="{FF2B5EF4-FFF2-40B4-BE49-F238E27FC236}">
                <a16:creationId xmlns:a16="http://schemas.microsoft.com/office/drawing/2014/main" id="{92F03651-5C46-EF41-92C6-020910A800D6}"/>
              </a:ext>
            </a:extLst>
          </p:cNvPr>
          <p:cNvSpPr txBox="1"/>
          <p:nvPr/>
        </p:nvSpPr>
        <p:spPr>
          <a:xfrm>
            <a:off x="752705" y="11695964"/>
            <a:ext cx="8994379" cy="1081828"/>
          </a:xfrm>
          <a:prstGeom prst="rect">
            <a:avLst/>
          </a:prstGeom>
        </p:spPr>
        <p:txBody>
          <a:bodyPr lIns="0" tIns="0" rIns="0" bIns="0" rtlCol="0" anchor="t">
            <a:spAutoFit/>
          </a:bodyPr>
          <a:lstStyle/>
          <a:p>
            <a:pPr marL="679644" lvl="1" algn="l">
              <a:lnSpc>
                <a:spcPts val="8814"/>
              </a:lnSpc>
              <a:spcBef>
                <a:spcPct val="0"/>
              </a:spcBef>
            </a:pPr>
            <a:r>
              <a:rPr lang="en-US" sz="6295">
                <a:solidFill>
                  <a:srgbClr val="01544A"/>
                </a:solidFill>
                <a:latin typeface="Cheering Section"/>
                <a:ea typeface="Cheering Section"/>
                <a:cs typeface="Cheering Section"/>
                <a:sym typeface="Cheering Section"/>
              </a:rPr>
              <a:t>Các nguồn tham khảo:</a:t>
            </a:r>
          </a:p>
        </p:txBody>
      </p:sp>
      <p:grpSp>
        <p:nvGrpSpPr>
          <p:cNvPr id="27" name="Group 9">
            <a:extLst>
              <a:ext uri="{FF2B5EF4-FFF2-40B4-BE49-F238E27FC236}">
                <a16:creationId xmlns:a16="http://schemas.microsoft.com/office/drawing/2014/main" id="{E5F99CE3-FCC2-433F-4C88-87A818442ADC}"/>
              </a:ext>
            </a:extLst>
          </p:cNvPr>
          <p:cNvGrpSpPr/>
          <p:nvPr/>
        </p:nvGrpSpPr>
        <p:grpSpPr>
          <a:xfrm>
            <a:off x="664035" y="13577517"/>
            <a:ext cx="15610205" cy="6172921"/>
            <a:chOff x="0" y="0"/>
            <a:chExt cx="1059993" cy="1253581"/>
          </a:xfrm>
          <a:solidFill>
            <a:srgbClr val="00B050">
              <a:alpha val="23000"/>
            </a:srgbClr>
          </a:solidFill>
        </p:grpSpPr>
        <p:sp>
          <p:nvSpPr>
            <p:cNvPr id="28" name="Freeform 10">
              <a:extLst>
                <a:ext uri="{FF2B5EF4-FFF2-40B4-BE49-F238E27FC236}">
                  <a16:creationId xmlns:a16="http://schemas.microsoft.com/office/drawing/2014/main" id="{536D2A7E-CAD7-BE77-AC44-FB644E97130E}"/>
                </a:ext>
              </a:extLst>
            </p:cNvPr>
            <p:cNvSpPr/>
            <p:nvPr/>
          </p:nvSpPr>
          <p:spPr>
            <a:xfrm>
              <a:off x="0" y="0"/>
              <a:ext cx="1059993" cy="1253581"/>
            </a:xfrm>
            <a:custGeom>
              <a:avLst/>
              <a:gdLst/>
              <a:ahLst/>
              <a:cxnLst/>
              <a:rect l="l" t="t" r="r" b="b"/>
              <a:pathLst>
                <a:path w="1059993" h="1253581">
                  <a:moveTo>
                    <a:pt x="28854" y="0"/>
                  </a:moveTo>
                  <a:lnTo>
                    <a:pt x="1031139" y="0"/>
                  </a:lnTo>
                  <a:cubicBezTo>
                    <a:pt x="1047075" y="0"/>
                    <a:pt x="1059993" y="12919"/>
                    <a:pt x="1059993" y="28854"/>
                  </a:cubicBezTo>
                  <a:lnTo>
                    <a:pt x="1059993" y="1224727"/>
                  </a:lnTo>
                  <a:cubicBezTo>
                    <a:pt x="1059993" y="1240662"/>
                    <a:pt x="1047075" y="1253581"/>
                    <a:pt x="1031139" y="1253581"/>
                  </a:cubicBezTo>
                  <a:lnTo>
                    <a:pt x="28854" y="1253581"/>
                  </a:lnTo>
                  <a:cubicBezTo>
                    <a:pt x="12919" y="1253581"/>
                    <a:pt x="0" y="1240662"/>
                    <a:pt x="0" y="1224727"/>
                  </a:cubicBezTo>
                  <a:lnTo>
                    <a:pt x="0" y="28854"/>
                  </a:lnTo>
                  <a:cubicBezTo>
                    <a:pt x="0" y="12919"/>
                    <a:pt x="12919" y="0"/>
                    <a:pt x="28854" y="0"/>
                  </a:cubicBezTo>
                  <a:close/>
                </a:path>
              </a:pathLst>
            </a:custGeom>
            <a:grpFill/>
          </p:spPr>
        </p:sp>
        <p:sp>
          <p:nvSpPr>
            <p:cNvPr id="29" name="TextBox 11">
              <a:extLst>
                <a:ext uri="{FF2B5EF4-FFF2-40B4-BE49-F238E27FC236}">
                  <a16:creationId xmlns:a16="http://schemas.microsoft.com/office/drawing/2014/main" id="{3B762190-1AB1-E784-A531-6D73E6D6DF01}"/>
                </a:ext>
              </a:extLst>
            </p:cNvPr>
            <p:cNvSpPr txBox="1"/>
            <p:nvPr/>
          </p:nvSpPr>
          <p:spPr>
            <a:xfrm>
              <a:off x="0" y="-38100"/>
              <a:ext cx="1059993" cy="1291681"/>
            </a:xfrm>
            <a:prstGeom prst="rect">
              <a:avLst/>
            </a:prstGeom>
            <a:grpFill/>
          </p:spPr>
          <p:txBody>
            <a:bodyPr lIns="56476" tIns="56476" rIns="56476" bIns="56476" rtlCol="0" anchor="ctr"/>
            <a:lstStyle/>
            <a:p>
              <a:pPr algn="ctr">
                <a:lnSpc>
                  <a:spcPts val="3360"/>
                </a:lnSpc>
              </a:pPr>
              <a:endParaRPr/>
            </a:p>
          </p:txBody>
        </p:sp>
      </p:grpSp>
      <p:sp>
        <p:nvSpPr>
          <p:cNvPr id="30" name="TextBox 29">
            <a:extLst>
              <a:ext uri="{FF2B5EF4-FFF2-40B4-BE49-F238E27FC236}">
                <a16:creationId xmlns:a16="http://schemas.microsoft.com/office/drawing/2014/main" id="{D6807354-9CE1-E708-A873-C8546C489A52}"/>
              </a:ext>
            </a:extLst>
          </p:cNvPr>
          <p:cNvSpPr txBox="1"/>
          <p:nvPr/>
        </p:nvSpPr>
        <p:spPr>
          <a:xfrm>
            <a:off x="697991" y="13689585"/>
            <a:ext cx="15351994" cy="6550383"/>
          </a:xfrm>
          <a:prstGeom prst="rect">
            <a:avLst/>
          </a:prstGeom>
        </p:spPr>
        <p:txBody>
          <a:bodyPr wrap="square" lIns="0" tIns="0" rIns="0" bIns="0" rtlCol="0" anchor="t">
            <a:spAutoFit/>
          </a:bodyPr>
          <a:lstStyle/>
          <a:p>
            <a:pPr marL="327770" lvl="1" algn="just">
              <a:lnSpc>
                <a:spcPts val="4250"/>
              </a:lnSpc>
              <a:spcBef>
                <a:spcPct val="0"/>
              </a:spcBef>
            </a:pPr>
            <a:r>
              <a:rPr lang="vi-VN" sz="2400">
                <a:latin typeface="Mali"/>
                <a:ea typeface="Mali"/>
                <a:cs typeface="Mali"/>
                <a:sym typeface="Mali"/>
              </a:rPr>
              <a:t>Cộng đồng Kỹ sư, Thợ Điện lạnh Việt Nam: </a:t>
            </a:r>
            <a:r>
              <a:rPr lang="vi-VN" sz="2400">
                <a:latin typeface="Mali"/>
                <a:ea typeface="Mali"/>
                <a:cs typeface="Mali"/>
                <a:sym typeface="Mali"/>
                <a:hlinkClick r:id="rId4"/>
              </a:rPr>
              <a:t>http://hvacrvn.com/</a:t>
            </a:r>
            <a:endParaRPr lang="en-US" sz="2400">
              <a:latin typeface="Mali"/>
              <a:ea typeface="Mali"/>
              <a:cs typeface="Mali"/>
              <a:sym typeface="Mali"/>
            </a:endParaRPr>
          </a:p>
          <a:p>
            <a:pPr marL="327770" lvl="1" algn="just">
              <a:lnSpc>
                <a:spcPts val="4250"/>
              </a:lnSpc>
              <a:spcBef>
                <a:spcPct val="0"/>
              </a:spcBef>
            </a:pPr>
            <a:r>
              <a:rPr lang="vi-VN" sz="2400">
                <a:latin typeface="Mali"/>
                <a:ea typeface="Mali"/>
                <a:cs typeface="Mali"/>
                <a:sym typeface="Mali"/>
              </a:rPr>
              <a:t>Tập đoàn Điện lực Việt Nam - EVN: </a:t>
            </a:r>
            <a:r>
              <a:rPr lang="vi-VN" sz="2400">
                <a:latin typeface="Mali"/>
                <a:ea typeface="Mali"/>
                <a:cs typeface="Mali"/>
                <a:sym typeface="Mali"/>
                <a:hlinkClick r:id="rId5"/>
              </a:rPr>
              <a:t>https://www.evn.com.vn/</a:t>
            </a:r>
            <a:endParaRPr lang="en-US" sz="2400">
              <a:latin typeface="Mali"/>
              <a:ea typeface="Mali"/>
              <a:cs typeface="Mali"/>
              <a:sym typeface="Mali"/>
            </a:endParaRPr>
          </a:p>
          <a:p>
            <a:pPr marL="327770" lvl="1" algn="just">
              <a:lnSpc>
                <a:spcPts val="4250"/>
              </a:lnSpc>
              <a:spcBef>
                <a:spcPct val="0"/>
              </a:spcBef>
            </a:pPr>
            <a:r>
              <a:rPr lang="vi-VN" sz="2400">
                <a:latin typeface="Mali"/>
                <a:ea typeface="Mali"/>
                <a:cs typeface="Mali"/>
                <a:sym typeface="Mali"/>
              </a:rPr>
              <a:t>Cục Điện lực và Năng lượng tái tạo - Bộ Công Thương: </a:t>
            </a:r>
            <a:r>
              <a:rPr lang="vi-VN" sz="2400">
                <a:latin typeface="Mali"/>
                <a:ea typeface="Mali"/>
                <a:cs typeface="Mali"/>
                <a:sym typeface="Mali"/>
                <a:hlinkClick r:id="rId6"/>
              </a:rPr>
              <a:t>http://erea.gov.vn</a:t>
            </a:r>
            <a:endParaRPr lang="en-US" sz="2400">
              <a:latin typeface="Mali"/>
              <a:ea typeface="Mali"/>
              <a:cs typeface="Mali"/>
              <a:sym typeface="Mali"/>
            </a:endParaRPr>
          </a:p>
          <a:p>
            <a:pPr marL="327770" lvl="1" algn="just">
              <a:lnSpc>
                <a:spcPts val="4250"/>
              </a:lnSpc>
              <a:spcBef>
                <a:spcPct val="0"/>
              </a:spcBef>
            </a:pPr>
            <a:r>
              <a:rPr lang="vi-VN" sz="2400">
                <a:latin typeface="Mali"/>
                <a:ea typeface="Mali"/>
                <a:cs typeface="Mali"/>
                <a:sym typeface="Mali"/>
              </a:rPr>
              <a:t>Công ty Cổ phần Tư vấn xây dựng điện 1 (PECC1): </a:t>
            </a:r>
            <a:r>
              <a:rPr lang="vi-VN" sz="2400">
                <a:latin typeface="Mali"/>
                <a:ea typeface="Mali"/>
                <a:cs typeface="Mali"/>
                <a:sym typeface="Mali"/>
                <a:hlinkClick r:id="rId7"/>
              </a:rPr>
              <a:t>http://www.pecc1.com.vn/d4/news/Vai-tro-cua-thuy-dien-trong-he-thong-khi-Viet-Nam-phat-trien-manh-dien-mat-troi-8-1731.aspx</a:t>
            </a:r>
            <a:endParaRPr lang="en-US" sz="2400">
              <a:latin typeface="Mali"/>
              <a:ea typeface="Mali"/>
              <a:cs typeface="Mali"/>
              <a:sym typeface="Mali"/>
            </a:endParaRPr>
          </a:p>
          <a:p>
            <a:pPr marL="327770" lvl="1" algn="just">
              <a:lnSpc>
                <a:spcPts val="4250"/>
              </a:lnSpc>
              <a:spcBef>
                <a:spcPct val="0"/>
              </a:spcBef>
            </a:pPr>
            <a:r>
              <a:rPr lang="vi-VN" sz="2400">
                <a:latin typeface="Mali"/>
                <a:ea typeface="Mali"/>
                <a:cs typeface="Mali"/>
                <a:sym typeface="Mali"/>
              </a:rPr>
              <a:t>Sở Công Thương tỉnh Gia Lai, bài viết “Năng lượng tái tạo: Đòn bẩy tăng trưởng xanh”, ngày 15/2/2024:</a:t>
            </a:r>
            <a:r>
              <a:rPr lang="en-US" sz="2400">
                <a:latin typeface="Mali"/>
                <a:ea typeface="Mali"/>
                <a:cs typeface="Mali"/>
                <a:sym typeface="Mali"/>
              </a:rPr>
              <a:t> </a:t>
            </a:r>
            <a:r>
              <a:rPr lang="vi-VN" sz="2400">
                <a:latin typeface="Mali"/>
                <a:ea typeface="Mali"/>
                <a:cs typeface="Mali"/>
                <a:sym typeface="Mali"/>
                <a:hlinkClick r:id="rId8"/>
              </a:rPr>
              <a:t>https://sct.gialai.gov.vn/tin-hoat-dong/nang-luong-ktat-moi-truong/2024/Nang-luong-tai-tao-Don-bay-tang-truong-xanh.aspx</a:t>
            </a:r>
            <a:endParaRPr lang="en-US" sz="2400">
              <a:latin typeface="Mali"/>
              <a:ea typeface="Mali"/>
              <a:cs typeface="Mali"/>
              <a:sym typeface="Mali"/>
            </a:endParaRPr>
          </a:p>
          <a:p>
            <a:pPr marL="327770" lvl="1" algn="just">
              <a:lnSpc>
                <a:spcPts val="4250"/>
              </a:lnSpc>
              <a:spcBef>
                <a:spcPct val="0"/>
              </a:spcBef>
            </a:pPr>
            <a:r>
              <a:rPr lang="vi-VN" sz="2400">
                <a:latin typeface="Mali"/>
                <a:ea typeface="Mali"/>
                <a:cs typeface="Mali"/>
                <a:sym typeface="Mali"/>
              </a:rPr>
              <a:t>Cổng thông tin điện tử Bộ Khoa học và Công nghệ, bài viết “Phát triển năng lượng tái tạo: Mở đường cho những dự án lớn”, ngày 19/11/2025: </a:t>
            </a:r>
            <a:r>
              <a:rPr lang="vi-VN" sz="2400">
                <a:latin typeface="Mali"/>
                <a:ea typeface="Mali"/>
                <a:cs typeface="Mali"/>
                <a:sym typeface="Mali"/>
                <a:hlinkClick r:id="rId9"/>
              </a:rPr>
              <a:t>https://mst.gov.vn/phat-trien-nang-luong-tai-tao-mo-duong-cho-nhung-du-an-lon-197251118211650699.htm</a:t>
            </a:r>
            <a:r>
              <a:rPr lang="en-US" sz="2400">
                <a:latin typeface="Mali"/>
                <a:ea typeface="Mali"/>
                <a:cs typeface="Mali"/>
                <a:sym typeface="Mali"/>
                <a:hlinkClick r:id="rId9"/>
              </a:rPr>
              <a:t>l</a:t>
            </a:r>
            <a:endParaRPr lang="en-US" sz="2400">
              <a:latin typeface="Mali"/>
              <a:ea typeface="Mali"/>
              <a:cs typeface="Mali"/>
              <a:sym typeface="Mali"/>
            </a:endParaRPr>
          </a:p>
          <a:p>
            <a:pPr marL="327770" lvl="1" algn="just">
              <a:lnSpc>
                <a:spcPts val="4250"/>
              </a:lnSpc>
              <a:spcBef>
                <a:spcPct val="0"/>
              </a:spcBef>
            </a:pPr>
            <a:endParaRPr lang="en-US" sz="2400">
              <a:latin typeface="Mali"/>
              <a:ea typeface="Mali"/>
              <a:cs typeface="Mali"/>
              <a:sym typeface="Mali"/>
            </a:endParaRPr>
          </a:p>
        </p:txBody>
      </p:sp>
      <p:pic>
        <p:nvPicPr>
          <p:cNvPr id="31" name="0">
            <a:hlinkClick r:id="" action="ppaction://media"/>
            <a:extLst>
              <a:ext uri="{FF2B5EF4-FFF2-40B4-BE49-F238E27FC236}">
                <a16:creationId xmlns:a16="http://schemas.microsoft.com/office/drawing/2014/main" id="{B8B0BDBE-6935-5F14-0E59-01A298A7D317}"/>
              </a:ext>
            </a:extLst>
          </p:cNvPr>
          <p:cNvPicPr>
            <a:picLocks noChangeAspect="1"/>
          </p:cNvPicPr>
          <p:nvPr>
            <a:videoFile r:link="rId2"/>
            <p:extLst>
              <p:ext uri="{DAA4B4D4-6D71-4841-9C94-3DE7FCFB9230}">
                <p14:media xmlns:p14="http://schemas.microsoft.com/office/powerpoint/2010/main" r:embed="rId1"/>
              </p:ext>
            </p:extLst>
          </p:nvPr>
        </p:nvPicPr>
        <p:blipFill>
          <a:blip r:embed="rId19"/>
          <a:stretch>
            <a:fillRect/>
          </a:stretch>
        </p:blipFill>
        <p:spPr>
          <a:xfrm>
            <a:off x="-228600" y="-128589"/>
            <a:ext cx="18783353" cy="10565637"/>
          </a:xfrm>
          <a:prstGeom prst="rect">
            <a:avLst/>
          </a:prstGeom>
        </p:spPr>
      </p:pic>
    </p:spTree>
    <p:extLst>
      <p:ext uri="{BB962C8B-B14F-4D97-AF65-F5344CB8AC3E}">
        <p14:creationId xmlns:p14="http://schemas.microsoft.com/office/powerpoint/2010/main" val="9765020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749"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1"/>
                </p:tgtEl>
              </p:cMediaNode>
            </p:video>
            <p:seq concurrent="1" nextAc="seek">
              <p:cTn id="8" restart="whenNotActive" fill="hold" evtFilter="cancelBubble" nodeType="interactiveSeq">
                <p:stCondLst>
                  <p:cond evt="onClick" delay="0">
                    <p:tgtEl>
                      <p:spTgt spid="3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1"/>
                                        </p:tgtEl>
                                      </p:cBhvr>
                                    </p:cmd>
                                  </p:childTnLst>
                                </p:cTn>
                              </p:par>
                            </p:childTnLst>
                          </p:cTn>
                        </p:par>
                      </p:childTnLst>
                    </p:cTn>
                  </p:par>
                </p:childTnLst>
              </p:cTn>
              <p:nextCondLst>
                <p:cond evt="onClick" delay="0">
                  <p:tgtEl>
                    <p:spTgt spid="31"/>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TotalTime>
  <Words>1651</Words>
  <Application>Microsoft Office PowerPoint</Application>
  <PresentationFormat>Custom</PresentationFormat>
  <Paragraphs>128</Paragraphs>
  <Slides>10</Slides>
  <Notes>0</Notes>
  <HiddenSlides>0</HiddenSlides>
  <MMClips>1</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10</vt:i4>
      </vt:variant>
    </vt:vector>
  </HeadingPairs>
  <TitlesOfParts>
    <vt:vector size="26" baseType="lpstr">
      <vt:lpstr>Bahnschrift SemiBold</vt:lpstr>
      <vt:lpstr>Mali Medium</vt:lpstr>
      <vt:lpstr>Quicksand Semi-Bold</vt:lpstr>
      <vt:lpstr>Cheering Section</vt:lpstr>
      <vt:lpstr>Finesse</vt:lpstr>
      <vt:lpstr>Dingos Stamp</vt:lpstr>
      <vt:lpstr>iCiel Stabile Regular</vt:lpstr>
      <vt:lpstr>Mali</vt:lpstr>
      <vt:lpstr>Arial</vt:lpstr>
      <vt:lpstr>Boldfat Mighty</vt:lpstr>
      <vt:lpstr>Handpicked Seashells</vt:lpstr>
      <vt:lpstr>Mali Bold</vt:lpstr>
      <vt:lpstr>Calibri</vt:lpstr>
      <vt:lpstr>Bahnschrift SemiBold Condensed</vt:lpstr>
      <vt:lpstr>Anton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Tin Học tổ 3</dc:title>
  <dc:creator>Khôi .</dc:creator>
  <cp:lastModifiedBy>Khôi .</cp:lastModifiedBy>
  <cp:revision>9</cp:revision>
  <dcterms:created xsi:type="dcterms:W3CDTF">2006-08-16T00:00:00Z</dcterms:created>
  <dcterms:modified xsi:type="dcterms:W3CDTF">2026-10-20T15:39:09Z</dcterms:modified>
  <dc:identifier>DAHXlTUQOpg</dc:identifier>
</cp:coreProperties>
</file>